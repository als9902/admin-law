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716" r:id="rId2"/>
  </p:sldMasterIdLst>
  <p:notesMasterIdLst>
    <p:notesMasterId r:id="rId34"/>
  </p:notesMasterIdLst>
  <p:sldIdLst>
    <p:sldId id="256" r:id="rId3"/>
    <p:sldId id="423" r:id="rId4"/>
    <p:sldId id="378" r:id="rId5"/>
    <p:sldId id="383" r:id="rId6"/>
    <p:sldId id="406" r:id="rId7"/>
    <p:sldId id="2304" r:id="rId8"/>
    <p:sldId id="2306" r:id="rId9"/>
    <p:sldId id="2313" r:id="rId10"/>
    <p:sldId id="2307" r:id="rId11"/>
    <p:sldId id="426" r:id="rId12"/>
    <p:sldId id="2325" r:id="rId13"/>
    <p:sldId id="2327" r:id="rId14"/>
    <p:sldId id="2333" r:id="rId15"/>
    <p:sldId id="2334" r:id="rId16"/>
    <p:sldId id="2335" r:id="rId17"/>
    <p:sldId id="427" r:id="rId18"/>
    <p:sldId id="2336" r:id="rId19"/>
    <p:sldId id="2338" r:id="rId20"/>
    <p:sldId id="428" r:id="rId21"/>
    <p:sldId id="2340" r:id="rId22"/>
    <p:sldId id="2346" r:id="rId23"/>
    <p:sldId id="2347" r:id="rId24"/>
    <p:sldId id="430" r:id="rId25"/>
    <p:sldId id="425" r:id="rId26"/>
    <p:sldId id="2348" r:id="rId27"/>
    <p:sldId id="2349" r:id="rId28"/>
    <p:sldId id="2350" r:id="rId29"/>
    <p:sldId id="2351" r:id="rId30"/>
    <p:sldId id="2352" r:id="rId31"/>
    <p:sldId id="2353" r:id="rId32"/>
    <p:sldId id="280" r:id="rId33"/>
  </p:sldIdLst>
  <p:sldSz cx="12192000" cy="6858000"/>
  <p:notesSz cx="6858000" cy="9144000"/>
  <p:embeddedFontLst>
    <p:embeddedFont>
      <p:font typeface="Arial Bold" panose="020B0704020202020204" pitchFamily="34" charset="0"/>
      <p:regular r:id="rId35"/>
      <p:bold r:id="rId36"/>
    </p:embeddedFont>
    <p:embeddedFont>
      <p:font typeface="Segoe UI" panose="020B0502040204020203" pitchFamily="34"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7F282A-7C6B-4368-A37E-704D8CF7BA8A}" v="40" dt="2025-07-14T03:33:55.8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512"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5.fntdata"/><Relationship Id="rId21" Type="http://schemas.openxmlformats.org/officeDocument/2006/relationships/slide" Target="slides/slide19.xml"/><Relationship Id="rId34" Type="http://schemas.openxmlformats.org/officeDocument/2006/relationships/notesMaster" Target="notesMasters/notesMaster1.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3.fntdata"/><Relationship Id="rId40" Type="http://schemas.openxmlformats.org/officeDocument/2006/relationships/font" Target="fonts/font6.fntdata"/><Relationship Id="rId45"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1.fntdata"/><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4.fntdata"/><Relationship Id="rId46"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 Taylor" userId="fbfc1553-b23d-457b-a859-b112eb014c8c" providerId="ADAL" clId="{EBB483C0-9DDE-4E14-9CF4-4D066CBDE887}"/>
    <pc:docChg chg="undo custSel addSld delSld modSld sldOrd delMainMaster">
      <pc:chgData name="Richard Taylor" userId="fbfc1553-b23d-457b-a859-b112eb014c8c" providerId="ADAL" clId="{EBB483C0-9DDE-4E14-9CF4-4D066CBDE887}" dt="2025-07-08T02:50:44.894" v="476" actId="14100"/>
      <pc:docMkLst>
        <pc:docMk/>
      </pc:docMkLst>
      <pc:sldChg chg="modSp mod">
        <pc:chgData name="Richard Taylor" userId="fbfc1553-b23d-457b-a859-b112eb014c8c" providerId="ADAL" clId="{EBB483C0-9DDE-4E14-9CF4-4D066CBDE887}" dt="2025-07-06T23:30:57.455" v="70" actId="20577"/>
        <pc:sldMkLst>
          <pc:docMk/>
          <pc:sldMk cId="0" sldId="256"/>
        </pc:sldMkLst>
        <pc:spChg chg="mod">
          <ac:chgData name="Richard Taylor" userId="fbfc1553-b23d-457b-a859-b112eb014c8c" providerId="ADAL" clId="{EBB483C0-9DDE-4E14-9CF4-4D066CBDE887}" dt="2025-07-06T23:30:57.455" v="70" actId="20577"/>
          <ac:spMkLst>
            <pc:docMk/>
            <pc:sldMk cId="0" sldId="256"/>
            <ac:spMk id="16" creationId="{00000000-0000-0000-0000-000000000000}"/>
          </ac:spMkLst>
        </pc:spChg>
      </pc:sldChg>
      <pc:sldChg chg="add">
        <pc:chgData name="Richard Taylor" userId="fbfc1553-b23d-457b-a859-b112eb014c8c" providerId="ADAL" clId="{EBB483C0-9DDE-4E14-9CF4-4D066CBDE887}" dt="2025-07-08T02:13:09.407" v="173"/>
        <pc:sldMkLst>
          <pc:docMk/>
          <pc:sldMk cId="0" sldId="257"/>
        </pc:sldMkLst>
      </pc:sldChg>
      <pc:sldChg chg="del">
        <pc:chgData name="Richard Taylor" userId="fbfc1553-b23d-457b-a859-b112eb014c8c" providerId="ADAL" clId="{EBB483C0-9DDE-4E14-9CF4-4D066CBDE887}" dt="2025-07-06T23:30:24.247" v="13" actId="47"/>
        <pc:sldMkLst>
          <pc:docMk/>
          <pc:sldMk cId="0" sldId="259"/>
        </pc:sldMkLst>
      </pc:sldChg>
      <pc:sldChg chg="del">
        <pc:chgData name="Richard Taylor" userId="fbfc1553-b23d-457b-a859-b112eb014c8c" providerId="ADAL" clId="{EBB483C0-9DDE-4E14-9CF4-4D066CBDE887}" dt="2025-07-06T23:30:15.159" v="0" actId="47"/>
        <pc:sldMkLst>
          <pc:docMk/>
          <pc:sldMk cId="31610262" sldId="267"/>
        </pc:sldMkLst>
      </pc:sldChg>
      <pc:sldChg chg="del">
        <pc:chgData name="Richard Taylor" userId="fbfc1553-b23d-457b-a859-b112eb014c8c" providerId="ADAL" clId="{EBB483C0-9DDE-4E14-9CF4-4D066CBDE887}" dt="2025-07-06T23:30:25.015" v="14" actId="47"/>
        <pc:sldMkLst>
          <pc:docMk/>
          <pc:sldMk cId="0" sldId="272"/>
        </pc:sldMkLst>
      </pc:sldChg>
      <pc:sldChg chg="add del">
        <pc:chgData name="Richard Taylor" userId="fbfc1553-b23d-457b-a859-b112eb014c8c" providerId="ADAL" clId="{EBB483C0-9DDE-4E14-9CF4-4D066CBDE887}" dt="2025-07-06T23:30:44.340" v="57" actId="47"/>
        <pc:sldMkLst>
          <pc:docMk/>
          <pc:sldMk cId="0" sldId="280"/>
        </pc:sldMkLst>
      </pc:sldChg>
      <pc:sldChg chg="del">
        <pc:chgData name="Richard Taylor" userId="fbfc1553-b23d-457b-a859-b112eb014c8c" providerId="ADAL" clId="{EBB483C0-9DDE-4E14-9CF4-4D066CBDE887}" dt="2025-07-06T23:30:26.371" v="16" actId="47"/>
        <pc:sldMkLst>
          <pc:docMk/>
          <pc:sldMk cId="0" sldId="297"/>
        </pc:sldMkLst>
      </pc:sldChg>
      <pc:sldChg chg="del">
        <pc:chgData name="Richard Taylor" userId="fbfc1553-b23d-457b-a859-b112eb014c8c" providerId="ADAL" clId="{EBB483C0-9DDE-4E14-9CF4-4D066CBDE887}" dt="2025-07-06T23:30:27.572" v="17" actId="47"/>
        <pc:sldMkLst>
          <pc:docMk/>
          <pc:sldMk cId="0" sldId="298"/>
        </pc:sldMkLst>
      </pc:sldChg>
      <pc:sldChg chg="del">
        <pc:chgData name="Richard Taylor" userId="fbfc1553-b23d-457b-a859-b112eb014c8c" providerId="ADAL" clId="{EBB483C0-9DDE-4E14-9CF4-4D066CBDE887}" dt="2025-07-06T23:30:28.147" v="19" actId="47"/>
        <pc:sldMkLst>
          <pc:docMk/>
          <pc:sldMk cId="0" sldId="299"/>
        </pc:sldMkLst>
      </pc:sldChg>
      <pc:sldChg chg="del">
        <pc:chgData name="Richard Taylor" userId="fbfc1553-b23d-457b-a859-b112eb014c8c" providerId="ADAL" clId="{EBB483C0-9DDE-4E14-9CF4-4D066CBDE887}" dt="2025-07-06T23:30:27.853" v="18" actId="47"/>
        <pc:sldMkLst>
          <pc:docMk/>
          <pc:sldMk cId="0" sldId="300"/>
        </pc:sldMkLst>
      </pc:sldChg>
      <pc:sldChg chg="del">
        <pc:chgData name="Richard Taylor" userId="fbfc1553-b23d-457b-a859-b112eb014c8c" providerId="ADAL" clId="{EBB483C0-9DDE-4E14-9CF4-4D066CBDE887}" dt="2025-07-06T23:30:28.785" v="21" actId="47"/>
        <pc:sldMkLst>
          <pc:docMk/>
          <pc:sldMk cId="0" sldId="301"/>
        </pc:sldMkLst>
      </pc:sldChg>
      <pc:sldChg chg="del">
        <pc:chgData name="Richard Taylor" userId="fbfc1553-b23d-457b-a859-b112eb014c8c" providerId="ADAL" clId="{EBB483C0-9DDE-4E14-9CF4-4D066CBDE887}" dt="2025-07-06T23:30:29.185" v="22" actId="47"/>
        <pc:sldMkLst>
          <pc:docMk/>
          <pc:sldMk cId="0" sldId="302"/>
        </pc:sldMkLst>
      </pc:sldChg>
      <pc:sldChg chg="del">
        <pc:chgData name="Richard Taylor" userId="fbfc1553-b23d-457b-a859-b112eb014c8c" providerId="ADAL" clId="{EBB483C0-9DDE-4E14-9CF4-4D066CBDE887}" dt="2025-07-06T23:30:35.440" v="39" actId="47"/>
        <pc:sldMkLst>
          <pc:docMk/>
          <pc:sldMk cId="0" sldId="314"/>
        </pc:sldMkLst>
      </pc:sldChg>
      <pc:sldChg chg="del">
        <pc:chgData name="Richard Taylor" userId="fbfc1553-b23d-457b-a859-b112eb014c8c" providerId="ADAL" clId="{EBB483C0-9DDE-4E14-9CF4-4D066CBDE887}" dt="2025-07-06T23:30:35.740" v="40" actId="47"/>
        <pc:sldMkLst>
          <pc:docMk/>
          <pc:sldMk cId="0" sldId="315"/>
        </pc:sldMkLst>
      </pc:sldChg>
      <pc:sldChg chg="del">
        <pc:chgData name="Richard Taylor" userId="fbfc1553-b23d-457b-a859-b112eb014c8c" providerId="ADAL" clId="{EBB483C0-9DDE-4E14-9CF4-4D066CBDE887}" dt="2025-07-06T23:30:36.247" v="42" actId="47"/>
        <pc:sldMkLst>
          <pc:docMk/>
          <pc:sldMk cId="0" sldId="317"/>
        </pc:sldMkLst>
      </pc:sldChg>
      <pc:sldChg chg="add del">
        <pc:chgData name="Richard Taylor" userId="fbfc1553-b23d-457b-a859-b112eb014c8c" providerId="ADAL" clId="{EBB483C0-9DDE-4E14-9CF4-4D066CBDE887}" dt="2025-07-08T02:21:25.240" v="191" actId="47"/>
        <pc:sldMkLst>
          <pc:docMk/>
          <pc:sldMk cId="3831589150" sldId="317"/>
        </pc:sldMkLst>
      </pc:sldChg>
      <pc:sldChg chg="del">
        <pc:chgData name="Richard Taylor" userId="fbfc1553-b23d-457b-a859-b112eb014c8c" providerId="ADAL" clId="{EBB483C0-9DDE-4E14-9CF4-4D066CBDE887}" dt="2025-07-06T23:30:35.975" v="41" actId="47"/>
        <pc:sldMkLst>
          <pc:docMk/>
          <pc:sldMk cId="0" sldId="318"/>
        </pc:sldMkLst>
      </pc:sldChg>
      <pc:sldChg chg="del">
        <pc:chgData name="Richard Taylor" userId="fbfc1553-b23d-457b-a859-b112eb014c8c" providerId="ADAL" clId="{EBB483C0-9DDE-4E14-9CF4-4D066CBDE887}" dt="2025-07-06T23:30:36.806" v="43" actId="47"/>
        <pc:sldMkLst>
          <pc:docMk/>
          <pc:sldMk cId="0" sldId="319"/>
        </pc:sldMkLst>
      </pc:sldChg>
      <pc:sldChg chg="del">
        <pc:chgData name="Richard Taylor" userId="fbfc1553-b23d-457b-a859-b112eb014c8c" providerId="ADAL" clId="{EBB483C0-9DDE-4E14-9CF4-4D066CBDE887}" dt="2025-07-06T23:30:37.524" v="44" actId="47"/>
        <pc:sldMkLst>
          <pc:docMk/>
          <pc:sldMk cId="0" sldId="320"/>
        </pc:sldMkLst>
      </pc:sldChg>
      <pc:sldChg chg="add del ord">
        <pc:chgData name="Richard Taylor" userId="fbfc1553-b23d-457b-a859-b112eb014c8c" providerId="ADAL" clId="{EBB483C0-9DDE-4E14-9CF4-4D066CBDE887}" dt="2025-07-08T02:25:14.238" v="218" actId="47"/>
        <pc:sldMkLst>
          <pc:docMk/>
          <pc:sldMk cId="1709532087" sldId="321"/>
        </pc:sldMkLst>
      </pc:sldChg>
      <pc:sldChg chg="add del">
        <pc:chgData name="Richard Taylor" userId="fbfc1553-b23d-457b-a859-b112eb014c8c" providerId="ADAL" clId="{EBB483C0-9DDE-4E14-9CF4-4D066CBDE887}" dt="2025-07-08T02:41:08.411" v="406" actId="47"/>
        <pc:sldMkLst>
          <pc:docMk/>
          <pc:sldMk cId="2624735673" sldId="322"/>
        </pc:sldMkLst>
      </pc:sldChg>
      <pc:sldChg chg="add del">
        <pc:chgData name="Richard Taylor" userId="fbfc1553-b23d-457b-a859-b112eb014c8c" providerId="ADAL" clId="{EBB483C0-9DDE-4E14-9CF4-4D066CBDE887}" dt="2025-07-08T02:41:07.514" v="405" actId="47"/>
        <pc:sldMkLst>
          <pc:docMk/>
          <pc:sldMk cId="2984902792" sldId="324"/>
        </pc:sldMkLst>
      </pc:sldChg>
      <pc:sldChg chg="add del">
        <pc:chgData name="Richard Taylor" userId="fbfc1553-b23d-457b-a859-b112eb014c8c" providerId="ADAL" clId="{EBB483C0-9DDE-4E14-9CF4-4D066CBDE887}" dt="2025-07-08T02:42:09.401" v="425" actId="47"/>
        <pc:sldMkLst>
          <pc:docMk/>
          <pc:sldMk cId="1392784846" sldId="326"/>
        </pc:sldMkLst>
      </pc:sldChg>
      <pc:sldChg chg="del">
        <pc:chgData name="Richard Taylor" userId="fbfc1553-b23d-457b-a859-b112eb014c8c" providerId="ADAL" clId="{EBB483C0-9DDE-4E14-9CF4-4D066CBDE887}" dt="2025-07-06T23:30:25.829" v="15" actId="47"/>
        <pc:sldMkLst>
          <pc:docMk/>
          <pc:sldMk cId="3638332411" sldId="326"/>
        </pc:sldMkLst>
      </pc:sldChg>
      <pc:sldChg chg="del">
        <pc:chgData name="Richard Taylor" userId="fbfc1553-b23d-457b-a859-b112eb014c8c" providerId="ADAL" clId="{EBB483C0-9DDE-4E14-9CF4-4D066CBDE887}" dt="2025-07-06T23:30:28.450" v="20" actId="47"/>
        <pc:sldMkLst>
          <pc:docMk/>
          <pc:sldMk cId="3291369066" sldId="327"/>
        </pc:sldMkLst>
      </pc:sldChg>
      <pc:sldChg chg="del">
        <pc:chgData name="Richard Taylor" userId="fbfc1553-b23d-457b-a859-b112eb014c8c" providerId="ADAL" clId="{EBB483C0-9DDE-4E14-9CF4-4D066CBDE887}" dt="2025-07-06T23:30:29.519" v="23" actId="47"/>
        <pc:sldMkLst>
          <pc:docMk/>
          <pc:sldMk cId="1737399537" sldId="328"/>
        </pc:sldMkLst>
      </pc:sldChg>
      <pc:sldChg chg="del">
        <pc:chgData name="Richard Taylor" userId="fbfc1553-b23d-457b-a859-b112eb014c8c" providerId="ADAL" clId="{EBB483C0-9DDE-4E14-9CF4-4D066CBDE887}" dt="2025-07-06T23:30:38.251" v="46" actId="47"/>
        <pc:sldMkLst>
          <pc:docMk/>
          <pc:sldMk cId="3211722930" sldId="329"/>
        </pc:sldMkLst>
      </pc:sldChg>
      <pc:sldChg chg="del">
        <pc:chgData name="Richard Taylor" userId="fbfc1553-b23d-457b-a859-b112eb014c8c" providerId="ADAL" clId="{EBB483C0-9DDE-4E14-9CF4-4D066CBDE887}" dt="2025-07-06T23:30:38.633" v="47" actId="47"/>
        <pc:sldMkLst>
          <pc:docMk/>
          <pc:sldMk cId="372762776" sldId="330"/>
        </pc:sldMkLst>
      </pc:sldChg>
      <pc:sldChg chg="del">
        <pc:chgData name="Richard Taylor" userId="fbfc1553-b23d-457b-a859-b112eb014c8c" providerId="ADAL" clId="{EBB483C0-9DDE-4E14-9CF4-4D066CBDE887}" dt="2025-07-06T23:30:39.014" v="48" actId="47"/>
        <pc:sldMkLst>
          <pc:docMk/>
          <pc:sldMk cId="606728757" sldId="331"/>
        </pc:sldMkLst>
      </pc:sldChg>
      <pc:sldChg chg="del">
        <pc:chgData name="Richard Taylor" userId="fbfc1553-b23d-457b-a859-b112eb014c8c" providerId="ADAL" clId="{EBB483C0-9DDE-4E14-9CF4-4D066CBDE887}" dt="2025-07-06T23:30:39.427" v="49" actId="47"/>
        <pc:sldMkLst>
          <pc:docMk/>
          <pc:sldMk cId="2454893632" sldId="333"/>
        </pc:sldMkLst>
      </pc:sldChg>
      <pc:sldChg chg="del">
        <pc:chgData name="Richard Taylor" userId="fbfc1553-b23d-457b-a859-b112eb014c8c" providerId="ADAL" clId="{EBB483C0-9DDE-4E14-9CF4-4D066CBDE887}" dt="2025-07-06T23:30:39.803" v="50" actId="47"/>
        <pc:sldMkLst>
          <pc:docMk/>
          <pc:sldMk cId="4107206282" sldId="334"/>
        </pc:sldMkLst>
      </pc:sldChg>
      <pc:sldChg chg="add del">
        <pc:chgData name="Richard Taylor" userId="fbfc1553-b23d-457b-a859-b112eb014c8c" providerId="ADAL" clId="{EBB483C0-9DDE-4E14-9CF4-4D066CBDE887}" dt="2025-07-08T02:21:23.751" v="190" actId="47"/>
        <pc:sldMkLst>
          <pc:docMk/>
          <pc:sldMk cId="3429314609" sldId="335"/>
        </pc:sldMkLst>
      </pc:sldChg>
      <pc:sldChg chg="del">
        <pc:chgData name="Richard Taylor" userId="fbfc1553-b23d-457b-a859-b112eb014c8c" providerId="ADAL" clId="{EBB483C0-9DDE-4E14-9CF4-4D066CBDE887}" dt="2025-07-06T23:30:40.444" v="51" actId="47"/>
        <pc:sldMkLst>
          <pc:docMk/>
          <pc:sldMk cId="3243129837" sldId="336"/>
        </pc:sldMkLst>
      </pc:sldChg>
      <pc:sldChg chg="del">
        <pc:chgData name="Richard Taylor" userId="fbfc1553-b23d-457b-a859-b112eb014c8c" providerId="ADAL" clId="{EBB483C0-9DDE-4E14-9CF4-4D066CBDE887}" dt="2025-07-06T23:30:40.652" v="52" actId="47"/>
        <pc:sldMkLst>
          <pc:docMk/>
          <pc:sldMk cId="4285175617" sldId="337"/>
        </pc:sldMkLst>
      </pc:sldChg>
      <pc:sldChg chg="del">
        <pc:chgData name="Richard Taylor" userId="fbfc1553-b23d-457b-a859-b112eb014c8c" providerId="ADAL" clId="{EBB483C0-9DDE-4E14-9CF4-4D066CBDE887}" dt="2025-07-06T23:30:41.036" v="53" actId="47"/>
        <pc:sldMkLst>
          <pc:docMk/>
          <pc:sldMk cId="3500747228" sldId="338"/>
        </pc:sldMkLst>
      </pc:sldChg>
      <pc:sldChg chg="add del">
        <pc:chgData name="Richard Taylor" userId="fbfc1553-b23d-457b-a859-b112eb014c8c" providerId="ADAL" clId="{EBB483C0-9DDE-4E14-9CF4-4D066CBDE887}" dt="2025-07-08T02:27:15.013" v="263" actId="47"/>
        <pc:sldMkLst>
          <pc:docMk/>
          <pc:sldMk cId="1725474338" sldId="341"/>
        </pc:sldMkLst>
      </pc:sldChg>
      <pc:sldChg chg="add">
        <pc:chgData name="Richard Taylor" userId="fbfc1553-b23d-457b-a859-b112eb014c8c" providerId="ADAL" clId="{EBB483C0-9DDE-4E14-9CF4-4D066CBDE887}" dt="2025-07-08T02:15:06.689" v="176"/>
        <pc:sldMkLst>
          <pc:docMk/>
          <pc:sldMk cId="3716306935" sldId="342"/>
        </pc:sldMkLst>
      </pc:sldChg>
      <pc:sldChg chg="del">
        <pc:chgData name="Richard Taylor" userId="fbfc1553-b23d-457b-a859-b112eb014c8c" providerId="ADAL" clId="{EBB483C0-9DDE-4E14-9CF4-4D066CBDE887}" dt="2025-07-06T23:30:33.275" v="32" actId="47"/>
        <pc:sldMkLst>
          <pc:docMk/>
          <pc:sldMk cId="4136367970" sldId="342"/>
        </pc:sldMkLst>
      </pc:sldChg>
      <pc:sldChg chg="del">
        <pc:chgData name="Richard Taylor" userId="fbfc1553-b23d-457b-a859-b112eb014c8c" providerId="ADAL" clId="{EBB483C0-9DDE-4E14-9CF4-4D066CBDE887}" dt="2025-07-06T23:30:32.932" v="31" actId="47"/>
        <pc:sldMkLst>
          <pc:docMk/>
          <pc:sldMk cId="577482639" sldId="343"/>
        </pc:sldMkLst>
      </pc:sldChg>
      <pc:sldChg chg="del">
        <pc:chgData name="Richard Taylor" userId="fbfc1553-b23d-457b-a859-b112eb014c8c" providerId="ADAL" clId="{EBB483C0-9DDE-4E14-9CF4-4D066CBDE887}" dt="2025-07-06T23:30:37.829" v="45" actId="47"/>
        <pc:sldMkLst>
          <pc:docMk/>
          <pc:sldMk cId="3884706129" sldId="344"/>
        </pc:sldMkLst>
      </pc:sldChg>
      <pc:sldChg chg="del">
        <pc:chgData name="Richard Taylor" userId="fbfc1553-b23d-457b-a859-b112eb014c8c" providerId="ADAL" clId="{EBB483C0-9DDE-4E14-9CF4-4D066CBDE887}" dt="2025-07-06T23:30:41.658" v="54" actId="47"/>
        <pc:sldMkLst>
          <pc:docMk/>
          <pc:sldMk cId="3131985629" sldId="346"/>
        </pc:sldMkLst>
      </pc:sldChg>
      <pc:sldChg chg="del">
        <pc:chgData name="Richard Taylor" userId="fbfc1553-b23d-457b-a859-b112eb014c8c" providerId="ADAL" clId="{EBB483C0-9DDE-4E14-9CF4-4D066CBDE887}" dt="2025-07-06T23:30:29.836" v="24" actId="47"/>
        <pc:sldMkLst>
          <pc:docMk/>
          <pc:sldMk cId="3268581168" sldId="347"/>
        </pc:sldMkLst>
      </pc:sldChg>
      <pc:sldChg chg="del">
        <pc:chgData name="Richard Taylor" userId="fbfc1553-b23d-457b-a859-b112eb014c8c" providerId="ADAL" clId="{EBB483C0-9DDE-4E14-9CF4-4D066CBDE887}" dt="2025-07-06T23:30:33.601" v="33" actId="47"/>
        <pc:sldMkLst>
          <pc:docMk/>
          <pc:sldMk cId="722409714" sldId="348"/>
        </pc:sldMkLst>
      </pc:sldChg>
      <pc:sldChg chg="del">
        <pc:chgData name="Richard Taylor" userId="fbfc1553-b23d-457b-a859-b112eb014c8c" providerId="ADAL" clId="{EBB483C0-9DDE-4E14-9CF4-4D066CBDE887}" dt="2025-07-06T23:30:41.968" v="55" actId="47"/>
        <pc:sldMkLst>
          <pc:docMk/>
          <pc:sldMk cId="3679928210" sldId="350"/>
        </pc:sldMkLst>
      </pc:sldChg>
      <pc:sldChg chg="del">
        <pc:chgData name="Richard Taylor" userId="fbfc1553-b23d-457b-a859-b112eb014c8c" providerId="ADAL" clId="{EBB483C0-9DDE-4E14-9CF4-4D066CBDE887}" dt="2025-07-06T23:30:33.935" v="34" actId="47"/>
        <pc:sldMkLst>
          <pc:docMk/>
          <pc:sldMk cId="3823928259" sldId="351"/>
        </pc:sldMkLst>
      </pc:sldChg>
      <pc:sldChg chg="add del">
        <pc:chgData name="Richard Taylor" userId="fbfc1553-b23d-457b-a859-b112eb014c8c" providerId="ADAL" clId="{EBB483C0-9DDE-4E14-9CF4-4D066CBDE887}" dt="2025-07-08T02:27:29.821" v="264" actId="47"/>
        <pc:sldMkLst>
          <pc:docMk/>
          <pc:sldMk cId="2371682987" sldId="354"/>
        </pc:sldMkLst>
      </pc:sldChg>
      <pc:sldChg chg="add">
        <pc:chgData name="Richard Taylor" userId="fbfc1553-b23d-457b-a859-b112eb014c8c" providerId="ADAL" clId="{EBB483C0-9DDE-4E14-9CF4-4D066CBDE887}" dt="2025-07-08T02:21:16.927" v="189"/>
        <pc:sldMkLst>
          <pc:docMk/>
          <pc:sldMk cId="1598394352" sldId="355"/>
        </pc:sldMkLst>
      </pc:sldChg>
      <pc:sldChg chg="del">
        <pc:chgData name="Richard Taylor" userId="fbfc1553-b23d-457b-a859-b112eb014c8c" providerId="ADAL" clId="{EBB483C0-9DDE-4E14-9CF4-4D066CBDE887}" dt="2025-07-06T23:30:20.923" v="6" actId="47"/>
        <pc:sldMkLst>
          <pc:docMk/>
          <pc:sldMk cId="1338071889" sldId="356"/>
        </pc:sldMkLst>
      </pc:sldChg>
      <pc:sldChg chg="add del">
        <pc:chgData name="Richard Taylor" userId="fbfc1553-b23d-457b-a859-b112eb014c8c" providerId="ADAL" clId="{EBB483C0-9DDE-4E14-9CF4-4D066CBDE887}" dt="2025-07-08T02:41:00.006" v="404" actId="47"/>
        <pc:sldMkLst>
          <pc:docMk/>
          <pc:sldMk cId="3154237381" sldId="357"/>
        </pc:sldMkLst>
      </pc:sldChg>
      <pc:sldChg chg="add">
        <pc:chgData name="Richard Taylor" userId="fbfc1553-b23d-457b-a859-b112eb014c8c" providerId="ADAL" clId="{EBB483C0-9DDE-4E14-9CF4-4D066CBDE887}" dt="2025-07-08T02:49:40.018" v="448"/>
        <pc:sldMkLst>
          <pc:docMk/>
          <pc:sldMk cId="1744659353" sldId="358"/>
        </pc:sldMkLst>
      </pc:sldChg>
      <pc:sldChg chg="add del">
        <pc:chgData name="Richard Taylor" userId="fbfc1553-b23d-457b-a859-b112eb014c8c" providerId="ADAL" clId="{EBB483C0-9DDE-4E14-9CF4-4D066CBDE887}" dt="2025-07-08T02:21:31.413" v="192" actId="47"/>
        <pc:sldMkLst>
          <pc:docMk/>
          <pc:sldMk cId="3044970583" sldId="360"/>
        </pc:sldMkLst>
      </pc:sldChg>
      <pc:sldChg chg="add ord setBg">
        <pc:chgData name="Richard Taylor" userId="fbfc1553-b23d-457b-a859-b112eb014c8c" providerId="ADAL" clId="{EBB483C0-9DDE-4E14-9CF4-4D066CBDE887}" dt="2025-07-08T02:19:16.630" v="185"/>
        <pc:sldMkLst>
          <pc:docMk/>
          <pc:sldMk cId="1268176173" sldId="362"/>
        </pc:sldMkLst>
      </pc:sldChg>
      <pc:sldChg chg="add del">
        <pc:chgData name="Richard Taylor" userId="fbfc1553-b23d-457b-a859-b112eb014c8c" providerId="ADAL" clId="{EBB483C0-9DDE-4E14-9CF4-4D066CBDE887}" dt="2025-07-08T02:41:33.786" v="419" actId="47"/>
        <pc:sldMkLst>
          <pc:docMk/>
          <pc:sldMk cId="3813993028" sldId="363"/>
        </pc:sldMkLst>
      </pc:sldChg>
      <pc:sldChg chg="add del">
        <pc:chgData name="Richard Taylor" userId="fbfc1553-b23d-457b-a859-b112eb014c8c" providerId="ADAL" clId="{EBB483C0-9DDE-4E14-9CF4-4D066CBDE887}" dt="2025-07-08T02:42:08.149" v="424" actId="47"/>
        <pc:sldMkLst>
          <pc:docMk/>
          <pc:sldMk cId="2086138382" sldId="364"/>
        </pc:sldMkLst>
      </pc:sldChg>
      <pc:sldChg chg="add del">
        <pc:chgData name="Richard Taylor" userId="fbfc1553-b23d-457b-a859-b112eb014c8c" providerId="ADAL" clId="{EBB483C0-9DDE-4E14-9CF4-4D066CBDE887}" dt="2025-07-08T02:43:51.562" v="430" actId="47"/>
        <pc:sldMkLst>
          <pc:docMk/>
          <pc:sldMk cId="3086448704" sldId="365"/>
        </pc:sldMkLst>
      </pc:sldChg>
      <pc:sldChg chg="add del">
        <pc:chgData name="Richard Taylor" userId="fbfc1553-b23d-457b-a859-b112eb014c8c" providerId="ADAL" clId="{EBB483C0-9DDE-4E14-9CF4-4D066CBDE887}" dt="2025-07-08T02:43:51.562" v="430" actId="47"/>
        <pc:sldMkLst>
          <pc:docMk/>
          <pc:sldMk cId="4265878447" sldId="366"/>
        </pc:sldMkLst>
      </pc:sldChg>
      <pc:sldChg chg="add">
        <pc:chgData name="Richard Taylor" userId="fbfc1553-b23d-457b-a859-b112eb014c8c" providerId="ADAL" clId="{EBB483C0-9DDE-4E14-9CF4-4D066CBDE887}" dt="2025-07-08T02:23:54.583" v="202"/>
        <pc:sldMkLst>
          <pc:docMk/>
          <pc:sldMk cId="864327182" sldId="367"/>
        </pc:sldMkLst>
      </pc:sldChg>
      <pc:sldChg chg="add del">
        <pc:chgData name="Richard Taylor" userId="fbfc1553-b23d-457b-a859-b112eb014c8c" providerId="ADAL" clId="{EBB483C0-9DDE-4E14-9CF4-4D066CBDE887}" dt="2025-07-08T02:41:00.006" v="404" actId="47"/>
        <pc:sldMkLst>
          <pc:docMk/>
          <pc:sldMk cId="2583750233" sldId="368"/>
        </pc:sldMkLst>
      </pc:sldChg>
      <pc:sldChg chg="add del">
        <pc:chgData name="Richard Taylor" userId="fbfc1553-b23d-457b-a859-b112eb014c8c" providerId="ADAL" clId="{EBB483C0-9DDE-4E14-9CF4-4D066CBDE887}" dt="2025-07-08T02:41:00.006" v="404" actId="47"/>
        <pc:sldMkLst>
          <pc:docMk/>
          <pc:sldMk cId="1232904946" sldId="369"/>
        </pc:sldMkLst>
      </pc:sldChg>
      <pc:sldChg chg="add del">
        <pc:chgData name="Richard Taylor" userId="fbfc1553-b23d-457b-a859-b112eb014c8c" providerId="ADAL" clId="{EBB483C0-9DDE-4E14-9CF4-4D066CBDE887}" dt="2025-07-08T02:21:42.819" v="194" actId="47"/>
        <pc:sldMkLst>
          <pc:docMk/>
          <pc:sldMk cId="1332306565" sldId="370"/>
        </pc:sldMkLst>
      </pc:sldChg>
      <pc:sldChg chg="add del">
        <pc:chgData name="Richard Taylor" userId="fbfc1553-b23d-457b-a859-b112eb014c8c" providerId="ADAL" clId="{EBB483C0-9DDE-4E14-9CF4-4D066CBDE887}" dt="2025-07-08T02:21:37.658" v="193" actId="47"/>
        <pc:sldMkLst>
          <pc:docMk/>
          <pc:sldMk cId="960350459" sldId="371"/>
        </pc:sldMkLst>
      </pc:sldChg>
      <pc:sldChg chg="add del">
        <pc:chgData name="Richard Taylor" userId="fbfc1553-b23d-457b-a859-b112eb014c8c" providerId="ADAL" clId="{EBB483C0-9DDE-4E14-9CF4-4D066CBDE887}" dt="2025-07-08T02:43:51.562" v="430" actId="47"/>
        <pc:sldMkLst>
          <pc:docMk/>
          <pc:sldMk cId="2365984807" sldId="372"/>
        </pc:sldMkLst>
      </pc:sldChg>
      <pc:sldChg chg="add del">
        <pc:chgData name="Richard Taylor" userId="fbfc1553-b23d-457b-a859-b112eb014c8c" providerId="ADAL" clId="{EBB483C0-9DDE-4E14-9CF4-4D066CBDE887}" dt="2025-07-08T02:43:51.562" v="430" actId="47"/>
        <pc:sldMkLst>
          <pc:docMk/>
          <pc:sldMk cId="2014807480" sldId="373"/>
        </pc:sldMkLst>
      </pc:sldChg>
      <pc:sldChg chg="add del">
        <pc:chgData name="Richard Taylor" userId="fbfc1553-b23d-457b-a859-b112eb014c8c" providerId="ADAL" clId="{EBB483C0-9DDE-4E14-9CF4-4D066CBDE887}" dt="2025-07-08T02:43:51.562" v="430" actId="47"/>
        <pc:sldMkLst>
          <pc:docMk/>
          <pc:sldMk cId="3248783752" sldId="374"/>
        </pc:sldMkLst>
      </pc:sldChg>
      <pc:sldChg chg="add del">
        <pc:chgData name="Richard Taylor" userId="fbfc1553-b23d-457b-a859-b112eb014c8c" providerId="ADAL" clId="{EBB483C0-9DDE-4E14-9CF4-4D066CBDE887}" dt="2025-07-08T02:43:51.562" v="430" actId="47"/>
        <pc:sldMkLst>
          <pc:docMk/>
          <pc:sldMk cId="2393411135" sldId="377"/>
        </pc:sldMkLst>
      </pc:sldChg>
      <pc:sldChg chg="modSp add mod">
        <pc:chgData name="Richard Taylor" userId="fbfc1553-b23d-457b-a859-b112eb014c8c" providerId="ADAL" clId="{EBB483C0-9DDE-4E14-9CF4-4D066CBDE887}" dt="2025-07-08T02:50:44.894" v="476" actId="14100"/>
        <pc:sldMkLst>
          <pc:docMk/>
          <pc:sldMk cId="2310698529" sldId="378"/>
        </pc:sldMkLst>
        <pc:spChg chg="mod">
          <ac:chgData name="Richard Taylor" userId="fbfc1553-b23d-457b-a859-b112eb014c8c" providerId="ADAL" clId="{EBB483C0-9DDE-4E14-9CF4-4D066CBDE887}" dt="2025-07-08T02:50:44.894" v="476" actId="14100"/>
          <ac:spMkLst>
            <pc:docMk/>
            <pc:sldMk cId="2310698529" sldId="378"/>
            <ac:spMk id="8" creationId="{17946EAF-2F0E-8BE5-11D2-50CA746EA024}"/>
          </ac:spMkLst>
        </pc:spChg>
      </pc:sldChg>
      <pc:sldChg chg="add del">
        <pc:chgData name="Richard Taylor" userId="fbfc1553-b23d-457b-a859-b112eb014c8c" providerId="ADAL" clId="{EBB483C0-9DDE-4E14-9CF4-4D066CBDE887}" dt="2025-07-08T02:43:51.562" v="430" actId="47"/>
        <pc:sldMkLst>
          <pc:docMk/>
          <pc:sldMk cId="4256698259" sldId="378"/>
        </pc:sldMkLst>
      </pc:sldChg>
      <pc:sldChg chg="add del">
        <pc:chgData name="Richard Taylor" userId="fbfc1553-b23d-457b-a859-b112eb014c8c" providerId="ADAL" clId="{EBB483C0-9DDE-4E14-9CF4-4D066CBDE887}" dt="2025-07-08T02:41:00.006" v="404" actId="47"/>
        <pc:sldMkLst>
          <pc:docMk/>
          <pc:sldMk cId="4069775942" sldId="379"/>
        </pc:sldMkLst>
      </pc:sldChg>
      <pc:sldChg chg="add del">
        <pc:chgData name="Richard Taylor" userId="fbfc1553-b23d-457b-a859-b112eb014c8c" providerId="ADAL" clId="{EBB483C0-9DDE-4E14-9CF4-4D066CBDE887}" dt="2025-07-08T02:41:00.006" v="404" actId="47"/>
        <pc:sldMkLst>
          <pc:docMk/>
          <pc:sldMk cId="96813502" sldId="380"/>
        </pc:sldMkLst>
      </pc:sldChg>
      <pc:sldChg chg="add del">
        <pc:chgData name="Richard Taylor" userId="fbfc1553-b23d-457b-a859-b112eb014c8c" providerId="ADAL" clId="{EBB483C0-9DDE-4E14-9CF4-4D066CBDE887}" dt="2025-07-08T02:41:00.006" v="404" actId="47"/>
        <pc:sldMkLst>
          <pc:docMk/>
          <pc:sldMk cId="946808202" sldId="381"/>
        </pc:sldMkLst>
      </pc:sldChg>
      <pc:sldChg chg="del">
        <pc:chgData name="Richard Taylor" userId="fbfc1553-b23d-457b-a859-b112eb014c8c" providerId="ADAL" clId="{EBB483C0-9DDE-4E14-9CF4-4D066CBDE887}" dt="2025-07-06T23:30:30.569" v="25" actId="47"/>
        <pc:sldMkLst>
          <pc:docMk/>
          <pc:sldMk cId="221806663" sldId="382"/>
        </pc:sldMkLst>
      </pc:sldChg>
      <pc:sldChg chg="add del">
        <pc:chgData name="Richard Taylor" userId="fbfc1553-b23d-457b-a859-b112eb014c8c" providerId="ADAL" clId="{EBB483C0-9DDE-4E14-9CF4-4D066CBDE887}" dt="2025-07-08T02:43:51.562" v="430" actId="47"/>
        <pc:sldMkLst>
          <pc:docMk/>
          <pc:sldMk cId="2402972891" sldId="382"/>
        </pc:sldMkLst>
      </pc:sldChg>
      <pc:sldChg chg="del">
        <pc:chgData name="Richard Taylor" userId="fbfc1553-b23d-457b-a859-b112eb014c8c" providerId="ADAL" clId="{EBB483C0-9DDE-4E14-9CF4-4D066CBDE887}" dt="2025-07-06T23:30:30.824" v="26" actId="47"/>
        <pc:sldMkLst>
          <pc:docMk/>
          <pc:sldMk cId="296230035" sldId="383"/>
        </pc:sldMkLst>
      </pc:sldChg>
      <pc:sldChg chg="addSp delSp modSp add del mod">
        <pc:chgData name="Richard Taylor" userId="fbfc1553-b23d-457b-a859-b112eb014c8c" providerId="ADAL" clId="{EBB483C0-9DDE-4E14-9CF4-4D066CBDE887}" dt="2025-07-08T02:24:23.723" v="203" actId="2696"/>
        <pc:sldMkLst>
          <pc:docMk/>
          <pc:sldMk cId="782683573" sldId="383"/>
        </pc:sldMkLst>
      </pc:sldChg>
      <pc:sldChg chg="modSp add mod">
        <pc:chgData name="Richard Taylor" userId="fbfc1553-b23d-457b-a859-b112eb014c8c" providerId="ADAL" clId="{EBB483C0-9DDE-4E14-9CF4-4D066CBDE887}" dt="2025-07-08T02:25:55.135" v="262" actId="1035"/>
        <pc:sldMkLst>
          <pc:docMk/>
          <pc:sldMk cId="3469652351" sldId="383"/>
        </pc:sldMkLst>
      </pc:sldChg>
      <pc:sldChg chg="add del">
        <pc:chgData name="Richard Taylor" userId="fbfc1553-b23d-457b-a859-b112eb014c8c" providerId="ADAL" clId="{EBB483C0-9DDE-4E14-9CF4-4D066CBDE887}" dt="2025-07-08T02:43:51.562" v="430" actId="47"/>
        <pc:sldMkLst>
          <pc:docMk/>
          <pc:sldMk cId="2486961009" sldId="384"/>
        </pc:sldMkLst>
      </pc:sldChg>
      <pc:sldChg chg="del">
        <pc:chgData name="Richard Taylor" userId="fbfc1553-b23d-457b-a859-b112eb014c8c" providerId="ADAL" clId="{EBB483C0-9DDE-4E14-9CF4-4D066CBDE887}" dt="2025-07-06T23:30:31.175" v="27" actId="47"/>
        <pc:sldMkLst>
          <pc:docMk/>
          <pc:sldMk cId="2839095811" sldId="384"/>
        </pc:sldMkLst>
      </pc:sldChg>
      <pc:sldChg chg="add setBg">
        <pc:chgData name="Richard Taylor" userId="fbfc1553-b23d-457b-a859-b112eb014c8c" providerId="ADAL" clId="{EBB483C0-9DDE-4E14-9CF4-4D066CBDE887}" dt="2025-07-08T02:18:44.410" v="179"/>
        <pc:sldMkLst>
          <pc:docMk/>
          <pc:sldMk cId="1027794411" sldId="385"/>
        </pc:sldMkLst>
      </pc:sldChg>
      <pc:sldChg chg="del">
        <pc:chgData name="Richard Taylor" userId="fbfc1553-b23d-457b-a859-b112eb014c8c" providerId="ADAL" clId="{EBB483C0-9DDE-4E14-9CF4-4D066CBDE887}" dt="2025-07-06T23:30:31.560" v="28" actId="47"/>
        <pc:sldMkLst>
          <pc:docMk/>
          <pc:sldMk cId="2456787111" sldId="385"/>
        </pc:sldMkLst>
      </pc:sldChg>
      <pc:sldChg chg="add setBg">
        <pc:chgData name="Richard Taylor" userId="fbfc1553-b23d-457b-a859-b112eb014c8c" providerId="ADAL" clId="{EBB483C0-9DDE-4E14-9CF4-4D066CBDE887}" dt="2025-07-08T02:18:44.410" v="179"/>
        <pc:sldMkLst>
          <pc:docMk/>
          <pc:sldMk cId="2545615719" sldId="386"/>
        </pc:sldMkLst>
      </pc:sldChg>
      <pc:sldChg chg="del">
        <pc:chgData name="Richard Taylor" userId="fbfc1553-b23d-457b-a859-b112eb014c8c" providerId="ADAL" clId="{EBB483C0-9DDE-4E14-9CF4-4D066CBDE887}" dt="2025-07-06T23:30:31.928" v="29" actId="47"/>
        <pc:sldMkLst>
          <pc:docMk/>
          <pc:sldMk cId="2602361392" sldId="386"/>
        </pc:sldMkLst>
      </pc:sldChg>
      <pc:sldChg chg="del">
        <pc:chgData name="Richard Taylor" userId="fbfc1553-b23d-457b-a859-b112eb014c8c" providerId="ADAL" clId="{EBB483C0-9DDE-4E14-9CF4-4D066CBDE887}" dt="2025-07-06T23:30:32.613" v="30" actId="47"/>
        <pc:sldMkLst>
          <pc:docMk/>
          <pc:sldMk cId="625573847" sldId="387"/>
        </pc:sldMkLst>
      </pc:sldChg>
      <pc:sldChg chg="add del">
        <pc:chgData name="Richard Taylor" userId="fbfc1553-b23d-457b-a859-b112eb014c8c" providerId="ADAL" clId="{EBB483C0-9DDE-4E14-9CF4-4D066CBDE887}" dt="2025-07-08T02:43:51.562" v="430" actId="47"/>
        <pc:sldMkLst>
          <pc:docMk/>
          <pc:sldMk cId="1074159619" sldId="387"/>
        </pc:sldMkLst>
      </pc:sldChg>
      <pc:sldChg chg="del">
        <pc:chgData name="Richard Taylor" userId="fbfc1553-b23d-457b-a859-b112eb014c8c" providerId="ADAL" clId="{EBB483C0-9DDE-4E14-9CF4-4D066CBDE887}" dt="2025-07-06T23:30:34.221" v="35" actId="47"/>
        <pc:sldMkLst>
          <pc:docMk/>
          <pc:sldMk cId="633983068" sldId="388"/>
        </pc:sldMkLst>
      </pc:sldChg>
      <pc:sldChg chg="add del">
        <pc:chgData name="Richard Taylor" userId="fbfc1553-b23d-457b-a859-b112eb014c8c" providerId="ADAL" clId="{EBB483C0-9DDE-4E14-9CF4-4D066CBDE887}" dt="2025-07-08T02:43:51.562" v="430" actId="47"/>
        <pc:sldMkLst>
          <pc:docMk/>
          <pc:sldMk cId="1457387049" sldId="388"/>
        </pc:sldMkLst>
      </pc:sldChg>
      <pc:sldChg chg="del">
        <pc:chgData name="Richard Taylor" userId="fbfc1553-b23d-457b-a859-b112eb014c8c" providerId="ADAL" clId="{EBB483C0-9DDE-4E14-9CF4-4D066CBDE887}" dt="2025-07-06T23:30:34.524" v="36" actId="47"/>
        <pc:sldMkLst>
          <pc:docMk/>
          <pc:sldMk cId="3749274317" sldId="389"/>
        </pc:sldMkLst>
      </pc:sldChg>
      <pc:sldChg chg="del">
        <pc:chgData name="Richard Taylor" userId="fbfc1553-b23d-457b-a859-b112eb014c8c" providerId="ADAL" clId="{EBB483C0-9DDE-4E14-9CF4-4D066CBDE887}" dt="2025-07-06T23:30:34.796" v="37" actId="47"/>
        <pc:sldMkLst>
          <pc:docMk/>
          <pc:sldMk cId="3892341444" sldId="390"/>
        </pc:sldMkLst>
      </pc:sldChg>
      <pc:sldChg chg="add setBg">
        <pc:chgData name="Richard Taylor" userId="fbfc1553-b23d-457b-a859-b112eb014c8c" providerId="ADAL" clId="{EBB483C0-9DDE-4E14-9CF4-4D066CBDE887}" dt="2025-07-08T02:18:44.410" v="179"/>
        <pc:sldMkLst>
          <pc:docMk/>
          <pc:sldMk cId="4230212025" sldId="390"/>
        </pc:sldMkLst>
      </pc:sldChg>
      <pc:sldChg chg="del">
        <pc:chgData name="Richard Taylor" userId="fbfc1553-b23d-457b-a859-b112eb014c8c" providerId="ADAL" clId="{EBB483C0-9DDE-4E14-9CF4-4D066CBDE887}" dt="2025-07-06T23:30:35.126" v="38" actId="47"/>
        <pc:sldMkLst>
          <pc:docMk/>
          <pc:sldMk cId="4175654292" sldId="391"/>
        </pc:sldMkLst>
      </pc:sldChg>
      <pc:sldChg chg="del">
        <pc:chgData name="Richard Taylor" userId="fbfc1553-b23d-457b-a859-b112eb014c8c" providerId="ADAL" clId="{EBB483C0-9DDE-4E14-9CF4-4D066CBDE887}" dt="2025-07-06T23:30:18.840" v="1" actId="47"/>
        <pc:sldMkLst>
          <pc:docMk/>
          <pc:sldMk cId="814340366" sldId="392"/>
        </pc:sldMkLst>
      </pc:sldChg>
      <pc:sldChg chg="del">
        <pc:chgData name="Richard Taylor" userId="fbfc1553-b23d-457b-a859-b112eb014c8c" providerId="ADAL" clId="{EBB483C0-9DDE-4E14-9CF4-4D066CBDE887}" dt="2025-07-06T23:30:19.445" v="2" actId="47"/>
        <pc:sldMkLst>
          <pc:docMk/>
          <pc:sldMk cId="3791516320" sldId="393"/>
        </pc:sldMkLst>
      </pc:sldChg>
      <pc:sldChg chg="del">
        <pc:chgData name="Richard Taylor" userId="fbfc1553-b23d-457b-a859-b112eb014c8c" providerId="ADAL" clId="{EBB483C0-9DDE-4E14-9CF4-4D066CBDE887}" dt="2025-07-06T23:30:19.762" v="3" actId="47"/>
        <pc:sldMkLst>
          <pc:docMk/>
          <pc:sldMk cId="1652497184" sldId="394"/>
        </pc:sldMkLst>
      </pc:sldChg>
      <pc:sldChg chg="del">
        <pc:chgData name="Richard Taylor" userId="fbfc1553-b23d-457b-a859-b112eb014c8c" providerId="ADAL" clId="{EBB483C0-9DDE-4E14-9CF4-4D066CBDE887}" dt="2025-07-06T23:30:20.094" v="4" actId="47"/>
        <pc:sldMkLst>
          <pc:docMk/>
          <pc:sldMk cId="3831589150" sldId="395"/>
        </pc:sldMkLst>
      </pc:sldChg>
      <pc:sldChg chg="del">
        <pc:chgData name="Richard Taylor" userId="fbfc1553-b23d-457b-a859-b112eb014c8c" providerId="ADAL" clId="{EBB483C0-9DDE-4E14-9CF4-4D066CBDE887}" dt="2025-07-06T23:30:20.429" v="5" actId="47"/>
        <pc:sldMkLst>
          <pc:docMk/>
          <pc:sldMk cId="2436973905" sldId="396"/>
        </pc:sldMkLst>
      </pc:sldChg>
      <pc:sldChg chg="del">
        <pc:chgData name="Richard Taylor" userId="fbfc1553-b23d-457b-a859-b112eb014c8c" providerId="ADAL" clId="{EBB483C0-9DDE-4E14-9CF4-4D066CBDE887}" dt="2025-07-06T23:30:23.209" v="11" actId="47"/>
        <pc:sldMkLst>
          <pc:docMk/>
          <pc:sldMk cId="2031888979" sldId="400"/>
        </pc:sldMkLst>
      </pc:sldChg>
      <pc:sldChg chg="del">
        <pc:chgData name="Richard Taylor" userId="fbfc1553-b23d-457b-a859-b112eb014c8c" providerId="ADAL" clId="{EBB483C0-9DDE-4E14-9CF4-4D066CBDE887}" dt="2025-07-06T23:30:21.655" v="8" actId="47"/>
        <pc:sldMkLst>
          <pc:docMk/>
          <pc:sldMk cId="2946716986" sldId="403"/>
        </pc:sldMkLst>
      </pc:sldChg>
      <pc:sldChg chg="del">
        <pc:chgData name="Richard Taylor" userId="fbfc1553-b23d-457b-a859-b112eb014c8c" providerId="ADAL" clId="{EBB483C0-9DDE-4E14-9CF4-4D066CBDE887}" dt="2025-07-06T23:30:21.258" v="7" actId="47"/>
        <pc:sldMkLst>
          <pc:docMk/>
          <pc:sldMk cId="3458058254" sldId="404"/>
        </pc:sldMkLst>
      </pc:sldChg>
      <pc:sldChg chg="del">
        <pc:chgData name="Richard Taylor" userId="fbfc1553-b23d-457b-a859-b112eb014c8c" providerId="ADAL" clId="{EBB483C0-9DDE-4E14-9CF4-4D066CBDE887}" dt="2025-07-06T23:30:22.149" v="9" actId="47"/>
        <pc:sldMkLst>
          <pc:docMk/>
          <pc:sldMk cId="1490516982" sldId="405"/>
        </pc:sldMkLst>
      </pc:sldChg>
      <pc:sldChg chg="modSp mod">
        <pc:chgData name="Richard Taylor" userId="fbfc1553-b23d-457b-a859-b112eb014c8c" providerId="ADAL" clId="{EBB483C0-9DDE-4E14-9CF4-4D066CBDE887}" dt="2025-07-08T02:45:51.798" v="436" actId="114"/>
        <pc:sldMkLst>
          <pc:docMk/>
          <pc:sldMk cId="3943369309" sldId="406"/>
        </pc:sldMkLst>
        <pc:spChg chg="mod">
          <ac:chgData name="Richard Taylor" userId="fbfc1553-b23d-457b-a859-b112eb014c8c" providerId="ADAL" clId="{EBB483C0-9DDE-4E14-9CF4-4D066CBDE887}" dt="2025-07-08T02:45:51.798" v="436" actId="114"/>
          <ac:spMkLst>
            <pc:docMk/>
            <pc:sldMk cId="3943369309" sldId="406"/>
            <ac:spMk id="49155" creationId="{C819BC3C-1CC3-8997-60B3-94121772C77D}"/>
          </ac:spMkLst>
        </pc:spChg>
      </pc:sldChg>
      <pc:sldChg chg="modSp mod ord">
        <pc:chgData name="Richard Taylor" userId="fbfc1553-b23d-457b-a859-b112eb014c8c" providerId="ADAL" clId="{EBB483C0-9DDE-4E14-9CF4-4D066CBDE887}" dt="2025-07-08T02:49:01.678" v="447" actId="20577"/>
        <pc:sldMkLst>
          <pc:docMk/>
          <pc:sldMk cId="253208168" sldId="408"/>
        </pc:sldMkLst>
      </pc:sldChg>
      <pc:sldChg chg="modSp mod ord">
        <pc:chgData name="Richard Taylor" userId="fbfc1553-b23d-457b-a859-b112eb014c8c" providerId="ADAL" clId="{EBB483C0-9DDE-4E14-9CF4-4D066CBDE887}" dt="2025-07-08T02:47:39.026" v="441" actId="20577"/>
        <pc:sldMkLst>
          <pc:docMk/>
          <pc:sldMk cId="1453941062" sldId="409"/>
        </pc:sldMkLst>
      </pc:sldChg>
      <pc:sldChg chg="modSp mod">
        <pc:chgData name="Richard Taylor" userId="fbfc1553-b23d-457b-a859-b112eb014c8c" providerId="ADAL" clId="{EBB483C0-9DDE-4E14-9CF4-4D066CBDE887}" dt="2025-07-08T02:47:51.493" v="443" actId="14100"/>
        <pc:sldMkLst>
          <pc:docMk/>
          <pc:sldMk cId="551074973" sldId="410"/>
        </pc:sldMkLst>
      </pc:sldChg>
      <pc:sldChg chg="add del">
        <pc:chgData name="Richard Taylor" userId="fbfc1553-b23d-457b-a859-b112eb014c8c" providerId="ADAL" clId="{EBB483C0-9DDE-4E14-9CF4-4D066CBDE887}" dt="2025-07-08T02:43:51.562" v="430" actId="47"/>
        <pc:sldMkLst>
          <pc:docMk/>
          <pc:sldMk cId="3483145964" sldId="411"/>
        </pc:sldMkLst>
      </pc:sldChg>
      <pc:sldChg chg="add">
        <pc:chgData name="Richard Taylor" userId="fbfc1553-b23d-457b-a859-b112eb014c8c" providerId="ADAL" clId="{EBB483C0-9DDE-4E14-9CF4-4D066CBDE887}" dt="2025-07-08T02:13:38.671" v="174"/>
        <pc:sldMkLst>
          <pc:docMk/>
          <pc:sldMk cId="2507606489" sldId="412"/>
        </pc:sldMkLst>
      </pc:sldChg>
      <pc:sldChg chg="add">
        <pc:chgData name="Richard Taylor" userId="fbfc1553-b23d-457b-a859-b112eb014c8c" providerId="ADAL" clId="{EBB483C0-9DDE-4E14-9CF4-4D066CBDE887}" dt="2025-07-08T02:14:17.069" v="175"/>
        <pc:sldMkLst>
          <pc:docMk/>
          <pc:sldMk cId="2652869421" sldId="413"/>
        </pc:sldMkLst>
      </pc:sldChg>
      <pc:sldChg chg="add">
        <pc:chgData name="Richard Taylor" userId="fbfc1553-b23d-457b-a859-b112eb014c8c" providerId="ADAL" clId="{EBB483C0-9DDE-4E14-9CF4-4D066CBDE887}" dt="2025-07-08T02:15:35.965" v="177"/>
        <pc:sldMkLst>
          <pc:docMk/>
          <pc:sldMk cId="130653088" sldId="414"/>
        </pc:sldMkLst>
      </pc:sldChg>
      <pc:sldChg chg="add">
        <pc:chgData name="Richard Taylor" userId="fbfc1553-b23d-457b-a859-b112eb014c8c" providerId="ADAL" clId="{EBB483C0-9DDE-4E14-9CF4-4D066CBDE887}" dt="2025-07-08T02:16:37.374" v="178"/>
        <pc:sldMkLst>
          <pc:docMk/>
          <pc:sldMk cId="3405060869" sldId="415"/>
        </pc:sldMkLst>
      </pc:sldChg>
      <pc:sldChg chg="add setBg">
        <pc:chgData name="Richard Taylor" userId="fbfc1553-b23d-457b-a859-b112eb014c8c" providerId="ADAL" clId="{EBB483C0-9DDE-4E14-9CF4-4D066CBDE887}" dt="2025-07-08T02:18:44.410" v="179"/>
        <pc:sldMkLst>
          <pc:docMk/>
          <pc:sldMk cId="244894394" sldId="416"/>
        </pc:sldMkLst>
      </pc:sldChg>
      <pc:sldChg chg="add setBg">
        <pc:chgData name="Richard Taylor" userId="fbfc1553-b23d-457b-a859-b112eb014c8c" providerId="ADAL" clId="{EBB483C0-9DDE-4E14-9CF4-4D066CBDE887}" dt="2025-07-08T02:18:44.410" v="179"/>
        <pc:sldMkLst>
          <pc:docMk/>
          <pc:sldMk cId="1639637412" sldId="417"/>
        </pc:sldMkLst>
      </pc:sldChg>
      <pc:sldChg chg="add setBg">
        <pc:chgData name="Richard Taylor" userId="fbfc1553-b23d-457b-a859-b112eb014c8c" providerId="ADAL" clId="{EBB483C0-9DDE-4E14-9CF4-4D066CBDE887}" dt="2025-07-08T02:18:44.410" v="179"/>
        <pc:sldMkLst>
          <pc:docMk/>
          <pc:sldMk cId="845478301" sldId="418"/>
        </pc:sldMkLst>
      </pc:sldChg>
      <pc:sldChg chg="add setBg">
        <pc:chgData name="Richard Taylor" userId="fbfc1553-b23d-457b-a859-b112eb014c8c" providerId="ADAL" clId="{EBB483C0-9DDE-4E14-9CF4-4D066CBDE887}" dt="2025-07-08T02:18:44.410" v="179"/>
        <pc:sldMkLst>
          <pc:docMk/>
          <pc:sldMk cId="1067854965" sldId="419"/>
        </pc:sldMkLst>
      </pc:sldChg>
      <pc:sldChg chg="add setBg">
        <pc:chgData name="Richard Taylor" userId="fbfc1553-b23d-457b-a859-b112eb014c8c" providerId="ADAL" clId="{EBB483C0-9DDE-4E14-9CF4-4D066CBDE887}" dt="2025-07-08T02:23:15.906" v="201"/>
        <pc:sldMkLst>
          <pc:docMk/>
          <pc:sldMk cId="2066071568" sldId="420"/>
        </pc:sldMkLst>
      </pc:sldChg>
      <pc:sldChg chg="add setBg">
        <pc:chgData name="Richard Taylor" userId="fbfc1553-b23d-457b-a859-b112eb014c8c" providerId="ADAL" clId="{EBB483C0-9DDE-4E14-9CF4-4D066CBDE887}" dt="2025-07-08T02:23:15.906" v="201"/>
        <pc:sldMkLst>
          <pc:docMk/>
          <pc:sldMk cId="231866686" sldId="421"/>
        </pc:sldMkLst>
      </pc:sldChg>
      <pc:sldChg chg="add">
        <pc:chgData name="Richard Taylor" userId="fbfc1553-b23d-457b-a859-b112eb014c8c" providerId="ADAL" clId="{EBB483C0-9DDE-4E14-9CF4-4D066CBDE887}" dt="2025-07-08T02:23:54.583" v="202"/>
        <pc:sldMkLst>
          <pc:docMk/>
          <pc:sldMk cId="2981381657" sldId="422"/>
        </pc:sldMkLst>
      </pc:sldChg>
      <pc:sldChg chg="modSp add mod ord">
        <pc:chgData name="Richard Taylor" userId="fbfc1553-b23d-457b-a859-b112eb014c8c" providerId="ADAL" clId="{EBB483C0-9DDE-4E14-9CF4-4D066CBDE887}" dt="2025-07-08T02:25:38.206" v="259" actId="20577"/>
        <pc:sldMkLst>
          <pc:docMk/>
          <pc:sldMk cId="3352915028" sldId="423"/>
        </pc:sldMkLst>
        <pc:spChg chg="mod">
          <ac:chgData name="Richard Taylor" userId="fbfc1553-b23d-457b-a859-b112eb014c8c" providerId="ADAL" clId="{EBB483C0-9DDE-4E14-9CF4-4D066CBDE887}" dt="2025-07-08T02:24:50.914" v="213" actId="20577"/>
          <ac:spMkLst>
            <pc:docMk/>
            <pc:sldMk cId="3352915028" sldId="423"/>
            <ac:spMk id="3" creationId="{468900A8-8153-2EEB-A2AE-86FE7044035F}"/>
          </ac:spMkLst>
        </pc:spChg>
      </pc:sldChg>
      <pc:sldChg chg="modSp add del mod">
        <pc:chgData name="Richard Taylor" userId="fbfc1553-b23d-457b-a859-b112eb014c8c" providerId="ADAL" clId="{EBB483C0-9DDE-4E14-9CF4-4D066CBDE887}" dt="2025-07-08T02:40:46.669" v="403" actId="47"/>
        <pc:sldMkLst>
          <pc:docMk/>
          <pc:sldMk cId="1582934308" sldId="424"/>
        </pc:sldMkLst>
      </pc:sldChg>
      <pc:sldChg chg="modSp add mod">
        <pc:chgData name="Richard Taylor" userId="fbfc1553-b23d-457b-a859-b112eb014c8c" providerId="ADAL" clId="{EBB483C0-9DDE-4E14-9CF4-4D066CBDE887}" dt="2025-07-08T02:39:29.397" v="385" actId="27636"/>
        <pc:sldMkLst>
          <pc:docMk/>
          <pc:sldMk cId="1867447773" sldId="425"/>
        </pc:sldMkLst>
      </pc:sldChg>
      <pc:sldChg chg="modSp add mod">
        <pc:chgData name="Richard Taylor" userId="fbfc1553-b23d-457b-a859-b112eb014c8c" providerId="ADAL" clId="{EBB483C0-9DDE-4E14-9CF4-4D066CBDE887}" dt="2025-07-08T02:44:50.640" v="431" actId="1076"/>
        <pc:sldMkLst>
          <pc:docMk/>
          <pc:sldMk cId="3298557018" sldId="426"/>
        </pc:sldMkLst>
      </pc:sldChg>
      <pc:sldChg chg="modSp add mod">
        <pc:chgData name="Richard Taylor" userId="fbfc1553-b23d-457b-a859-b112eb014c8c" providerId="ADAL" clId="{EBB483C0-9DDE-4E14-9CF4-4D066CBDE887}" dt="2025-07-08T02:44:53.870" v="432" actId="1076"/>
        <pc:sldMkLst>
          <pc:docMk/>
          <pc:sldMk cId="618643936" sldId="427"/>
        </pc:sldMkLst>
      </pc:sldChg>
      <pc:sldChg chg="modSp add mod">
        <pc:chgData name="Richard Taylor" userId="fbfc1553-b23d-457b-a859-b112eb014c8c" providerId="ADAL" clId="{EBB483C0-9DDE-4E14-9CF4-4D066CBDE887}" dt="2025-07-08T02:44:57.646" v="433" actId="1076"/>
        <pc:sldMkLst>
          <pc:docMk/>
          <pc:sldMk cId="1209957430" sldId="428"/>
        </pc:sldMkLst>
      </pc:sldChg>
      <pc:sldChg chg="modSp add mod">
        <pc:chgData name="Richard Taylor" userId="fbfc1553-b23d-457b-a859-b112eb014c8c" providerId="ADAL" clId="{EBB483C0-9DDE-4E14-9CF4-4D066CBDE887}" dt="2025-07-08T02:45:01.344" v="434" actId="1076"/>
        <pc:sldMkLst>
          <pc:docMk/>
          <pc:sldMk cId="2259232645" sldId="429"/>
        </pc:sldMkLst>
      </pc:sldChg>
      <pc:sldChg chg="modSp add mod ord">
        <pc:chgData name="Richard Taylor" userId="fbfc1553-b23d-457b-a859-b112eb014c8c" providerId="ADAL" clId="{EBB483C0-9DDE-4E14-9CF4-4D066CBDE887}" dt="2025-07-08T02:47:07.364" v="440" actId="207"/>
        <pc:sldMkLst>
          <pc:docMk/>
          <pc:sldMk cId="1754982825" sldId="430"/>
        </pc:sldMkLst>
      </pc:sldChg>
      <pc:sldChg chg="modSp add mod">
        <pc:chgData name="Richard Taylor" userId="fbfc1553-b23d-457b-a859-b112eb014c8c" providerId="ADAL" clId="{EBB483C0-9DDE-4E14-9CF4-4D066CBDE887}" dt="2025-07-08T02:40:42.833" v="402" actId="20577"/>
        <pc:sldMkLst>
          <pc:docMk/>
          <pc:sldMk cId="3899518367" sldId="431"/>
        </pc:sldMkLst>
      </pc:sldChg>
      <pc:sldChg chg="addSp delSp modSp add mod">
        <pc:chgData name="Richard Taylor" userId="fbfc1553-b23d-457b-a859-b112eb014c8c" providerId="ADAL" clId="{EBB483C0-9DDE-4E14-9CF4-4D066CBDE887}" dt="2025-07-08T02:41:57.577" v="423" actId="255"/>
        <pc:sldMkLst>
          <pc:docMk/>
          <pc:sldMk cId="4085959686" sldId="432"/>
        </pc:sldMkLst>
      </pc:sldChg>
      <pc:sldChg chg="modSp add mod">
        <pc:chgData name="Richard Taylor" userId="fbfc1553-b23d-457b-a859-b112eb014c8c" providerId="ADAL" clId="{EBB483C0-9DDE-4E14-9CF4-4D066CBDE887}" dt="2025-07-08T02:43:38.915" v="429" actId="207"/>
        <pc:sldMkLst>
          <pc:docMk/>
          <pc:sldMk cId="2845875589" sldId="433"/>
        </pc:sldMkLst>
      </pc:sldChg>
      <pc:sldMasterChg chg="delSldLayout">
        <pc:chgData name="Richard Taylor" userId="fbfc1553-b23d-457b-a859-b112eb014c8c" providerId="ADAL" clId="{EBB483C0-9DDE-4E14-9CF4-4D066CBDE887}" dt="2025-07-08T02:40:46.669" v="403" actId="47"/>
        <pc:sldMasterMkLst>
          <pc:docMk/>
          <pc:sldMasterMk cId="0" sldId="2147483648"/>
        </pc:sldMasterMkLst>
        <pc:sldLayoutChg chg="del">
          <pc:chgData name="Richard Taylor" userId="fbfc1553-b23d-457b-a859-b112eb014c8c" providerId="ADAL" clId="{EBB483C0-9DDE-4E14-9CF4-4D066CBDE887}" dt="2025-07-08T02:40:46.669" v="403" actId="47"/>
          <pc:sldLayoutMkLst>
            <pc:docMk/>
            <pc:sldMasterMk cId="0" sldId="2147483648"/>
            <pc:sldLayoutMk cId="1825865364" sldId="2147483728"/>
          </pc:sldLayoutMkLst>
        </pc:sldLayoutChg>
      </pc:sldMasterChg>
      <pc:sldMasterChg chg="del delSldLayout">
        <pc:chgData name="Richard Taylor" userId="fbfc1553-b23d-457b-a859-b112eb014c8c" providerId="ADAL" clId="{EBB483C0-9DDE-4E14-9CF4-4D066CBDE887}" dt="2025-07-06T23:30:23.639" v="12" actId="47"/>
        <pc:sldMasterMkLst>
          <pc:docMk/>
          <pc:sldMasterMk cId="1339231548" sldId="2147483660"/>
        </pc:sldMasterMkLst>
        <pc:sldLayoutChg chg="del">
          <pc:chgData name="Richard Taylor" userId="fbfc1553-b23d-457b-a859-b112eb014c8c" providerId="ADAL" clId="{EBB483C0-9DDE-4E14-9CF4-4D066CBDE887}" dt="2025-07-06T23:30:23.639" v="12" actId="47"/>
          <pc:sldLayoutMkLst>
            <pc:docMk/>
            <pc:sldMasterMk cId="1339231548" sldId="2147483660"/>
            <pc:sldLayoutMk cId="2589648400" sldId="214748366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585025802" sldId="214748366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517483055" sldId="2147483663"/>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4176696308" sldId="2147483664"/>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964398111" sldId="2147483665"/>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514503121" sldId="2147483666"/>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293558143" sldId="2147483667"/>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211864131" sldId="2147483668"/>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974389487" sldId="2147483669"/>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433744670" sldId="2147483670"/>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936982572" sldId="214748367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35975020" sldId="214748367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609611641" sldId="2147483673"/>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510597422" sldId="2147483674"/>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83048263" sldId="2147483675"/>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176783381" sldId="2147483676"/>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208099159" sldId="2147483677"/>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48469252" sldId="2147483678"/>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818006020" sldId="2147483679"/>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281694609" sldId="2147483680"/>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822749266" sldId="214748368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607294836" sldId="214748368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15146850" sldId="2147483683"/>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934698790" sldId="2147483684"/>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576738232" sldId="2147483685"/>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979761240" sldId="2147483686"/>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694178806" sldId="2147483687"/>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28121131" sldId="2147483688"/>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055401609" sldId="2147483689"/>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05962473" sldId="2147483690"/>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806125206" sldId="214748369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104487919" sldId="214748369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172100465" sldId="2147483693"/>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4269593831" sldId="2147483694"/>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818724189" sldId="2147483695"/>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1499775227" sldId="2147483696"/>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937833106" sldId="2147483697"/>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594810981" sldId="2147483698"/>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2640626093" sldId="2147483699"/>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430906903" sldId="2147483700"/>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3972803686" sldId="2147483701"/>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946085007" sldId="2147483702"/>
          </pc:sldLayoutMkLst>
        </pc:sldLayoutChg>
        <pc:sldLayoutChg chg="del">
          <pc:chgData name="Richard Taylor" userId="fbfc1553-b23d-457b-a859-b112eb014c8c" providerId="ADAL" clId="{EBB483C0-9DDE-4E14-9CF4-4D066CBDE887}" dt="2025-07-06T23:30:23.639" v="12" actId="47"/>
          <pc:sldLayoutMkLst>
            <pc:docMk/>
            <pc:sldMasterMk cId="1339231548" sldId="2147483660"/>
            <pc:sldLayoutMk cId="768348402" sldId="2147483703"/>
          </pc:sldLayoutMkLst>
        </pc:sldLayoutChg>
      </pc:sldMasterChg>
      <pc:sldMasterChg chg="del delSldLayout">
        <pc:chgData name="Richard Taylor" userId="fbfc1553-b23d-457b-a859-b112eb014c8c" providerId="ADAL" clId="{EBB483C0-9DDE-4E14-9CF4-4D066CBDE887}" dt="2025-07-08T02:24:23.723" v="203" actId="2696"/>
        <pc:sldMasterMkLst>
          <pc:docMk/>
          <pc:sldMasterMk cId="2175758082" sldId="2147483660"/>
        </pc:sldMasterMkLst>
        <pc:sldLayoutChg chg="del">
          <pc:chgData name="Richard Taylor" userId="fbfc1553-b23d-457b-a859-b112eb014c8c" providerId="ADAL" clId="{EBB483C0-9DDE-4E14-9CF4-4D066CBDE887}" dt="2025-07-08T02:24:23.723" v="203" actId="2696"/>
          <pc:sldLayoutMkLst>
            <pc:docMk/>
            <pc:sldMasterMk cId="2175758082" sldId="2147483660"/>
            <pc:sldLayoutMk cId="1899151062" sldId="2147483661"/>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851186501" sldId="2147483662"/>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973164396" sldId="2147483663"/>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138752779" sldId="2147483664"/>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4280740897" sldId="2147483665"/>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215594569" sldId="2147483666"/>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666958340" sldId="2147483667"/>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322922305" sldId="2147483668"/>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3071824427" sldId="2147483669"/>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2985590391" sldId="2147483670"/>
          </pc:sldLayoutMkLst>
        </pc:sldLayoutChg>
        <pc:sldLayoutChg chg="del">
          <pc:chgData name="Richard Taylor" userId="fbfc1553-b23d-457b-a859-b112eb014c8c" providerId="ADAL" clId="{EBB483C0-9DDE-4E14-9CF4-4D066CBDE887}" dt="2025-07-08T02:24:23.723" v="203" actId="2696"/>
          <pc:sldLayoutMkLst>
            <pc:docMk/>
            <pc:sldMasterMk cId="2175758082" sldId="2147483660"/>
            <pc:sldLayoutMk cId="195041632" sldId="2147483671"/>
          </pc:sldLayoutMkLst>
        </pc:sldLayoutChg>
      </pc:sldMasterChg>
      <pc:sldMasterChg chg="del delSldLayout">
        <pc:chgData name="Richard Taylor" userId="fbfc1553-b23d-457b-a859-b112eb014c8c" providerId="ADAL" clId="{EBB483C0-9DDE-4E14-9CF4-4D066CBDE887}" dt="2025-07-08T02:43:51.562" v="430" actId="47"/>
        <pc:sldMasterMkLst>
          <pc:docMk/>
          <pc:sldMasterMk cId="2630047761" sldId="2147483672"/>
        </pc:sldMasterMkLst>
        <pc:sldLayoutChg chg="del">
          <pc:chgData name="Richard Taylor" userId="fbfc1553-b23d-457b-a859-b112eb014c8c" providerId="ADAL" clId="{EBB483C0-9DDE-4E14-9CF4-4D066CBDE887}" dt="2025-07-08T02:43:51.562" v="430" actId="47"/>
          <pc:sldLayoutMkLst>
            <pc:docMk/>
            <pc:sldMasterMk cId="2630047761" sldId="2147483672"/>
            <pc:sldLayoutMk cId="314345799" sldId="214748367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960169120" sldId="214748367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215549813" sldId="2147483675"/>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656757496" sldId="2147483676"/>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093323198" sldId="2147483677"/>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860549584" sldId="2147483678"/>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28596114" sldId="2147483679"/>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5057366" sldId="2147483680"/>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657732945" sldId="2147483681"/>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720562616" sldId="2147483682"/>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664327241" sldId="214748368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424513170" sldId="214748368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439526636" sldId="2147483685"/>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344498025" sldId="2147483686"/>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224114034" sldId="2147483687"/>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321252102" sldId="2147483688"/>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93055960" sldId="2147483689"/>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809743797" sldId="2147483690"/>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615486567" sldId="2147483691"/>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661004794" sldId="2147483692"/>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4287835308" sldId="214748369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035095414" sldId="214748369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831068939" sldId="2147483695"/>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4044542775" sldId="2147483696"/>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618420908" sldId="2147483697"/>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840440390" sldId="2147483698"/>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373881328" sldId="2147483699"/>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560663517" sldId="2147483700"/>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467519980" sldId="2147483701"/>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756853887" sldId="2147483702"/>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3379283033" sldId="214748370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18514873" sldId="214748370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893397153" sldId="2147483705"/>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4248678932" sldId="2147483706"/>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825419037" sldId="2147483707"/>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254679170" sldId="2147483708"/>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583196191" sldId="2147483709"/>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4013322620" sldId="2147483710"/>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319150501" sldId="2147483711"/>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230683520" sldId="2147483712"/>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685170172" sldId="2147483713"/>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1562038696" sldId="2147483714"/>
          </pc:sldLayoutMkLst>
        </pc:sldLayoutChg>
        <pc:sldLayoutChg chg="del">
          <pc:chgData name="Richard Taylor" userId="fbfc1553-b23d-457b-a859-b112eb014c8c" providerId="ADAL" clId="{EBB483C0-9DDE-4E14-9CF4-4D066CBDE887}" dt="2025-07-08T02:43:51.562" v="430" actId="47"/>
          <pc:sldLayoutMkLst>
            <pc:docMk/>
            <pc:sldMasterMk cId="2630047761" sldId="2147483672"/>
            <pc:sldLayoutMk cId="73128847" sldId="2147483715"/>
          </pc:sldLayoutMkLst>
        </pc:sldLayoutChg>
      </pc:sldMasterChg>
    </pc:docChg>
  </pc:docChgLst>
  <pc:docChgLst>
    <pc:chgData name="Richard Taylor" userId="fbfc1553-b23d-457b-a859-b112eb014c8c" providerId="ADAL" clId="{A77F282A-7C6B-4368-A37E-704D8CF7BA8A}"/>
    <pc:docChg chg="undo custSel addSld delSld modSld delMainMaster">
      <pc:chgData name="Richard Taylor" userId="fbfc1553-b23d-457b-a859-b112eb014c8c" providerId="ADAL" clId="{A77F282A-7C6B-4368-A37E-704D8CF7BA8A}" dt="2025-07-14T03:33:55.851" v="2101"/>
      <pc:docMkLst>
        <pc:docMk/>
      </pc:docMkLst>
      <pc:sldChg chg="modSp mod">
        <pc:chgData name="Richard Taylor" userId="fbfc1553-b23d-457b-a859-b112eb014c8c" providerId="ADAL" clId="{A77F282A-7C6B-4368-A37E-704D8CF7BA8A}" dt="2025-07-09T04:41:01.208" v="65" actId="20577"/>
        <pc:sldMkLst>
          <pc:docMk/>
          <pc:sldMk cId="0" sldId="256"/>
        </pc:sldMkLst>
        <pc:spChg chg="mod">
          <ac:chgData name="Richard Taylor" userId="fbfc1553-b23d-457b-a859-b112eb014c8c" providerId="ADAL" clId="{A77F282A-7C6B-4368-A37E-704D8CF7BA8A}" dt="2025-07-09T04:41:01.208" v="65" actId="20577"/>
          <ac:spMkLst>
            <pc:docMk/>
            <pc:sldMk cId="0" sldId="256"/>
            <ac:spMk id="16" creationId="{00000000-0000-0000-0000-000000000000}"/>
          </ac:spMkLst>
        </pc:spChg>
      </pc:sldChg>
      <pc:sldChg chg="del">
        <pc:chgData name="Richard Taylor" userId="fbfc1553-b23d-457b-a859-b112eb014c8c" providerId="ADAL" clId="{A77F282A-7C6B-4368-A37E-704D8CF7BA8A}" dt="2025-07-09T04:41:21.244" v="68" actId="47"/>
        <pc:sldMkLst>
          <pc:docMk/>
          <pc:sldMk cId="0" sldId="257"/>
        </pc:sldMkLst>
      </pc:sldChg>
      <pc:sldChg chg="add del">
        <pc:chgData name="Richard Taylor" userId="fbfc1553-b23d-457b-a859-b112eb014c8c" providerId="ADAL" clId="{A77F282A-7C6B-4368-A37E-704D8CF7BA8A}" dt="2025-07-09T04:51:51.744" v="141" actId="47"/>
        <pc:sldMkLst>
          <pc:docMk/>
          <pc:sldMk cId="2003456868" sldId="286"/>
        </pc:sldMkLst>
      </pc:sldChg>
      <pc:sldChg chg="add del">
        <pc:chgData name="Richard Taylor" userId="fbfc1553-b23d-457b-a859-b112eb014c8c" providerId="ADAL" clId="{A77F282A-7C6B-4368-A37E-704D8CF7BA8A}" dt="2025-07-09T04:51:53.738" v="142" actId="47"/>
        <pc:sldMkLst>
          <pc:docMk/>
          <pc:sldMk cId="1273630780" sldId="287"/>
        </pc:sldMkLst>
      </pc:sldChg>
      <pc:sldChg chg="add del">
        <pc:chgData name="Richard Taylor" userId="fbfc1553-b23d-457b-a859-b112eb014c8c" providerId="ADAL" clId="{A77F282A-7C6B-4368-A37E-704D8CF7BA8A}" dt="2025-07-09T04:51:56.461" v="143" actId="47"/>
        <pc:sldMkLst>
          <pc:docMk/>
          <pc:sldMk cId="2471166483" sldId="288"/>
        </pc:sldMkLst>
      </pc:sldChg>
      <pc:sldChg chg="add del">
        <pc:chgData name="Richard Taylor" userId="fbfc1553-b23d-457b-a859-b112eb014c8c" providerId="ADAL" clId="{A77F282A-7C6B-4368-A37E-704D8CF7BA8A}" dt="2025-07-09T04:51:57.994" v="144" actId="47"/>
        <pc:sldMkLst>
          <pc:docMk/>
          <pc:sldMk cId="897866384" sldId="289"/>
        </pc:sldMkLst>
      </pc:sldChg>
      <pc:sldChg chg="add del">
        <pc:chgData name="Richard Taylor" userId="fbfc1553-b23d-457b-a859-b112eb014c8c" providerId="ADAL" clId="{A77F282A-7C6B-4368-A37E-704D8CF7BA8A}" dt="2025-07-09T04:48:26.254" v="134" actId="47"/>
        <pc:sldMkLst>
          <pc:docMk/>
          <pc:sldMk cId="1709532087" sldId="321"/>
        </pc:sldMkLst>
      </pc:sldChg>
      <pc:sldChg chg="add del">
        <pc:chgData name="Richard Taylor" userId="fbfc1553-b23d-457b-a859-b112eb014c8c" providerId="ADAL" clId="{A77F282A-7C6B-4368-A37E-704D8CF7BA8A}" dt="2025-07-09T04:48:27.112" v="135" actId="47"/>
        <pc:sldMkLst>
          <pc:docMk/>
          <pc:sldMk cId="1725474338" sldId="341"/>
        </pc:sldMkLst>
      </pc:sldChg>
      <pc:sldChg chg="del">
        <pc:chgData name="Richard Taylor" userId="fbfc1553-b23d-457b-a859-b112eb014c8c" providerId="ADAL" clId="{A77F282A-7C6B-4368-A37E-704D8CF7BA8A}" dt="2025-07-09T04:41:21.244" v="68" actId="47"/>
        <pc:sldMkLst>
          <pc:docMk/>
          <pc:sldMk cId="3716306935" sldId="342"/>
        </pc:sldMkLst>
      </pc:sldChg>
      <pc:sldChg chg="del">
        <pc:chgData name="Richard Taylor" userId="fbfc1553-b23d-457b-a859-b112eb014c8c" providerId="ADAL" clId="{A77F282A-7C6B-4368-A37E-704D8CF7BA8A}" dt="2025-07-09T04:41:21.244" v="68" actId="47"/>
        <pc:sldMkLst>
          <pc:docMk/>
          <pc:sldMk cId="1598394352" sldId="355"/>
        </pc:sldMkLst>
      </pc:sldChg>
      <pc:sldChg chg="del">
        <pc:chgData name="Richard Taylor" userId="fbfc1553-b23d-457b-a859-b112eb014c8c" providerId="ADAL" clId="{A77F282A-7C6B-4368-A37E-704D8CF7BA8A}" dt="2025-07-09T04:41:21.244" v="68" actId="47"/>
        <pc:sldMkLst>
          <pc:docMk/>
          <pc:sldMk cId="1744659353" sldId="358"/>
        </pc:sldMkLst>
      </pc:sldChg>
      <pc:sldChg chg="del">
        <pc:chgData name="Richard Taylor" userId="fbfc1553-b23d-457b-a859-b112eb014c8c" providerId="ADAL" clId="{A77F282A-7C6B-4368-A37E-704D8CF7BA8A}" dt="2025-07-09T04:41:21.244" v="68" actId="47"/>
        <pc:sldMkLst>
          <pc:docMk/>
          <pc:sldMk cId="1268176173" sldId="362"/>
        </pc:sldMkLst>
      </pc:sldChg>
      <pc:sldChg chg="add del">
        <pc:chgData name="Richard Taylor" userId="fbfc1553-b23d-457b-a859-b112eb014c8c" providerId="ADAL" clId="{A77F282A-7C6B-4368-A37E-704D8CF7BA8A}" dt="2025-07-09T04:53:54.632" v="151" actId="47"/>
        <pc:sldMkLst>
          <pc:docMk/>
          <pc:sldMk cId="3086448704" sldId="365"/>
        </pc:sldMkLst>
      </pc:sldChg>
      <pc:sldChg chg="del">
        <pc:chgData name="Richard Taylor" userId="fbfc1553-b23d-457b-a859-b112eb014c8c" providerId="ADAL" clId="{A77F282A-7C6B-4368-A37E-704D8CF7BA8A}" dt="2025-07-09T04:41:21.244" v="68" actId="47"/>
        <pc:sldMkLst>
          <pc:docMk/>
          <pc:sldMk cId="864327182" sldId="367"/>
        </pc:sldMkLst>
      </pc:sldChg>
      <pc:sldChg chg="add del">
        <pc:chgData name="Richard Taylor" userId="fbfc1553-b23d-457b-a859-b112eb014c8c" providerId="ADAL" clId="{A77F282A-7C6B-4368-A37E-704D8CF7BA8A}" dt="2025-07-09T04:54:01.717" v="152" actId="47"/>
        <pc:sldMkLst>
          <pc:docMk/>
          <pc:sldMk cId="2393411135" sldId="377"/>
        </pc:sldMkLst>
      </pc:sldChg>
      <pc:sldChg chg="addSp delSp modSp add del mod">
        <pc:chgData name="Richard Taylor" userId="fbfc1553-b23d-457b-a859-b112eb014c8c" providerId="ADAL" clId="{A77F282A-7C6B-4368-A37E-704D8CF7BA8A}" dt="2025-07-14T03:22:18.594" v="2022" actId="1076"/>
        <pc:sldMkLst>
          <pc:docMk/>
          <pc:sldMk cId="3469652351" sldId="383"/>
        </pc:sldMkLst>
        <pc:spChg chg="mod">
          <ac:chgData name="Richard Taylor" userId="fbfc1553-b23d-457b-a859-b112eb014c8c" providerId="ADAL" clId="{A77F282A-7C6B-4368-A37E-704D8CF7BA8A}" dt="2025-07-14T03:20:45.924" v="2012" actId="20577"/>
          <ac:spMkLst>
            <pc:docMk/>
            <pc:sldMk cId="3469652351" sldId="383"/>
            <ac:spMk id="4" creationId="{07E582E2-9701-ADB8-9186-9A7731A19A02}"/>
          </ac:spMkLst>
        </pc:spChg>
        <pc:spChg chg="mod">
          <ac:chgData name="Richard Taylor" userId="fbfc1553-b23d-457b-a859-b112eb014c8c" providerId="ADAL" clId="{A77F282A-7C6B-4368-A37E-704D8CF7BA8A}" dt="2025-07-14T03:03:53.953" v="533" actId="20577"/>
          <ac:spMkLst>
            <pc:docMk/>
            <pc:sldMk cId="3469652351" sldId="383"/>
            <ac:spMk id="5" creationId="{A31C568A-184B-8CB4-1864-BF6432499DFF}"/>
          </ac:spMkLst>
        </pc:spChg>
        <pc:spChg chg="mod">
          <ac:chgData name="Richard Taylor" userId="fbfc1553-b23d-457b-a859-b112eb014c8c" providerId="ADAL" clId="{A77F282A-7C6B-4368-A37E-704D8CF7BA8A}" dt="2025-07-14T03:22:09.295" v="2020" actId="1076"/>
          <ac:spMkLst>
            <pc:docMk/>
            <pc:sldMk cId="3469652351" sldId="383"/>
            <ac:spMk id="7" creationId="{D31D4580-C680-FF9C-7399-AD96B004A5D8}"/>
          </ac:spMkLst>
        </pc:spChg>
        <pc:picChg chg="add mod">
          <ac:chgData name="Richard Taylor" userId="fbfc1553-b23d-457b-a859-b112eb014c8c" providerId="ADAL" clId="{A77F282A-7C6B-4368-A37E-704D8CF7BA8A}" dt="2025-07-14T03:22:10.464" v="2021" actId="1076"/>
          <ac:picMkLst>
            <pc:docMk/>
            <pc:sldMk cId="3469652351" sldId="383"/>
            <ac:picMk id="6" creationId="{6FD577D0-0ED7-857E-7B8F-3679EB2E7925}"/>
          </ac:picMkLst>
        </pc:picChg>
        <pc:picChg chg="del">
          <ac:chgData name="Richard Taylor" userId="fbfc1553-b23d-457b-a859-b112eb014c8c" providerId="ADAL" clId="{A77F282A-7C6B-4368-A37E-704D8CF7BA8A}" dt="2025-07-14T02:46:28.569" v="503" actId="478"/>
          <ac:picMkLst>
            <pc:docMk/>
            <pc:sldMk cId="3469652351" sldId="383"/>
            <ac:picMk id="1026" creationId="{A5D7EF36-8E92-3CF3-A6C7-59EB28C91EE5}"/>
          </ac:picMkLst>
        </pc:picChg>
        <pc:picChg chg="add mod">
          <ac:chgData name="Richard Taylor" userId="fbfc1553-b23d-457b-a859-b112eb014c8c" providerId="ADAL" clId="{A77F282A-7C6B-4368-A37E-704D8CF7BA8A}" dt="2025-07-14T03:22:18.594" v="2022" actId="1076"/>
          <ac:picMkLst>
            <pc:docMk/>
            <pc:sldMk cId="3469652351" sldId="383"/>
            <ac:picMk id="1028" creationId="{66C2700C-1571-AED6-6D62-045B3CE73608}"/>
          </ac:picMkLst>
        </pc:picChg>
      </pc:sldChg>
      <pc:sldChg chg="add del">
        <pc:chgData name="Richard Taylor" userId="fbfc1553-b23d-457b-a859-b112eb014c8c" providerId="ADAL" clId="{A77F282A-7C6B-4368-A37E-704D8CF7BA8A}" dt="2025-07-09T04:50:45.921" v="136" actId="47"/>
        <pc:sldMkLst>
          <pc:docMk/>
          <pc:sldMk cId="814340366" sldId="385"/>
        </pc:sldMkLst>
      </pc:sldChg>
      <pc:sldChg chg="del">
        <pc:chgData name="Richard Taylor" userId="fbfc1553-b23d-457b-a859-b112eb014c8c" providerId="ADAL" clId="{A77F282A-7C6B-4368-A37E-704D8CF7BA8A}" dt="2025-07-09T04:41:21.244" v="68" actId="47"/>
        <pc:sldMkLst>
          <pc:docMk/>
          <pc:sldMk cId="1027794411" sldId="385"/>
        </pc:sldMkLst>
      </pc:sldChg>
      <pc:sldChg chg="del">
        <pc:chgData name="Richard Taylor" userId="fbfc1553-b23d-457b-a859-b112eb014c8c" providerId="ADAL" clId="{A77F282A-7C6B-4368-A37E-704D8CF7BA8A}" dt="2025-07-09T04:41:21.244" v="68" actId="47"/>
        <pc:sldMkLst>
          <pc:docMk/>
          <pc:sldMk cId="2545615719" sldId="386"/>
        </pc:sldMkLst>
      </pc:sldChg>
      <pc:sldChg chg="del">
        <pc:chgData name="Richard Taylor" userId="fbfc1553-b23d-457b-a859-b112eb014c8c" providerId="ADAL" clId="{A77F282A-7C6B-4368-A37E-704D8CF7BA8A}" dt="2025-07-09T04:41:21.244" v="68" actId="47"/>
        <pc:sldMkLst>
          <pc:docMk/>
          <pc:sldMk cId="4230212025" sldId="390"/>
        </pc:sldMkLst>
      </pc:sldChg>
      <pc:sldChg chg="add del">
        <pc:chgData name="Richard Taylor" userId="fbfc1553-b23d-457b-a859-b112eb014c8c" providerId="ADAL" clId="{A77F282A-7C6B-4368-A37E-704D8CF7BA8A}" dt="2025-07-09T04:50:46.732" v="137" actId="47"/>
        <pc:sldMkLst>
          <pc:docMk/>
          <pc:sldMk cId="2933103190" sldId="399"/>
        </pc:sldMkLst>
      </pc:sldChg>
      <pc:sldChg chg="add del">
        <pc:chgData name="Richard Taylor" userId="fbfc1553-b23d-457b-a859-b112eb014c8c" providerId="ADAL" clId="{A77F282A-7C6B-4368-A37E-704D8CF7BA8A}" dt="2025-07-09T04:50:52.335" v="138" actId="47"/>
        <pc:sldMkLst>
          <pc:docMk/>
          <pc:sldMk cId="2361712349" sldId="400"/>
        </pc:sldMkLst>
      </pc:sldChg>
      <pc:sldChg chg="modSp add del mod">
        <pc:chgData name="Richard Taylor" userId="fbfc1553-b23d-457b-a859-b112eb014c8c" providerId="ADAL" clId="{A77F282A-7C6B-4368-A37E-704D8CF7BA8A}" dt="2025-07-14T03:27:04.435" v="2030" actId="47"/>
        <pc:sldMkLst>
          <pc:docMk/>
          <pc:sldMk cId="148454743" sldId="401"/>
        </pc:sldMkLst>
      </pc:sldChg>
      <pc:sldChg chg="modSp add del mod">
        <pc:chgData name="Richard Taylor" userId="fbfc1553-b23d-457b-a859-b112eb014c8c" providerId="ADAL" clId="{A77F282A-7C6B-4368-A37E-704D8CF7BA8A}" dt="2025-07-14T03:29:39.806" v="2051" actId="47"/>
        <pc:sldMkLst>
          <pc:docMk/>
          <pc:sldMk cId="1356086571" sldId="402"/>
        </pc:sldMkLst>
        <pc:spChg chg="mod">
          <ac:chgData name="Richard Taylor" userId="fbfc1553-b23d-457b-a859-b112eb014c8c" providerId="ADAL" clId="{A77F282A-7C6B-4368-A37E-704D8CF7BA8A}" dt="2025-07-14T03:29:16.390" v="2048" actId="21"/>
          <ac:spMkLst>
            <pc:docMk/>
            <pc:sldMk cId="1356086571" sldId="402"/>
            <ac:spMk id="6" creationId="{960A0F8B-F2DD-4864-9E05-A6F61374F48E}"/>
          </ac:spMkLst>
        </pc:spChg>
      </pc:sldChg>
      <pc:sldChg chg="add del">
        <pc:chgData name="Richard Taylor" userId="fbfc1553-b23d-457b-a859-b112eb014c8c" providerId="ADAL" clId="{A77F282A-7C6B-4368-A37E-704D8CF7BA8A}" dt="2025-07-14T03:30:26.929" v="2063" actId="47"/>
        <pc:sldMkLst>
          <pc:docMk/>
          <pc:sldMk cId="2627215249" sldId="403"/>
        </pc:sldMkLst>
      </pc:sldChg>
      <pc:sldChg chg="add del">
        <pc:chgData name="Richard Taylor" userId="fbfc1553-b23d-457b-a859-b112eb014c8c" providerId="ADAL" clId="{A77F282A-7C6B-4368-A37E-704D8CF7BA8A}" dt="2025-07-14T03:30:53.768" v="2071" actId="47"/>
        <pc:sldMkLst>
          <pc:docMk/>
          <pc:sldMk cId="3371391187" sldId="404"/>
        </pc:sldMkLst>
      </pc:sldChg>
      <pc:sldChg chg="add del">
        <pc:chgData name="Richard Taylor" userId="fbfc1553-b23d-457b-a859-b112eb014c8c" providerId="ADAL" clId="{A77F282A-7C6B-4368-A37E-704D8CF7BA8A}" dt="2025-07-14T03:31:17.165" v="2076" actId="47"/>
        <pc:sldMkLst>
          <pc:docMk/>
          <pc:sldMk cId="397980116" sldId="405"/>
        </pc:sldMkLst>
      </pc:sldChg>
      <pc:sldChg chg="modSp mod">
        <pc:chgData name="Richard Taylor" userId="fbfc1553-b23d-457b-a859-b112eb014c8c" providerId="ADAL" clId="{A77F282A-7C6B-4368-A37E-704D8CF7BA8A}" dt="2025-07-14T03:28:20.543" v="2038" actId="114"/>
        <pc:sldMkLst>
          <pc:docMk/>
          <pc:sldMk cId="3943369309" sldId="406"/>
        </pc:sldMkLst>
        <pc:spChg chg="mod">
          <ac:chgData name="Richard Taylor" userId="fbfc1553-b23d-457b-a859-b112eb014c8c" providerId="ADAL" clId="{A77F282A-7C6B-4368-A37E-704D8CF7BA8A}" dt="2025-07-14T03:28:20.543" v="2038" actId="114"/>
          <ac:spMkLst>
            <pc:docMk/>
            <pc:sldMk cId="3943369309" sldId="406"/>
            <ac:spMk id="49155" creationId="{C819BC3C-1CC3-8997-60B3-94121772C77D}"/>
          </ac:spMkLst>
        </pc:spChg>
      </pc:sldChg>
      <pc:sldChg chg="del">
        <pc:chgData name="Richard Taylor" userId="fbfc1553-b23d-457b-a859-b112eb014c8c" providerId="ADAL" clId="{A77F282A-7C6B-4368-A37E-704D8CF7BA8A}" dt="2025-07-09T04:41:21.244" v="68" actId="47"/>
        <pc:sldMkLst>
          <pc:docMk/>
          <pc:sldMk cId="253208168" sldId="408"/>
        </pc:sldMkLst>
      </pc:sldChg>
      <pc:sldChg chg="del">
        <pc:chgData name="Richard Taylor" userId="fbfc1553-b23d-457b-a859-b112eb014c8c" providerId="ADAL" clId="{A77F282A-7C6B-4368-A37E-704D8CF7BA8A}" dt="2025-07-09T04:41:21.244" v="68" actId="47"/>
        <pc:sldMkLst>
          <pc:docMk/>
          <pc:sldMk cId="1453941062" sldId="409"/>
        </pc:sldMkLst>
      </pc:sldChg>
      <pc:sldChg chg="del">
        <pc:chgData name="Richard Taylor" userId="fbfc1553-b23d-457b-a859-b112eb014c8c" providerId="ADAL" clId="{A77F282A-7C6B-4368-A37E-704D8CF7BA8A}" dt="2025-07-09T04:41:21.244" v="68" actId="47"/>
        <pc:sldMkLst>
          <pc:docMk/>
          <pc:sldMk cId="551074973" sldId="410"/>
        </pc:sldMkLst>
      </pc:sldChg>
      <pc:sldChg chg="add del">
        <pc:chgData name="Richard Taylor" userId="fbfc1553-b23d-457b-a859-b112eb014c8c" providerId="ADAL" clId="{A77F282A-7C6B-4368-A37E-704D8CF7BA8A}" dt="2025-07-09T04:51:45.016" v="139" actId="47"/>
        <pc:sldMkLst>
          <pc:docMk/>
          <pc:sldMk cId="1568986561" sldId="411"/>
        </pc:sldMkLst>
      </pc:sldChg>
      <pc:sldChg chg="modSp add del mod">
        <pc:chgData name="Richard Taylor" userId="fbfc1553-b23d-457b-a859-b112eb014c8c" providerId="ADAL" clId="{A77F282A-7C6B-4368-A37E-704D8CF7BA8A}" dt="2025-07-14T03:33:34.987" v="2096" actId="47"/>
        <pc:sldMkLst>
          <pc:docMk/>
          <pc:sldMk cId="1442929136" sldId="412"/>
        </pc:sldMkLst>
        <pc:spChg chg="mod">
          <ac:chgData name="Richard Taylor" userId="fbfc1553-b23d-457b-a859-b112eb014c8c" providerId="ADAL" clId="{A77F282A-7C6B-4368-A37E-704D8CF7BA8A}" dt="2025-07-14T03:28:51.203" v="2045" actId="20577"/>
          <ac:spMkLst>
            <pc:docMk/>
            <pc:sldMk cId="1442929136" sldId="412"/>
            <ac:spMk id="3" creationId="{FAAF2C95-5935-4471-A112-09EEEA588416}"/>
          </ac:spMkLst>
        </pc:spChg>
      </pc:sldChg>
      <pc:sldChg chg="del">
        <pc:chgData name="Richard Taylor" userId="fbfc1553-b23d-457b-a859-b112eb014c8c" providerId="ADAL" clId="{A77F282A-7C6B-4368-A37E-704D8CF7BA8A}" dt="2025-07-09T04:41:21.244" v="68" actId="47"/>
        <pc:sldMkLst>
          <pc:docMk/>
          <pc:sldMk cId="2507606489" sldId="412"/>
        </pc:sldMkLst>
      </pc:sldChg>
      <pc:sldChg chg="del">
        <pc:chgData name="Richard Taylor" userId="fbfc1553-b23d-457b-a859-b112eb014c8c" providerId="ADAL" clId="{A77F282A-7C6B-4368-A37E-704D8CF7BA8A}" dt="2025-07-09T04:41:21.244" v="68" actId="47"/>
        <pc:sldMkLst>
          <pc:docMk/>
          <pc:sldMk cId="2652869421" sldId="413"/>
        </pc:sldMkLst>
      </pc:sldChg>
      <pc:sldChg chg="del">
        <pc:chgData name="Richard Taylor" userId="fbfc1553-b23d-457b-a859-b112eb014c8c" providerId="ADAL" clId="{A77F282A-7C6B-4368-A37E-704D8CF7BA8A}" dt="2025-07-09T04:41:21.244" v="68" actId="47"/>
        <pc:sldMkLst>
          <pc:docMk/>
          <pc:sldMk cId="130653088" sldId="414"/>
        </pc:sldMkLst>
      </pc:sldChg>
      <pc:sldChg chg="del">
        <pc:chgData name="Richard Taylor" userId="fbfc1553-b23d-457b-a859-b112eb014c8c" providerId="ADAL" clId="{A77F282A-7C6B-4368-A37E-704D8CF7BA8A}" dt="2025-07-09T04:41:21.244" v="68" actId="47"/>
        <pc:sldMkLst>
          <pc:docMk/>
          <pc:sldMk cId="3405060869" sldId="415"/>
        </pc:sldMkLst>
      </pc:sldChg>
      <pc:sldChg chg="del">
        <pc:chgData name="Richard Taylor" userId="fbfc1553-b23d-457b-a859-b112eb014c8c" providerId="ADAL" clId="{A77F282A-7C6B-4368-A37E-704D8CF7BA8A}" dt="2025-07-09T04:41:21.244" v="68" actId="47"/>
        <pc:sldMkLst>
          <pc:docMk/>
          <pc:sldMk cId="244894394" sldId="416"/>
        </pc:sldMkLst>
      </pc:sldChg>
      <pc:sldChg chg="del">
        <pc:chgData name="Richard Taylor" userId="fbfc1553-b23d-457b-a859-b112eb014c8c" providerId="ADAL" clId="{A77F282A-7C6B-4368-A37E-704D8CF7BA8A}" dt="2025-07-09T04:41:21.244" v="68" actId="47"/>
        <pc:sldMkLst>
          <pc:docMk/>
          <pc:sldMk cId="1639637412" sldId="417"/>
        </pc:sldMkLst>
      </pc:sldChg>
      <pc:sldChg chg="del">
        <pc:chgData name="Richard Taylor" userId="fbfc1553-b23d-457b-a859-b112eb014c8c" providerId="ADAL" clId="{A77F282A-7C6B-4368-A37E-704D8CF7BA8A}" dt="2025-07-09T04:41:21.244" v="68" actId="47"/>
        <pc:sldMkLst>
          <pc:docMk/>
          <pc:sldMk cId="845478301" sldId="418"/>
        </pc:sldMkLst>
      </pc:sldChg>
      <pc:sldChg chg="del">
        <pc:chgData name="Richard Taylor" userId="fbfc1553-b23d-457b-a859-b112eb014c8c" providerId="ADAL" clId="{A77F282A-7C6B-4368-A37E-704D8CF7BA8A}" dt="2025-07-09T04:41:21.244" v="68" actId="47"/>
        <pc:sldMkLst>
          <pc:docMk/>
          <pc:sldMk cId="1067854965" sldId="419"/>
        </pc:sldMkLst>
      </pc:sldChg>
      <pc:sldChg chg="add del">
        <pc:chgData name="Richard Taylor" userId="fbfc1553-b23d-457b-a859-b112eb014c8c" providerId="ADAL" clId="{A77F282A-7C6B-4368-A37E-704D8CF7BA8A}" dt="2025-07-09T04:51:50.128" v="140" actId="47"/>
        <pc:sldMkLst>
          <pc:docMk/>
          <pc:sldMk cId="728044309" sldId="420"/>
        </pc:sldMkLst>
      </pc:sldChg>
      <pc:sldChg chg="del">
        <pc:chgData name="Richard Taylor" userId="fbfc1553-b23d-457b-a859-b112eb014c8c" providerId="ADAL" clId="{A77F282A-7C6B-4368-A37E-704D8CF7BA8A}" dt="2025-07-09T04:41:21.244" v="68" actId="47"/>
        <pc:sldMkLst>
          <pc:docMk/>
          <pc:sldMk cId="2066071568" sldId="420"/>
        </pc:sldMkLst>
      </pc:sldChg>
      <pc:sldChg chg="del">
        <pc:chgData name="Richard Taylor" userId="fbfc1553-b23d-457b-a859-b112eb014c8c" providerId="ADAL" clId="{A77F282A-7C6B-4368-A37E-704D8CF7BA8A}" dt="2025-07-09T04:41:21.244" v="68" actId="47"/>
        <pc:sldMkLst>
          <pc:docMk/>
          <pc:sldMk cId="231866686" sldId="421"/>
        </pc:sldMkLst>
      </pc:sldChg>
      <pc:sldChg chg="del">
        <pc:chgData name="Richard Taylor" userId="fbfc1553-b23d-457b-a859-b112eb014c8c" providerId="ADAL" clId="{A77F282A-7C6B-4368-A37E-704D8CF7BA8A}" dt="2025-07-09T04:41:21.244" v="68" actId="47"/>
        <pc:sldMkLst>
          <pc:docMk/>
          <pc:sldMk cId="2981381657" sldId="422"/>
        </pc:sldMkLst>
      </pc:sldChg>
      <pc:sldChg chg="add del">
        <pc:chgData name="Richard Taylor" userId="fbfc1553-b23d-457b-a859-b112eb014c8c" providerId="ADAL" clId="{A77F282A-7C6B-4368-A37E-704D8CF7BA8A}" dt="2025-07-14T03:28:28.054" v="2039" actId="47"/>
        <pc:sldMkLst>
          <pc:docMk/>
          <pc:sldMk cId="4005816744" sldId="422"/>
        </pc:sldMkLst>
      </pc:sldChg>
      <pc:sldChg chg="addSp delSp modSp mod">
        <pc:chgData name="Richard Taylor" userId="fbfc1553-b23d-457b-a859-b112eb014c8c" providerId="ADAL" clId="{A77F282A-7C6B-4368-A37E-704D8CF7BA8A}" dt="2025-07-14T02:42:51.575" v="497" actId="1076"/>
        <pc:sldMkLst>
          <pc:docMk/>
          <pc:sldMk cId="3352915028" sldId="423"/>
        </pc:sldMkLst>
        <pc:spChg chg="add mod">
          <ac:chgData name="Richard Taylor" userId="fbfc1553-b23d-457b-a859-b112eb014c8c" providerId="ADAL" clId="{A77F282A-7C6B-4368-A37E-704D8CF7BA8A}" dt="2025-07-14T02:42:51.575" v="497" actId="1076"/>
          <ac:spMkLst>
            <pc:docMk/>
            <pc:sldMk cId="3352915028" sldId="423"/>
            <ac:spMk id="5" creationId="{4DB2DEDE-3539-B70B-761C-6E638881F05E}"/>
          </ac:spMkLst>
        </pc:spChg>
        <pc:spChg chg="add mod">
          <ac:chgData name="Richard Taylor" userId="fbfc1553-b23d-457b-a859-b112eb014c8c" providerId="ADAL" clId="{A77F282A-7C6B-4368-A37E-704D8CF7BA8A}" dt="2025-07-14T02:42:51.575" v="497" actId="1076"/>
          <ac:spMkLst>
            <pc:docMk/>
            <pc:sldMk cId="3352915028" sldId="423"/>
            <ac:spMk id="13" creationId="{37AD28B3-1C2F-2623-E746-B6AF186405CC}"/>
          </ac:spMkLst>
        </pc:spChg>
        <pc:spChg chg="add mod">
          <ac:chgData name="Richard Taylor" userId="fbfc1553-b23d-457b-a859-b112eb014c8c" providerId="ADAL" clId="{A77F282A-7C6B-4368-A37E-704D8CF7BA8A}" dt="2025-07-14T02:42:51.575" v="497" actId="1076"/>
          <ac:spMkLst>
            <pc:docMk/>
            <pc:sldMk cId="3352915028" sldId="423"/>
            <ac:spMk id="21" creationId="{666B1712-E149-3A95-13E5-25C58F7F6479}"/>
          </ac:spMkLst>
        </pc:spChg>
        <pc:spChg chg="add mod">
          <ac:chgData name="Richard Taylor" userId="fbfc1553-b23d-457b-a859-b112eb014c8c" providerId="ADAL" clId="{A77F282A-7C6B-4368-A37E-704D8CF7BA8A}" dt="2025-07-14T02:42:51.575" v="497" actId="1076"/>
          <ac:spMkLst>
            <pc:docMk/>
            <pc:sldMk cId="3352915028" sldId="423"/>
            <ac:spMk id="23" creationId="{91E3DAD0-B765-19F2-A28B-7346F8E3EA40}"/>
          </ac:spMkLst>
        </pc:spChg>
        <pc:spChg chg="add mod">
          <ac:chgData name="Richard Taylor" userId="fbfc1553-b23d-457b-a859-b112eb014c8c" providerId="ADAL" clId="{A77F282A-7C6B-4368-A37E-704D8CF7BA8A}" dt="2025-07-14T02:42:51.575" v="497" actId="1076"/>
          <ac:spMkLst>
            <pc:docMk/>
            <pc:sldMk cId="3352915028" sldId="423"/>
            <ac:spMk id="27" creationId="{F4EAF998-B39B-68CF-FDE5-E85D7DB0D931}"/>
          </ac:spMkLst>
        </pc:spChg>
        <pc:spChg chg="mod">
          <ac:chgData name="Richard Taylor" userId="fbfc1553-b23d-457b-a859-b112eb014c8c" providerId="ADAL" clId="{A77F282A-7C6B-4368-A37E-704D8CF7BA8A}" dt="2025-07-14T02:39:56.394" v="168" actId="20577"/>
          <ac:spMkLst>
            <pc:docMk/>
            <pc:sldMk cId="3352915028" sldId="423"/>
            <ac:spMk id="28" creationId="{17E6F25E-0B50-21F6-19DA-153E73B3E33E}"/>
          </ac:spMkLst>
        </pc:spChg>
        <pc:spChg chg="mod">
          <ac:chgData name="Richard Taylor" userId="fbfc1553-b23d-457b-a859-b112eb014c8c" providerId="ADAL" clId="{A77F282A-7C6B-4368-A37E-704D8CF7BA8A}" dt="2025-07-14T02:41:51.735" v="391" actId="20577"/>
          <ac:spMkLst>
            <pc:docMk/>
            <pc:sldMk cId="3352915028" sldId="423"/>
            <ac:spMk id="29" creationId="{F2668E2D-B3F0-BC7B-8134-7619E1976DF5}"/>
          </ac:spMkLst>
        </pc:spChg>
        <pc:spChg chg="mod">
          <ac:chgData name="Richard Taylor" userId="fbfc1553-b23d-457b-a859-b112eb014c8c" providerId="ADAL" clId="{A77F282A-7C6B-4368-A37E-704D8CF7BA8A}" dt="2025-07-14T02:40:08.417" v="192" actId="14100"/>
          <ac:spMkLst>
            <pc:docMk/>
            <pc:sldMk cId="3352915028" sldId="423"/>
            <ac:spMk id="30" creationId="{50256EB7-8E03-BA91-9E4F-F844CD1DB24F}"/>
          </ac:spMkLst>
        </pc:spChg>
        <pc:spChg chg="mod">
          <ac:chgData name="Richard Taylor" userId="fbfc1553-b23d-457b-a859-b112eb014c8c" providerId="ADAL" clId="{A77F282A-7C6B-4368-A37E-704D8CF7BA8A}" dt="2025-07-14T02:42:09.675" v="432" actId="20577"/>
          <ac:spMkLst>
            <pc:docMk/>
            <pc:sldMk cId="3352915028" sldId="423"/>
            <ac:spMk id="31" creationId="{AD8984EB-4093-5FAC-88CF-BF647226352B}"/>
          </ac:spMkLst>
        </pc:spChg>
        <pc:spChg chg="add mod">
          <ac:chgData name="Richard Taylor" userId="fbfc1553-b23d-457b-a859-b112eb014c8c" providerId="ADAL" clId="{A77F282A-7C6B-4368-A37E-704D8CF7BA8A}" dt="2025-07-14T02:42:51.575" v="497" actId="1076"/>
          <ac:spMkLst>
            <pc:docMk/>
            <pc:sldMk cId="3352915028" sldId="423"/>
            <ac:spMk id="32" creationId="{1780486C-C63A-E338-EEF2-07197FF88A35}"/>
          </ac:spMkLst>
        </pc:spChg>
        <pc:spChg chg="mod">
          <ac:chgData name="Richard Taylor" userId="fbfc1553-b23d-457b-a859-b112eb014c8c" providerId="ADAL" clId="{A77F282A-7C6B-4368-A37E-704D8CF7BA8A}" dt="2025-07-14T02:42:21.746" v="464" actId="20577"/>
          <ac:spMkLst>
            <pc:docMk/>
            <pc:sldMk cId="3352915028" sldId="423"/>
            <ac:spMk id="33" creationId="{7960C411-C54E-62B7-A1D9-53AE357D94EE}"/>
          </ac:spMkLst>
        </pc:spChg>
        <pc:spChg chg="mod">
          <ac:chgData name="Richard Taylor" userId="fbfc1553-b23d-457b-a859-b112eb014c8c" providerId="ADAL" clId="{A77F282A-7C6B-4368-A37E-704D8CF7BA8A}" dt="2025-07-14T02:40:38.697" v="220" actId="20577"/>
          <ac:spMkLst>
            <pc:docMk/>
            <pc:sldMk cId="3352915028" sldId="423"/>
            <ac:spMk id="34" creationId="{FF28665E-2EFC-136C-F239-18493968E118}"/>
          </ac:spMkLst>
        </pc:spChg>
        <pc:spChg chg="add mod">
          <ac:chgData name="Richard Taylor" userId="fbfc1553-b23d-457b-a859-b112eb014c8c" providerId="ADAL" clId="{A77F282A-7C6B-4368-A37E-704D8CF7BA8A}" dt="2025-07-14T02:42:51.575" v="497" actId="1076"/>
          <ac:spMkLst>
            <pc:docMk/>
            <pc:sldMk cId="3352915028" sldId="423"/>
            <ac:spMk id="35" creationId="{34FEA223-907C-F7F9-E88F-4A907B0AAC16}"/>
          </ac:spMkLst>
        </pc:spChg>
        <pc:spChg chg="mod">
          <ac:chgData name="Richard Taylor" userId="fbfc1553-b23d-457b-a859-b112eb014c8c" providerId="ADAL" clId="{A77F282A-7C6B-4368-A37E-704D8CF7BA8A}" dt="2025-07-14T02:40:53.551" v="248" actId="20577"/>
          <ac:spMkLst>
            <pc:docMk/>
            <pc:sldMk cId="3352915028" sldId="423"/>
            <ac:spMk id="36" creationId="{A1D3BF47-CDC2-A1FC-B7B9-963D28A5BB5A}"/>
          </ac:spMkLst>
        </pc:spChg>
        <pc:spChg chg="add mod">
          <ac:chgData name="Richard Taylor" userId="fbfc1553-b23d-457b-a859-b112eb014c8c" providerId="ADAL" clId="{A77F282A-7C6B-4368-A37E-704D8CF7BA8A}" dt="2025-07-14T02:42:51.575" v="497" actId="1076"/>
          <ac:spMkLst>
            <pc:docMk/>
            <pc:sldMk cId="3352915028" sldId="423"/>
            <ac:spMk id="37" creationId="{50E1F8A5-E0B4-DC5F-1A8E-E82F98BC7E84}"/>
          </ac:spMkLst>
        </pc:spChg>
        <pc:spChg chg="mod">
          <ac:chgData name="Richard Taylor" userId="fbfc1553-b23d-457b-a859-b112eb014c8c" providerId="ADAL" clId="{A77F282A-7C6B-4368-A37E-704D8CF7BA8A}" dt="2025-07-14T02:41:06.731" v="267" actId="14100"/>
          <ac:spMkLst>
            <pc:docMk/>
            <pc:sldMk cId="3352915028" sldId="423"/>
            <ac:spMk id="38" creationId="{6F898C30-8C17-791B-BAE1-2E47344CCFDC}"/>
          </ac:spMkLst>
        </pc:spChg>
        <pc:spChg chg="add mod">
          <ac:chgData name="Richard Taylor" userId="fbfc1553-b23d-457b-a859-b112eb014c8c" providerId="ADAL" clId="{A77F282A-7C6B-4368-A37E-704D8CF7BA8A}" dt="2025-07-14T02:42:51.575" v="497" actId="1076"/>
          <ac:spMkLst>
            <pc:docMk/>
            <pc:sldMk cId="3352915028" sldId="423"/>
            <ac:spMk id="40" creationId="{B1EE116B-A676-442E-4642-B8224E1B627B}"/>
          </ac:spMkLst>
        </pc:spChg>
        <pc:spChg chg="add mod">
          <ac:chgData name="Richard Taylor" userId="fbfc1553-b23d-457b-a859-b112eb014c8c" providerId="ADAL" clId="{A77F282A-7C6B-4368-A37E-704D8CF7BA8A}" dt="2025-07-14T02:42:51.575" v="497" actId="1076"/>
          <ac:spMkLst>
            <pc:docMk/>
            <pc:sldMk cId="3352915028" sldId="423"/>
            <ac:spMk id="41" creationId="{BB79D1A1-B71D-ADFA-5F31-8F0E21DAFD1D}"/>
          </ac:spMkLst>
        </pc:spChg>
        <pc:spChg chg="del mod">
          <ac:chgData name="Richard Taylor" userId="fbfc1553-b23d-457b-a859-b112eb014c8c" providerId="ADAL" clId="{A77F282A-7C6B-4368-A37E-704D8CF7BA8A}" dt="2025-07-14T02:42:41.038" v="496" actId="478"/>
          <ac:spMkLst>
            <pc:docMk/>
            <pc:sldMk cId="3352915028" sldId="423"/>
            <ac:spMk id="49155" creationId="{DE64E1F1-255B-B7A5-FDD5-24F2A2E0453B}"/>
          </ac:spMkLst>
        </pc:spChg>
        <pc:grpChg chg="mod">
          <ac:chgData name="Richard Taylor" userId="fbfc1553-b23d-457b-a859-b112eb014c8c" providerId="ADAL" clId="{A77F282A-7C6B-4368-A37E-704D8CF7BA8A}" dt="2025-07-14T02:40:13.675" v="193" actId="1076"/>
          <ac:grpSpMkLst>
            <pc:docMk/>
            <pc:sldMk cId="3352915028" sldId="423"/>
            <ac:grpSpMk id="45" creationId="{AA8F17D7-4946-0F02-1807-697D7389F144}"/>
          </ac:grpSpMkLst>
        </pc:grpChg>
      </pc:sldChg>
      <pc:sldChg chg="add del">
        <pc:chgData name="Richard Taylor" userId="fbfc1553-b23d-457b-a859-b112eb014c8c" providerId="ADAL" clId="{A77F282A-7C6B-4368-A37E-704D8CF7BA8A}" dt="2025-07-14T03:32:17.527" v="2091" actId="2696"/>
        <pc:sldMkLst>
          <pc:docMk/>
          <pc:sldMk cId="4256698259" sldId="424"/>
        </pc:sldMkLst>
      </pc:sldChg>
      <pc:sldChg chg="new del">
        <pc:chgData name="Richard Taylor" userId="fbfc1553-b23d-457b-a859-b112eb014c8c" providerId="ADAL" clId="{A77F282A-7C6B-4368-A37E-704D8CF7BA8A}" dt="2025-07-09T04:43:23.703" v="71" actId="680"/>
        <pc:sldMkLst>
          <pc:docMk/>
          <pc:sldMk cId="1616246997" sldId="425"/>
        </pc:sldMkLst>
      </pc:sldChg>
      <pc:sldChg chg="del">
        <pc:chgData name="Richard Taylor" userId="fbfc1553-b23d-457b-a859-b112eb014c8c" providerId="ADAL" clId="{A77F282A-7C6B-4368-A37E-704D8CF7BA8A}" dt="2025-07-09T04:41:21.244" v="68" actId="47"/>
        <pc:sldMkLst>
          <pc:docMk/>
          <pc:sldMk cId="1867447773" sldId="425"/>
        </pc:sldMkLst>
      </pc:sldChg>
      <pc:sldChg chg="modSp add mod">
        <pc:chgData name="Richard Taylor" userId="fbfc1553-b23d-457b-a859-b112eb014c8c" providerId="ADAL" clId="{A77F282A-7C6B-4368-A37E-704D8CF7BA8A}" dt="2025-07-09T04:52:50.651" v="148" actId="114"/>
        <pc:sldMkLst>
          <pc:docMk/>
          <pc:sldMk cId="3555048574" sldId="425"/>
        </pc:sldMkLst>
        <pc:spChg chg="mod">
          <ac:chgData name="Richard Taylor" userId="fbfc1553-b23d-457b-a859-b112eb014c8c" providerId="ADAL" clId="{A77F282A-7C6B-4368-A37E-704D8CF7BA8A}" dt="2025-07-09T04:52:50.651" v="148" actId="114"/>
          <ac:spMkLst>
            <pc:docMk/>
            <pc:sldMk cId="3555048574" sldId="425"/>
            <ac:spMk id="49155" creationId="{40C92F89-FF93-C6F8-A46D-CFE73C2C3BF5}"/>
          </ac:spMkLst>
        </pc:spChg>
      </pc:sldChg>
      <pc:sldChg chg="modSp add mod">
        <pc:chgData name="Richard Taylor" userId="fbfc1553-b23d-457b-a859-b112eb014c8c" providerId="ADAL" clId="{A77F282A-7C6B-4368-A37E-704D8CF7BA8A}" dt="2025-07-14T02:44:16.011" v="500" actId="20577"/>
        <pc:sldMkLst>
          <pc:docMk/>
          <pc:sldMk cId="2940192726" sldId="426"/>
        </pc:sldMkLst>
        <pc:spChg chg="mod">
          <ac:chgData name="Richard Taylor" userId="fbfc1553-b23d-457b-a859-b112eb014c8c" providerId="ADAL" clId="{A77F282A-7C6B-4368-A37E-704D8CF7BA8A}" dt="2025-07-14T02:44:16.011" v="500" actId="20577"/>
          <ac:spMkLst>
            <pc:docMk/>
            <pc:sldMk cId="2940192726" sldId="426"/>
            <ac:spMk id="49155" creationId="{C26C95C9-444B-041F-648D-6A7400FFE401}"/>
          </ac:spMkLst>
        </pc:spChg>
      </pc:sldChg>
      <pc:sldChg chg="del">
        <pc:chgData name="Richard Taylor" userId="fbfc1553-b23d-457b-a859-b112eb014c8c" providerId="ADAL" clId="{A77F282A-7C6B-4368-A37E-704D8CF7BA8A}" dt="2025-07-09T04:41:21.244" v="68" actId="47"/>
        <pc:sldMkLst>
          <pc:docMk/>
          <pc:sldMk cId="3298557018" sldId="426"/>
        </pc:sldMkLst>
      </pc:sldChg>
      <pc:sldChg chg="del">
        <pc:chgData name="Richard Taylor" userId="fbfc1553-b23d-457b-a859-b112eb014c8c" providerId="ADAL" clId="{A77F282A-7C6B-4368-A37E-704D8CF7BA8A}" dt="2025-07-09T04:41:21.244" v="68" actId="47"/>
        <pc:sldMkLst>
          <pc:docMk/>
          <pc:sldMk cId="618643936" sldId="427"/>
        </pc:sldMkLst>
      </pc:sldChg>
      <pc:sldChg chg="modSp add mod">
        <pc:chgData name="Richard Taylor" userId="fbfc1553-b23d-457b-a859-b112eb014c8c" providerId="ADAL" clId="{A77F282A-7C6B-4368-A37E-704D8CF7BA8A}" dt="2025-07-09T04:52:21.493" v="145" actId="114"/>
        <pc:sldMkLst>
          <pc:docMk/>
          <pc:sldMk cId="1068579246" sldId="427"/>
        </pc:sldMkLst>
        <pc:spChg chg="mod">
          <ac:chgData name="Richard Taylor" userId="fbfc1553-b23d-457b-a859-b112eb014c8c" providerId="ADAL" clId="{A77F282A-7C6B-4368-A37E-704D8CF7BA8A}" dt="2025-07-09T04:52:21.493" v="145" actId="114"/>
          <ac:spMkLst>
            <pc:docMk/>
            <pc:sldMk cId="1068579246" sldId="427"/>
            <ac:spMk id="49155" creationId="{33C50507-D8A8-1088-9E1E-3758CC695A25}"/>
          </ac:spMkLst>
        </pc:spChg>
      </pc:sldChg>
      <pc:sldChg chg="modSp add mod">
        <pc:chgData name="Richard Taylor" userId="fbfc1553-b23d-457b-a859-b112eb014c8c" providerId="ADAL" clId="{A77F282A-7C6B-4368-A37E-704D8CF7BA8A}" dt="2025-07-09T04:52:27.063" v="146" actId="114"/>
        <pc:sldMkLst>
          <pc:docMk/>
          <pc:sldMk cId="998973076" sldId="428"/>
        </pc:sldMkLst>
        <pc:spChg chg="mod">
          <ac:chgData name="Richard Taylor" userId="fbfc1553-b23d-457b-a859-b112eb014c8c" providerId="ADAL" clId="{A77F282A-7C6B-4368-A37E-704D8CF7BA8A}" dt="2025-07-09T04:52:27.063" v="146" actId="114"/>
          <ac:spMkLst>
            <pc:docMk/>
            <pc:sldMk cId="998973076" sldId="428"/>
            <ac:spMk id="49155" creationId="{E2E4A21E-7398-9C9D-F816-9555A5910864}"/>
          </ac:spMkLst>
        </pc:spChg>
      </pc:sldChg>
      <pc:sldChg chg="del">
        <pc:chgData name="Richard Taylor" userId="fbfc1553-b23d-457b-a859-b112eb014c8c" providerId="ADAL" clId="{A77F282A-7C6B-4368-A37E-704D8CF7BA8A}" dt="2025-07-09T04:41:21.244" v="68" actId="47"/>
        <pc:sldMkLst>
          <pc:docMk/>
          <pc:sldMk cId="1209957430" sldId="428"/>
        </pc:sldMkLst>
      </pc:sldChg>
      <pc:sldChg chg="del">
        <pc:chgData name="Richard Taylor" userId="fbfc1553-b23d-457b-a859-b112eb014c8c" providerId="ADAL" clId="{A77F282A-7C6B-4368-A37E-704D8CF7BA8A}" dt="2025-07-09T04:41:21.244" v="68" actId="47"/>
        <pc:sldMkLst>
          <pc:docMk/>
          <pc:sldMk cId="2259232645" sldId="429"/>
        </pc:sldMkLst>
      </pc:sldChg>
      <pc:sldChg chg="add del">
        <pc:chgData name="Richard Taylor" userId="fbfc1553-b23d-457b-a859-b112eb014c8c" providerId="ADAL" clId="{A77F282A-7C6B-4368-A37E-704D8CF7BA8A}" dt="2025-07-09T04:52:41.391" v="147" actId="47"/>
        <pc:sldMkLst>
          <pc:docMk/>
          <pc:sldMk cId="3919712663" sldId="429"/>
        </pc:sldMkLst>
      </pc:sldChg>
      <pc:sldChg chg="del">
        <pc:chgData name="Richard Taylor" userId="fbfc1553-b23d-457b-a859-b112eb014c8c" providerId="ADAL" clId="{A77F282A-7C6B-4368-A37E-704D8CF7BA8A}" dt="2025-07-09T04:41:21.244" v="68" actId="47"/>
        <pc:sldMkLst>
          <pc:docMk/>
          <pc:sldMk cId="1754982825" sldId="430"/>
        </pc:sldMkLst>
      </pc:sldChg>
      <pc:sldChg chg="modSp add mod">
        <pc:chgData name="Richard Taylor" userId="fbfc1553-b23d-457b-a859-b112eb014c8c" providerId="ADAL" clId="{A77F282A-7C6B-4368-A37E-704D8CF7BA8A}" dt="2025-07-09T04:53:19.010" v="150" actId="114"/>
        <pc:sldMkLst>
          <pc:docMk/>
          <pc:sldMk cId="4092253779" sldId="430"/>
        </pc:sldMkLst>
        <pc:spChg chg="mod">
          <ac:chgData name="Richard Taylor" userId="fbfc1553-b23d-457b-a859-b112eb014c8c" providerId="ADAL" clId="{A77F282A-7C6B-4368-A37E-704D8CF7BA8A}" dt="2025-07-09T04:53:19.010" v="150" actId="114"/>
          <ac:spMkLst>
            <pc:docMk/>
            <pc:sldMk cId="4092253779" sldId="430"/>
            <ac:spMk id="49155" creationId="{FAB2FEB9-4034-6EEF-43BF-C89FEE5DD5B5}"/>
          </ac:spMkLst>
        </pc:spChg>
      </pc:sldChg>
      <pc:sldChg chg="del">
        <pc:chgData name="Richard Taylor" userId="fbfc1553-b23d-457b-a859-b112eb014c8c" providerId="ADAL" clId="{A77F282A-7C6B-4368-A37E-704D8CF7BA8A}" dt="2025-07-09T04:41:21.244" v="68" actId="47"/>
        <pc:sldMkLst>
          <pc:docMk/>
          <pc:sldMk cId="3899518367" sldId="431"/>
        </pc:sldMkLst>
      </pc:sldChg>
      <pc:sldChg chg="del">
        <pc:chgData name="Richard Taylor" userId="fbfc1553-b23d-457b-a859-b112eb014c8c" providerId="ADAL" clId="{A77F282A-7C6B-4368-A37E-704D8CF7BA8A}" dt="2025-07-09T04:41:21.244" v="68" actId="47"/>
        <pc:sldMkLst>
          <pc:docMk/>
          <pc:sldMk cId="4085959686" sldId="432"/>
        </pc:sldMkLst>
      </pc:sldChg>
      <pc:sldChg chg="del">
        <pc:chgData name="Richard Taylor" userId="fbfc1553-b23d-457b-a859-b112eb014c8c" providerId="ADAL" clId="{A77F282A-7C6B-4368-A37E-704D8CF7BA8A}" dt="2025-07-09T04:41:21.244" v="68" actId="47"/>
        <pc:sldMkLst>
          <pc:docMk/>
          <pc:sldMk cId="2845875589" sldId="433"/>
        </pc:sldMkLst>
      </pc:sldChg>
      <pc:sldChg chg="add">
        <pc:chgData name="Richard Taylor" userId="fbfc1553-b23d-457b-a859-b112eb014c8c" providerId="ADAL" clId="{A77F282A-7C6B-4368-A37E-704D8CF7BA8A}" dt="2025-07-14T02:47:34.769" v="509"/>
        <pc:sldMkLst>
          <pc:docMk/>
          <pc:sldMk cId="3981090625" sldId="2304"/>
        </pc:sldMkLst>
      </pc:sldChg>
      <pc:sldChg chg="add">
        <pc:chgData name="Richard Taylor" userId="fbfc1553-b23d-457b-a859-b112eb014c8c" providerId="ADAL" clId="{A77F282A-7C6B-4368-A37E-704D8CF7BA8A}" dt="2025-07-14T02:47:34.769" v="509"/>
        <pc:sldMkLst>
          <pc:docMk/>
          <pc:sldMk cId="1092906404" sldId="2306"/>
        </pc:sldMkLst>
      </pc:sldChg>
      <pc:sldChg chg="add">
        <pc:chgData name="Richard Taylor" userId="fbfc1553-b23d-457b-a859-b112eb014c8c" providerId="ADAL" clId="{A77F282A-7C6B-4368-A37E-704D8CF7BA8A}" dt="2025-07-14T02:47:34.769" v="509"/>
        <pc:sldMkLst>
          <pc:docMk/>
          <pc:sldMk cId="2180236817" sldId="2307"/>
        </pc:sldMkLst>
      </pc:sldChg>
      <pc:sldChg chg="add">
        <pc:chgData name="Richard Taylor" userId="fbfc1553-b23d-457b-a859-b112eb014c8c" providerId="ADAL" clId="{A77F282A-7C6B-4368-A37E-704D8CF7BA8A}" dt="2025-07-14T02:48:27.790" v="510"/>
        <pc:sldMkLst>
          <pc:docMk/>
          <pc:sldMk cId="1012848805" sldId="2313"/>
        </pc:sldMkLst>
      </pc:sldChg>
      <pc:sldChg chg="add">
        <pc:chgData name="Richard Taylor" userId="fbfc1553-b23d-457b-a859-b112eb014c8c" providerId="ADAL" clId="{A77F282A-7C6B-4368-A37E-704D8CF7BA8A}" dt="2025-07-14T02:49:39.233" v="519"/>
        <pc:sldMkLst>
          <pc:docMk/>
          <pc:sldMk cId="3243255748" sldId="2325"/>
        </pc:sldMkLst>
      </pc:sldChg>
      <pc:sldChg chg="add">
        <pc:chgData name="Richard Taylor" userId="fbfc1553-b23d-457b-a859-b112eb014c8c" providerId="ADAL" clId="{A77F282A-7C6B-4368-A37E-704D8CF7BA8A}" dt="2025-07-14T02:49:39.233" v="519"/>
        <pc:sldMkLst>
          <pc:docMk/>
          <pc:sldMk cId="847361483" sldId="2327"/>
        </pc:sldMkLst>
      </pc:sldChg>
      <pc:sldChg chg="add">
        <pc:chgData name="Richard Taylor" userId="fbfc1553-b23d-457b-a859-b112eb014c8c" providerId="ADAL" clId="{A77F282A-7C6B-4368-A37E-704D8CF7BA8A}" dt="2025-07-14T02:51:26.205" v="520"/>
        <pc:sldMkLst>
          <pc:docMk/>
          <pc:sldMk cId="773770519" sldId="2333"/>
        </pc:sldMkLst>
      </pc:sldChg>
      <pc:sldChg chg="add">
        <pc:chgData name="Richard Taylor" userId="fbfc1553-b23d-457b-a859-b112eb014c8c" providerId="ADAL" clId="{A77F282A-7C6B-4368-A37E-704D8CF7BA8A}" dt="2025-07-14T02:51:26.205" v="520"/>
        <pc:sldMkLst>
          <pc:docMk/>
          <pc:sldMk cId="3822035635" sldId="2334"/>
        </pc:sldMkLst>
      </pc:sldChg>
      <pc:sldChg chg="add">
        <pc:chgData name="Richard Taylor" userId="fbfc1553-b23d-457b-a859-b112eb014c8c" providerId="ADAL" clId="{A77F282A-7C6B-4368-A37E-704D8CF7BA8A}" dt="2025-07-14T02:51:26.205" v="520"/>
        <pc:sldMkLst>
          <pc:docMk/>
          <pc:sldMk cId="3973561249" sldId="2335"/>
        </pc:sldMkLst>
      </pc:sldChg>
      <pc:sldChg chg="add">
        <pc:chgData name="Richard Taylor" userId="fbfc1553-b23d-457b-a859-b112eb014c8c" providerId="ADAL" clId="{A77F282A-7C6B-4368-A37E-704D8CF7BA8A}" dt="2025-07-14T02:52:16.060" v="521"/>
        <pc:sldMkLst>
          <pc:docMk/>
          <pc:sldMk cId="4285674808" sldId="2336"/>
        </pc:sldMkLst>
      </pc:sldChg>
      <pc:sldChg chg="add">
        <pc:chgData name="Richard Taylor" userId="fbfc1553-b23d-457b-a859-b112eb014c8c" providerId="ADAL" clId="{A77F282A-7C6B-4368-A37E-704D8CF7BA8A}" dt="2025-07-14T02:52:16.060" v="521"/>
        <pc:sldMkLst>
          <pc:docMk/>
          <pc:sldMk cId="1141314750" sldId="2338"/>
        </pc:sldMkLst>
      </pc:sldChg>
      <pc:sldChg chg="add">
        <pc:chgData name="Richard Taylor" userId="fbfc1553-b23d-457b-a859-b112eb014c8c" providerId="ADAL" clId="{A77F282A-7C6B-4368-A37E-704D8CF7BA8A}" dt="2025-07-14T02:52:39.345" v="522"/>
        <pc:sldMkLst>
          <pc:docMk/>
          <pc:sldMk cId="2468757855" sldId="2340"/>
        </pc:sldMkLst>
      </pc:sldChg>
      <pc:sldChg chg="add">
        <pc:chgData name="Richard Taylor" userId="fbfc1553-b23d-457b-a859-b112eb014c8c" providerId="ADAL" clId="{A77F282A-7C6B-4368-A37E-704D8CF7BA8A}" dt="2025-07-14T02:56:55.044" v="523"/>
        <pc:sldMkLst>
          <pc:docMk/>
          <pc:sldMk cId="1564341445" sldId="2346"/>
        </pc:sldMkLst>
      </pc:sldChg>
      <pc:sldChg chg="add">
        <pc:chgData name="Richard Taylor" userId="fbfc1553-b23d-457b-a859-b112eb014c8c" providerId="ADAL" clId="{A77F282A-7C6B-4368-A37E-704D8CF7BA8A}" dt="2025-07-14T02:56:55.044" v="523"/>
        <pc:sldMkLst>
          <pc:docMk/>
          <pc:sldMk cId="1436229983" sldId="2347"/>
        </pc:sldMkLst>
      </pc:sldChg>
      <pc:sldChg chg="addSp modSp add mod">
        <pc:chgData name="Richard Taylor" userId="fbfc1553-b23d-457b-a859-b112eb014c8c" providerId="ADAL" clId="{A77F282A-7C6B-4368-A37E-704D8CF7BA8A}" dt="2025-07-14T03:26:59.867" v="2029" actId="255"/>
        <pc:sldMkLst>
          <pc:docMk/>
          <pc:sldMk cId="3328266405" sldId="2348"/>
        </pc:sldMkLst>
        <pc:spChg chg="add mod">
          <ac:chgData name="Richard Taylor" userId="fbfc1553-b23d-457b-a859-b112eb014c8c" providerId="ADAL" clId="{A77F282A-7C6B-4368-A37E-704D8CF7BA8A}" dt="2025-07-14T03:26:09.735" v="2027" actId="11529"/>
          <ac:spMkLst>
            <pc:docMk/>
            <pc:sldMk cId="3328266405" sldId="2348"/>
            <ac:spMk id="2" creationId="{F74F12A3-177D-DBDF-1284-4A3662675C45}"/>
          </ac:spMkLst>
        </pc:spChg>
        <pc:spChg chg="mod">
          <ac:chgData name="Richard Taylor" userId="fbfc1553-b23d-457b-a859-b112eb014c8c" providerId="ADAL" clId="{A77F282A-7C6B-4368-A37E-704D8CF7BA8A}" dt="2025-07-14T03:25:44.192" v="2024"/>
          <ac:spMkLst>
            <pc:docMk/>
            <pc:sldMk cId="3328266405" sldId="2348"/>
            <ac:spMk id="3" creationId="{811C6401-2BC7-FA3B-C9F3-F6D0C4BAE5FA}"/>
          </ac:spMkLst>
        </pc:spChg>
        <pc:spChg chg="mod">
          <ac:chgData name="Richard Taylor" userId="fbfc1553-b23d-457b-a859-b112eb014c8c" providerId="ADAL" clId="{A77F282A-7C6B-4368-A37E-704D8CF7BA8A}" dt="2025-07-14T03:26:59.867" v="2029" actId="255"/>
          <ac:spMkLst>
            <pc:docMk/>
            <pc:sldMk cId="3328266405" sldId="2348"/>
            <ac:spMk id="49155" creationId="{44D70CB6-131F-AB0D-E85B-66BC30D1E4AD}"/>
          </ac:spMkLst>
        </pc:spChg>
      </pc:sldChg>
      <pc:sldChg chg="modSp add mod">
        <pc:chgData name="Richard Taylor" userId="fbfc1553-b23d-457b-a859-b112eb014c8c" providerId="ADAL" clId="{A77F282A-7C6B-4368-A37E-704D8CF7BA8A}" dt="2025-07-14T03:29:36.591" v="2050"/>
        <pc:sldMkLst>
          <pc:docMk/>
          <pc:sldMk cId="2801596435" sldId="2349"/>
        </pc:sldMkLst>
        <pc:spChg chg="mod">
          <ac:chgData name="Richard Taylor" userId="fbfc1553-b23d-457b-a859-b112eb014c8c" providerId="ADAL" clId="{A77F282A-7C6B-4368-A37E-704D8CF7BA8A}" dt="2025-07-14T03:29:36.591" v="2050"/>
          <ac:spMkLst>
            <pc:docMk/>
            <pc:sldMk cId="2801596435" sldId="2349"/>
            <ac:spMk id="3" creationId="{6B920CCB-0909-984E-9D4C-F8340D14990C}"/>
          </ac:spMkLst>
        </pc:spChg>
        <pc:spChg chg="mod">
          <ac:chgData name="Richard Taylor" userId="fbfc1553-b23d-457b-a859-b112eb014c8c" providerId="ADAL" clId="{A77F282A-7C6B-4368-A37E-704D8CF7BA8A}" dt="2025-07-14T03:29:27.087" v="2049"/>
          <ac:spMkLst>
            <pc:docMk/>
            <pc:sldMk cId="2801596435" sldId="2349"/>
            <ac:spMk id="49155" creationId="{1551B29C-607C-9E65-A9C5-9F4B4B3471FA}"/>
          </ac:spMkLst>
        </pc:spChg>
      </pc:sldChg>
      <pc:sldChg chg="addSp modSp add mod">
        <pc:chgData name="Richard Taylor" userId="fbfc1553-b23d-457b-a859-b112eb014c8c" providerId="ADAL" clId="{A77F282A-7C6B-4368-A37E-704D8CF7BA8A}" dt="2025-07-14T03:33:49.348" v="2099" actId="1076"/>
        <pc:sldMkLst>
          <pc:docMk/>
          <pc:sldMk cId="3296888567" sldId="2350"/>
        </pc:sldMkLst>
        <pc:spChg chg="mod">
          <ac:chgData name="Richard Taylor" userId="fbfc1553-b23d-457b-a859-b112eb014c8c" providerId="ADAL" clId="{A77F282A-7C6B-4368-A37E-704D8CF7BA8A}" dt="2025-07-14T03:30:21.132" v="2060" actId="114"/>
          <ac:spMkLst>
            <pc:docMk/>
            <pc:sldMk cId="3296888567" sldId="2350"/>
            <ac:spMk id="3" creationId="{A39E01F1-0390-2AE5-8685-68D407B0CE46}"/>
          </ac:spMkLst>
        </pc:spChg>
        <pc:spChg chg="add mod">
          <ac:chgData name="Richard Taylor" userId="fbfc1553-b23d-457b-a859-b112eb014c8c" providerId="ADAL" clId="{A77F282A-7C6B-4368-A37E-704D8CF7BA8A}" dt="2025-07-14T03:33:49.348" v="2099" actId="1076"/>
          <ac:spMkLst>
            <pc:docMk/>
            <pc:sldMk cId="3296888567" sldId="2350"/>
            <ac:spMk id="4" creationId="{D0345B56-C12B-48F6-B810-0E9F735B0E39}"/>
          </ac:spMkLst>
        </pc:spChg>
        <pc:spChg chg="mod">
          <ac:chgData name="Richard Taylor" userId="fbfc1553-b23d-457b-a859-b112eb014c8c" providerId="ADAL" clId="{A77F282A-7C6B-4368-A37E-704D8CF7BA8A}" dt="2025-07-14T03:33:44.458" v="2097" actId="14100"/>
          <ac:spMkLst>
            <pc:docMk/>
            <pc:sldMk cId="3296888567" sldId="2350"/>
            <ac:spMk id="49155" creationId="{2508C7AA-3106-B856-5DEB-7968B081BE90}"/>
          </ac:spMkLst>
        </pc:spChg>
        <pc:picChg chg="add mod">
          <ac:chgData name="Richard Taylor" userId="fbfc1553-b23d-457b-a859-b112eb014c8c" providerId="ADAL" clId="{A77F282A-7C6B-4368-A37E-704D8CF7BA8A}" dt="2025-07-14T03:33:49.348" v="2099" actId="1076"/>
          <ac:picMkLst>
            <pc:docMk/>
            <pc:sldMk cId="3296888567" sldId="2350"/>
            <ac:picMk id="2" creationId="{4825F12C-E0AE-4500-9D95-4FE6C061C596}"/>
          </ac:picMkLst>
        </pc:picChg>
      </pc:sldChg>
      <pc:sldChg chg="addSp modSp add mod">
        <pc:chgData name="Richard Taylor" userId="fbfc1553-b23d-457b-a859-b112eb014c8c" providerId="ADAL" clId="{A77F282A-7C6B-4368-A37E-704D8CF7BA8A}" dt="2025-07-14T03:33:55.851" v="2101"/>
        <pc:sldMkLst>
          <pc:docMk/>
          <pc:sldMk cId="1802482392" sldId="2351"/>
        </pc:sldMkLst>
        <pc:spChg chg="add mod">
          <ac:chgData name="Richard Taylor" userId="fbfc1553-b23d-457b-a859-b112eb014c8c" providerId="ADAL" clId="{A77F282A-7C6B-4368-A37E-704D8CF7BA8A}" dt="2025-07-14T03:33:55.851" v="2101"/>
          <ac:spMkLst>
            <pc:docMk/>
            <pc:sldMk cId="1802482392" sldId="2351"/>
            <ac:spMk id="4" creationId="{672046A2-EBC6-96C6-1EDF-F849215E25BA}"/>
          </ac:spMkLst>
        </pc:spChg>
        <pc:spChg chg="mod">
          <ac:chgData name="Richard Taylor" userId="fbfc1553-b23d-457b-a859-b112eb014c8c" providerId="ADAL" clId="{A77F282A-7C6B-4368-A37E-704D8CF7BA8A}" dt="2025-07-14T03:33:53.835" v="2100" actId="14100"/>
          <ac:spMkLst>
            <pc:docMk/>
            <pc:sldMk cId="1802482392" sldId="2351"/>
            <ac:spMk id="49155" creationId="{E4A859D9-A7D1-11C5-1B1F-E27D4242D0C4}"/>
          </ac:spMkLst>
        </pc:spChg>
        <pc:picChg chg="add mod">
          <ac:chgData name="Richard Taylor" userId="fbfc1553-b23d-457b-a859-b112eb014c8c" providerId="ADAL" clId="{A77F282A-7C6B-4368-A37E-704D8CF7BA8A}" dt="2025-07-14T03:33:55.851" v="2101"/>
          <ac:picMkLst>
            <pc:docMk/>
            <pc:sldMk cId="1802482392" sldId="2351"/>
            <ac:picMk id="2" creationId="{3060BA78-44EA-79D4-D3FA-61F3E5481ED1}"/>
          </ac:picMkLst>
        </pc:picChg>
      </pc:sldChg>
      <pc:sldChg chg="modSp add mod">
        <pc:chgData name="Richard Taylor" userId="fbfc1553-b23d-457b-a859-b112eb014c8c" providerId="ADAL" clId="{A77F282A-7C6B-4368-A37E-704D8CF7BA8A}" dt="2025-07-14T03:32:11.011" v="2090" actId="20577"/>
        <pc:sldMkLst>
          <pc:docMk/>
          <pc:sldMk cId="2717814429" sldId="2352"/>
        </pc:sldMkLst>
        <pc:spChg chg="mod">
          <ac:chgData name="Richard Taylor" userId="fbfc1553-b23d-457b-a859-b112eb014c8c" providerId="ADAL" clId="{A77F282A-7C6B-4368-A37E-704D8CF7BA8A}" dt="2025-07-14T03:31:41.209" v="2078"/>
          <ac:spMkLst>
            <pc:docMk/>
            <pc:sldMk cId="2717814429" sldId="2352"/>
            <ac:spMk id="3" creationId="{17B69797-55A6-7887-E525-C04D0042775F}"/>
          </ac:spMkLst>
        </pc:spChg>
        <pc:spChg chg="mod">
          <ac:chgData name="Richard Taylor" userId="fbfc1553-b23d-457b-a859-b112eb014c8c" providerId="ADAL" clId="{A77F282A-7C6B-4368-A37E-704D8CF7BA8A}" dt="2025-07-14T03:32:11.011" v="2090" actId="20577"/>
          <ac:spMkLst>
            <pc:docMk/>
            <pc:sldMk cId="2717814429" sldId="2352"/>
            <ac:spMk id="49155" creationId="{FBAF4E45-87B1-A81F-DDBF-45BABC54FF4C}"/>
          </ac:spMkLst>
        </pc:spChg>
      </pc:sldChg>
      <pc:sldChg chg="modSp add mod">
        <pc:chgData name="Richard Taylor" userId="fbfc1553-b23d-457b-a859-b112eb014c8c" providerId="ADAL" clId="{A77F282A-7C6B-4368-A37E-704D8CF7BA8A}" dt="2025-07-14T03:32:44.068" v="2095"/>
        <pc:sldMkLst>
          <pc:docMk/>
          <pc:sldMk cId="2547314128" sldId="2353"/>
        </pc:sldMkLst>
        <pc:spChg chg="mod">
          <ac:chgData name="Richard Taylor" userId="fbfc1553-b23d-457b-a859-b112eb014c8c" providerId="ADAL" clId="{A77F282A-7C6B-4368-A37E-704D8CF7BA8A}" dt="2025-07-14T03:32:34.947" v="2094" actId="114"/>
          <ac:spMkLst>
            <pc:docMk/>
            <pc:sldMk cId="2547314128" sldId="2353"/>
            <ac:spMk id="3" creationId="{A013B643-1D3A-7DC9-A88B-A8942AA8C280}"/>
          </ac:spMkLst>
        </pc:spChg>
        <pc:spChg chg="mod">
          <ac:chgData name="Richard Taylor" userId="fbfc1553-b23d-457b-a859-b112eb014c8c" providerId="ADAL" clId="{A77F282A-7C6B-4368-A37E-704D8CF7BA8A}" dt="2025-07-14T03:32:44.068" v="2095"/>
          <ac:spMkLst>
            <pc:docMk/>
            <pc:sldMk cId="2547314128" sldId="2353"/>
            <ac:spMk id="49155" creationId="{8AC93A5C-8F51-2F47-93ED-376D3D1289AC}"/>
          </ac:spMkLst>
        </pc:spChg>
      </pc:sldChg>
      <pc:sldMasterChg chg="delSldLayout">
        <pc:chgData name="Richard Taylor" userId="fbfc1553-b23d-457b-a859-b112eb014c8c" providerId="ADAL" clId="{A77F282A-7C6B-4368-A37E-704D8CF7BA8A}" dt="2025-07-09T04:41:21.244" v="68" actId="47"/>
        <pc:sldMasterMkLst>
          <pc:docMk/>
          <pc:sldMasterMk cId="0" sldId="2147483648"/>
        </pc:sldMasterMkLst>
        <pc:sldLayoutChg chg="del">
          <pc:chgData name="Richard Taylor" userId="fbfc1553-b23d-457b-a859-b112eb014c8c" providerId="ADAL" clId="{A77F282A-7C6B-4368-A37E-704D8CF7BA8A}" dt="2025-07-09T04:41:21.244" v="68" actId="47"/>
          <pc:sldLayoutMkLst>
            <pc:docMk/>
            <pc:sldMasterMk cId="0" sldId="2147483648"/>
            <pc:sldLayoutMk cId="817684012" sldId="2147483729"/>
          </pc:sldLayoutMkLst>
        </pc:sldLayoutChg>
      </pc:sldMasterChg>
      <pc:sldMasterChg chg="del delSldLayout">
        <pc:chgData name="Richard Taylor" userId="fbfc1553-b23d-457b-a859-b112eb014c8c" providerId="ADAL" clId="{A77F282A-7C6B-4368-A37E-704D8CF7BA8A}" dt="2025-07-14T03:33:34.987" v="2096" actId="47"/>
        <pc:sldMasterMkLst>
          <pc:docMk/>
          <pc:sldMasterMk cId="2162915277" sldId="2147483728"/>
        </pc:sldMasterMkLst>
        <pc:sldLayoutChg chg="del">
          <pc:chgData name="Richard Taylor" userId="fbfc1553-b23d-457b-a859-b112eb014c8c" providerId="ADAL" clId="{A77F282A-7C6B-4368-A37E-704D8CF7BA8A}" dt="2025-07-14T03:33:34.987" v="2096" actId="47"/>
          <pc:sldLayoutMkLst>
            <pc:docMk/>
            <pc:sldMasterMk cId="2162915277" sldId="2147483728"/>
            <pc:sldLayoutMk cId="3001053526" sldId="2147483729"/>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959510454" sldId="2147483730"/>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278855336" sldId="2147483731"/>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585050116" sldId="2147483732"/>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3998533438" sldId="2147483733"/>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3396459162" sldId="2147483734"/>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914546740" sldId="2147483735"/>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956193007" sldId="2147483736"/>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3767587099" sldId="2147483737"/>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910873714" sldId="2147483738"/>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754953668" sldId="2147483739"/>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210049927" sldId="2147483740"/>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458577994" sldId="2147483741"/>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650794932" sldId="2147483742"/>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081780286" sldId="2147483743"/>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978744401" sldId="2147483744"/>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565640878" sldId="2147483745"/>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2215124581" sldId="2147483746"/>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287814181" sldId="2147483747"/>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753546470" sldId="2147483748"/>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425565233" sldId="2147483749"/>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3580873280" sldId="2147483750"/>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762779462" sldId="2147483751"/>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3643399039" sldId="2147483752"/>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231572352" sldId="2147483753"/>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4088258762" sldId="2147483754"/>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329473080" sldId="2147483755"/>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2190428935" sldId="2147483756"/>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365373661" sldId="2147483757"/>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550929809" sldId="2147483758"/>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3665760789" sldId="2147483759"/>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664765799" sldId="2147483760"/>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768911884" sldId="2147483761"/>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2593660238" sldId="2147483762"/>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888078190" sldId="2147483763"/>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110714066" sldId="2147483764"/>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156263838" sldId="2147483765"/>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3838155095" sldId="2147483766"/>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2160768607" sldId="2147483767"/>
          </pc:sldLayoutMkLst>
        </pc:sldLayoutChg>
        <pc:sldLayoutChg chg="del">
          <pc:chgData name="Richard Taylor" userId="fbfc1553-b23d-457b-a859-b112eb014c8c" providerId="ADAL" clId="{A77F282A-7C6B-4368-A37E-704D8CF7BA8A}" dt="2025-07-09T04:53:54.632" v="151" actId="47"/>
          <pc:sldLayoutMkLst>
            <pc:docMk/>
            <pc:sldMasterMk cId="2162915277" sldId="2147483728"/>
            <pc:sldLayoutMk cId="356344670" sldId="2147483768"/>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2715732650" sldId="2147483769"/>
          </pc:sldLayoutMkLst>
        </pc:sldLayoutChg>
        <pc:sldLayoutChg chg="del">
          <pc:chgData name="Richard Taylor" userId="fbfc1553-b23d-457b-a859-b112eb014c8c" providerId="ADAL" clId="{A77F282A-7C6B-4368-A37E-704D8CF7BA8A}" dt="2025-07-14T03:33:34.987" v="2096" actId="47"/>
          <pc:sldLayoutMkLst>
            <pc:docMk/>
            <pc:sldMasterMk cId="2162915277" sldId="2147483728"/>
            <pc:sldLayoutMk cId="286484912" sldId="2147483770"/>
          </pc:sldLayoutMkLst>
        </pc:sldLayoutChg>
        <pc:sldLayoutChg chg="del">
          <pc:chgData name="Richard Taylor" userId="fbfc1553-b23d-457b-a859-b112eb014c8c" providerId="ADAL" clId="{A77F282A-7C6B-4368-A37E-704D8CF7BA8A}" dt="2025-07-09T04:51:57.994" v="144" actId="47"/>
          <pc:sldLayoutMkLst>
            <pc:docMk/>
            <pc:sldMasterMk cId="2162915277" sldId="2147483728"/>
            <pc:sldLayoutMk cId="2791000314" sldId="21474837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6FACB9-5442-42CB-A03F-8E81835DABF7}" type="datetimeFigureOut">
              <a:rPr lang="en-AU" smtClean="0"/>
              <a:t>14/07/2025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395630-C934-4A98-9A10-DCA406879285}" type="slidenum">
              <a:rPr lang="en-AU" smtClean="0"/>
              <a:t>‹#›</a:t>
            </a:fld>
            <a:endParaRPr lang="en-AU"/>
          </a:p>
        </p:txBody>
      </p:sp>
    </p:spTree>
    <p:extLst>
      <p:ext uri="{BB962C8B-B14F-4D97-AF65-F5344CB8AC3E}">
        <p14:creationId xmlns:p14="http://schemas.microsoft.com/office/powerpoint/2010/main" val="3854307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FEE63A4-6533-8C00-1745-27986CB0ED5E}"/>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A7138DFB-50FB-95EF-C146-56099F029C0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2</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E736485B-C84F-710C-3B00-5878F92DDB97}"/>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E38D1C80-57C9-AC9A-1F75-2856BF3B8CAA}"/>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943178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127B2E1-36B1-A6AB-7298-2F97F56C356B}"/>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C5B7FE2D-DD64-DEBB-4987-36E9E1FE676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5</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A5C4ADE7-F604-8FDF-C078-127B77F55502}"/>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2C42C0A9-2E7E-C624-F1D7-E386A7233451}"/>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2755813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FF3381A-27BC-EFF4-A059-C565430B6338}"/>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757B6AA3-D52C-0D9D-83AA-DDAD1F09CED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10</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999D6257-6626-7EEE-4154-1351BB395C2C}"/>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6F6F5293-ECD4-81AC-4D45-118415DFC03A}"/>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303580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7600D89-EA68-EEBC-92E5-6F57D41A323F}"/>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F900CC5B-37EB-884A-09CE-C6E8DA89DAB8}"/>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16</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8CB088BA-87E3-315D-FDE7-0C424E5575F5}"/>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B2107AE2-A495-44B8-6B84-64D7FB3205F7}"/>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3159815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4BA4C42-8E00-216B-8625-21CC5551A5B6}"/>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9535A527-7B10-0E86-3E25-565D11E93C15}"/>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19</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69C66208-0283-0054-1418-C7F9670C43C4}"/>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4FF7207C-085B-C33E-6737-6DB406304E57}"/>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2483340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26E045C-13D7-12E7-7511-493D672302E2}"/>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D8C8E7A9-AF2E-D6C0-F330-BC36EFB28FD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23</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E966BD1F-D42E-754E-E480-EAC41C7425FD}"/>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4A4E3092-19C1-CD73-1FD3-FD66768D6A40}"/>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3025501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6138BBF-8E10-4EF1-D75A-04F5764C15BB}"/>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7BC18D20-45AD-6AFD-ADFF-4FDADBFA1F89}"/>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24</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7CEF97DF-4A55-5E9A-C0DC-D95DC27B124E}"/>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38D9CB2E-151D-3FA6-F06F-3B25EEAA9F47}"/>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3839082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94045E5-FBFF-887B-AE4F-74EA78F55052}"/>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0AA0CCC0-8155-F009-9D0A-6CEA292A1F7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25</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D59853F7-17C0-FB32-299C-8BAD55EA41D4}"/>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135C73CB-15E3-43A2-05B9-C2729D1261A5}"/>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2494268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4FF6119-0636-6441-F6D5-C0CDBB31AB03}"/>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B71EFFCB-294A-9352-409A-2CC543041AB4}"/>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26</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9487F5C5-38B2-CF5B-BF79-6BDAF199688A}"/>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F5E1C0C9-DB86-34EB-D4CE-67BA62E19FF7}"/>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31727183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1F32E22-13A7-5129-A191-2322667F9AAB}"/>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C2B969BD-91C8-7B64-9D23-023CC3C55E41}"/>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27</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92C276C9-51E7-A8E3-4346-3121C34809ED}"/>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3052BFB2-7BE8-B5B3-6BDE-4558D4162178}"/>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1600421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3616358-00DD-5BA5-DB7F-6D9F294D4684}"/>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F5FCF53F-BF83-1F89-A0D9-1093A72DF8C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28</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2D244846-E8B1-E112-DA7E-AC4785BA9CCE}"/>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0BA47AB1-FC76-1FF7-FDE2-48DA26FE3B9D}"/>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2735400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FC146E4-9E5A-1266-5276-6EC4EAA250E8}"/>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1441A241-B1E4-4893-23B9-8414EDA5655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29</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6A7F45D2-0D2A-0C5A-C1F0-28D313B22CAB}"/>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56A1BB3F-B174-AB90-D888-1A0DE88E6052}"/>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15184133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20E8CF9-228E-10C4-B041-A80267D21ECB}"/>
            </a:ext>
          </a:extLst>
        </p:cNvPr>
        <p:cNvGrpSpPr/>
        <p:nvPr/>
      </p:nvGrpSpPr>
      <p:grpSpPr>
        <a:xfrm>
          <a:off x="0" y="0"/>
          <a:ext cx="0" cy="0"/>
          <a:chOff x="0" y="0"/>
          <a:chExt cx="0" cy="0"/>
        </a:xfrm>
      </p:grpSpPr>
      <p:sp>
        <p:nvSpPr>
          <p:cNvPr id="70658" name="Rectangle 7">
            <a:extLst>
              <a:ext uri="{FF2B5EF4-FFF2-40B4-BE49-F238E27FC236}">
                <a16:creationId xmlns:a16="http://schemas.microsoft.com/office/drawing/2014/main" id="{82867BE4-8AC1-1947-09FB-8F0329BED2E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881063" algn="l"/>
                <a:tab pos="1763713" algn="l"/>
                <a:tab pos="2646363" algn="l"/>
                <a:tab pos="3527425" algn="l"/>
                <a:tab pos="4410075" algn="l"/>
                <a:tab pos="5292725" algn="l"/>
                <a:tab pos="6175375" algn="l"/>
                <a:tab pos="7056438" algn="l"/>
                <a:tab pos="7939088" algn="l"/>
                <a:tab pos="8821738" algn="l"/>
                <a:tab pos="9702800" algn="l"/>
              </a:tabLst>
              <a:defRPr sz="1200">
                <a:solidFill>
                  <a:srgbClr val="000000"/>
                </a:solidFill>
                <a:latin typeface="Times New Roman" panose="02020603050405020304" pitchFamily="18" charset="0"/>
              </a:defRPr>
            </a:lvl9pPr>
          </a:lstStyle>
          <a:p>
            <a:pPr>
              <a:spcBef>
                <a:spcPct val="0"/>
              </a:spcBef>
              <a:buClrTx/>
              <a:buFontTx/>
              <a:buNone/>
            </a:pPr>
            <a:fld id="{EF6F970B-03FB-430B-854E-8DBE840C14F8}" type="slidenum">
              <a:rPr lang="en-AU" altLang="en-US" sz="1300" smtClean="0">
                <a:latin typeface="Arial" panose="020B0604020202020204" pitchFamily="34" charset="0"/>
                <a:ea typeface="Arial Unicode MS" panose="020B0604020202020204" pitchFamily="34" charset="-128"/>
              </a:rPr>
              <a:pPr>
                <a:spcBef>
                  <a:spcPct val="0"/>
                </a:spcBef>
                <a:buClrTx/>
                <a:buFontTx/>
                <a:buNone/>
              </a:pPr>
              <a:t>30</a:t>
            </a:fld>
            <a:endParaRPr lang="en-AU" altLang="en-US" sz="1300">
              <a:latin typeface="Arial" panose="020B0604020202020204" pitchFamily="34" charset="0"/>
              <a:ea typeface="Arial Unicode MS" panose="020B0604020202020204" pitchFamily="34" charset="-128"/>
            </a:endParaRPr>
          </a:p>
        </p:txBody>
      </p:sp>
      <p:sp>
        <p:nvSpPr>
          <p:cNvPr id="70659" name="Rectangle 1">
            <a:extLst>
              <a:ext uri="{FF2B5EF4-FFF2-40B4-BE49-F238E27FC236}">
                <a16:creationId xmlns:a16="http://schemas.microsoft.com/office/drawing/2014/main" id="{C190798B-22AC-25ED-60E9-C514FA13F75C}"/>
              </a:ext>
            </a:extLst>
          </p:cNvPr>
          <p:cNvSpPr>
            <a:spLocks noGrp="1" noRot="1" noChangeAspect="1" noChangeArrowheads="1" noTextEdit="1"/>
          </p:cNvSpPr>
          <p:nvPr>
            <p:ph type="sldImg"/>
          </p:nvPr>
        </p:nvSpPr>
        <p:spPr>
          <a:xfrm>
            <a:off x="90488" y="744538"/>
            <a:ext cx="6616700" cy="3722687"/>
          </a:xfrm>
          <a:solidFill>
            <a:srgbClr val="FFFFFF"/>
          </a:solidFill>
          <a:ln/>
        </p:spPr>
      </p:sp>
      <p:sp>
        <p:nvSpPr>
          <p:cNvPr id="70660" name="Rectangle 2">
            <a:extLst>
              <a:ext uri="{FF2B5EF4-FFF2-40B4-BE49-F238E27FC236}">
                <a16:creationId xmlns:a16="http://schemas.microsoft.com/office/drawing/2014/main" id="{C9E7467D-83D5-14FF-E37B-93E0478E32BF}"/>
              </a:ext>
            </a:extLst>
          </p:cNvPr>
          <p:cNvSpPr>
            <a:spLocks noGrp="1" noChangeArrowheads="1"/>
          </p:cNvSpPr>
          <p:nvPr>
            <p:ph type="body" idx="1"/>
          </p:nvPr>
        </p:nvSpPr>
        <p:spPr>
          <a:xfrm>
            <a:off x="679450" y="4714875"/>
            <a:ext cx="5438775" cy="4467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en-US" dirty="0">
                <a:latin typeface="Times New Roman" panose="02020603050405020304" pitchFamily="18" charset="0"/>
              </a:rPr>
              <a:t>Australia no bill of rights</a:t>
            </a:r>
          </a:p>
          <a:p>
            <a:r>
              <a:rPr lang="en-US" altLang="en-US" dirty="0">
                <a:latin typeface="Times New Roman" panose="02020603050405020304" pitchFamily="18" charset="0"/>
              </a:rPr>
              <a:t>Extra important admin law often only avenue of redress</a:t>
            </a:r>
          </a:p>
        </p:txBody>
      </p:sp>
    </p:spTree>
    <p:extLst>
      <p:ext uri="{BB962C8B-B14F-4D97-AF65-F5344CB8AC3E}">
        <p14:creationId xmlns:p14="http://schemas.microsoft.com/office/powerpoint/2010/main" val="205876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grpSp>
        <p:nvGrpSpPr>
          <p:cNvPr id="15" name="Group 9">
            <a:extLst>
              <a:ext uri="{FF2B5EF4-FFF2-40B4-BE49-F238E27FC236}">
                <a16:creationId xmlns:a16="http://schemas.microsoft.com/office/drawing/2014/main" id="{68AAA168-4901-191E-C934-CE688E023730}"/>
              </a:ext>
            </a:extLst>
          </p:cNvPr>
          <p:cNvGrpSpPr/>
          <p:nvPr userDrawn="1"/>
        </p:nvGrpSpPr>
        <p:grpSpPr>
          <a:xfrm>
            <a:off x="0" y="0"/>
            <a:ext cx="12192000" cy="6858000"/>
            <a:chOff x="0" y="0"/>
            <a:chExt cx="17339733" cy="9753600"/>
          </a:xfrm>
        </p:grpSpPr>
        <p:sp>
          <p:nvSpPr>
            <p:cNvPr id="16" name="Freeform 10">
              <a:extLst>
                <a:ext uri="{FF2B5EF4-FFF2-40B4-BE49-F238E27FC236}">
                  <a16:creationId xmlns:a16="http://schemas.microsoft.com/office/drawing/2014/main" id="{D12B860B-08C4-0BC5-D35E-EBD0BEC55A3B}"/>
                </a:ext>
              </a:extLst>
            </p:cNvPr>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7" name="Group 2">
            <a:extLst>
              <a:ext uri="{FF2B5EF4-FFF2-40B4-BE49-F238E27FC236}">
                <a16:creationId xmlns:a16="http://schemas.microsoft.com/office/drawing/2014/main" id="{58F146F9-4DB6-EF6B-7A93-1EB4AADC5B66}"/>
              </a:ext>
            </a:extLst>
          </p:cNvPr>
          <p:cNvGrpSpPr/>
          <p:nvPr userDrawn="1"/>
        </p:nvGrpSpPr>
        <p:grpSpPr>
          <a:xfrm rot="-10800000">
            <a:off x="11045567" y="-12700"/>
            <a:ext cx="1146433" cy="1146433"/>
            <a:chOff x="0" y="0"/>
            <a:chExt cx="1630482" cy="1630482"/>
          </a:xfrm>
        </p:grpSpPr>
        <p:sp>
          <p:nvSpPr>
            <p:cNvPr id="18" name="Freeform 3">
              <a:extLst>
                <a:ext uri="{FF2B5EF4-FFF2-40B4-BE49-F238E27FC236}">
                  <a16:creationId xmlns:a16="http://schemas.microsoft.com/office/drawing/2014/main" id="{308D6B99-6919-5AC9-813A-A6DFDBB8F046}"/>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19" name="TextBox 10">
            <a:extLst>
              <a:ext uri="{FF2B5EF4-FFF2-40B4-BE49-F238E27FC236}">
                <a16:creationId xmlns:a16="http://schemas.microsoft.com/office/drawing/2014/main" id="{CC318079-065A-5C59-95AA-558BE0FFCA54}"/>
              </a:ext>
            </a:extLst>
          </p:cNvPr>
          <p:cNvSpPr txBox="1"/>
          <p:nvPr userDrawn="1"/>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32689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84889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973011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6050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559955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85416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20164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873762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91360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72355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1246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grpSp>
        <p:nvGrpSpPr>
          <p:cNvPr id="17" name="Group 9">
            <a:extLst>
              <a:ext uri="{FF2B5EF4-FFF2-40B4-BE49-F238E27FC236}">
                <a16:creationId xmlns:a16="http://schemas.microsoft.com/office/drawing/2014/main" id="{7546362F-7599-2FAA-AE78-AD91060003E0}"/>
              </a:ext>
            </a:extLst>
          </p:cNvPr>
          <p:cNvGrpSpPr/>
          <p:nvPr userDrawn="1"/>
        </p:nvGrpSpPr>
        <p:grpSpPr>
          <a:xfrm>
            <a:off x="0" y="0"/>
            <a:ext cx="12192000" cy="6858000"/>
            <a:chOff x="0" y="0"/>
            <a:chExt cx="17339733" cy="9753600"/>
          </a:xfrm>
        </p:grpSpPr>
        <p:sp>
          <p:nvSpPr>
            <p:cNvPr id="18" name="Freeform 10">
              <a:extLst>
                <a:ext uri="{FF2B5EF4-FFF2-40B4-BE49-F238E27FC236}">
                  <a16:creationId xmlns:a16="http://schemas.microsoft.com/office/drawing/2014/main" id="{B3DD606C-F406-A17C-80B2-0DEEAA13603E}"/>
                </a:ext>
              </a:extLst>
            </p:cNvPr>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9" name="Group 2">
            <a:extLst>
              <a:ext uri="{FF2B5EF4-FFF2-40B4-BE49-F238E27FC236}">
                <a16:creationId xmlns:a16="http://schemas.microsoft.com/office/drawing/2014/main" id="{6809E054-5F6E-F5B9-1009-0EF30A82BAB9}"/>
              </a:ext>
            </a:extLst>
          </p:cNvPr>
          <p:cNvGrpSpPr/>
          <p:nvPr userDrawn="1"/>
        </p:nvGrpSpPr>
        <p:grpSpPr>
          <a:xfrm rot="-10800000">
            <a:off x="11045567" y="-12700"/>
            <a:ext cx="1146433" cy="1146433"/>
            <a:chOff x="0" y="0"/>
            <a:chExt cx="1630482" cy="1630482"/>
          </a:xfrm>
        </p:grpSpPr>
        <p:sp>
          <p:nvSpPr>
            <p:cNvPr id="20" name="Freeform 3">
              <a:extLst>
                <a:ext uri="{FF2B5EF4-FFF2-40B4-BE49-F238E27FC236}">
                  <a16:creationId xmlns:a16="http://schemas.microsoft.com/office/drawing/2014/main" id="{1F644548-D707-A840-998C-BA16B562847F}"/>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endParaRPr lang="en-AU"/>
            </a:p>
          </p:txBody>
        </p:sp>
      </p:grpSp>
      <p:sp>
        <p:nvSpPr>
          <p:cNvPr id="21" name="TextBox 10">
            <a:extLst>
              <a:ext uri="{FF2B5EF4-FFF2-40B4-BE49-F238E27FC236}">
                <a16:creationId xmlns:a16="http://schemas.microsoft.com/office/drawing/2014/main" id="{86B5217A-2963-8ECD-A2C4-00DF5372F72B}"/>
              </a:ext>
            </a:extLst>
          </p:cNvPr>
          <p:cNvSpPr txBox="1"/>
          <p:nvPr userDrawn="1"/>
        </p:nvSpPr>
        <p:spPr>
          <a:xfrm>
            <a:off x="10195446" y="6347803"/>
            <a:ext cx="1773879" cy="193258"/>
          </a:xfrm>
          <a:prstGeom prst="rect">
            <a:avLst/>
          </a:prstGeom>
        </p:spPr>
        <p:txBody>
          <a:bodyPr lIns="0" tIns="0" rIns="0" bIns="0" rtlCol="0" anchor="t">
            <a:spAutoFit/>
          </a:bodyPr>
          <a:lstStyle/>
          <a:p>
            <a:pPr algn="l">
              <a:lnSpc>
                <a:spcPts val="1422"/>
              </a:lnSpc>
            </a:pPr>
            <a:r>
              <a:rPr lang="en-US" sz="1016">
                <a:solidFill>
                  <a:srgbClr val="FFFFFF"/>
                </a:solidFill>
                <a:latin typeface="Arial"/>
                <a:ea typeface="Arial"/>
                <a:cs typeface="Arial"/>
                <a:sym typeface="Arial"/>
              </a:rPr>
              <a:t>Administrative Law –LAW1023</a:t>
            </a:r>
          </a:p>
        </p:txBody>
      </p:sp>
    </p:spTree>
  </p:cSld>
  <p:clrMap bg1="lt1" tx1="dk1" bg2="lt2" tx2="dk2" accent1="accent1" accent2="accent2" accent3="accent3" accent4="accent4" accent5="accent5" accent6="accent6" hlink="hlink" folHlink="folHlink"/>
  <p:sldLayoutIdLst>
    <p:sldLayoutId id="2147483655"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7/14/2025</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98524506"/>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sbs.com.au/news/article/2-4-million-brittany-higgins-compensation-payout-found-not-corrupt-by-nacc-watchdog/vbyhwwtmv" TargetMode="External"/><Relationship Id="rId7" Type="http://schemas.openxmlformats.org/officeDocument/2006/relationships/hyperlink" Target="https://www.abc.net.au/news/2025-03-10/victoria-foi-secrecy-data-government-ovic-records-backlog/105002120" TargetMode="External"/><Relationship Id="rId2" Type="http://schemas.openxmlformats.org/officeDocument/2006/relationships/image" Target="../media/image3.png"/><Relationship Id="rId1" Type="http://schemas.openxmlformats.org/officeDocument/2006/relationships/slideLayout" Target="../slideLayouts/slideLayout17.xml"/><Relationship Id="rId6" Type="http://schemas.openxmlformats.org/officeDocument/2006/relationships/image" Target="../media/image5.png"/><Relationship Id="rId5" Type="http://schemas.openxmlformats.org/officeDocument/2006/relationships/hyperlink" Target="https://www.refugeecouncil.org.au/findings-on-offshore-detention-at-sea/"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 y="0"/>
            <a:ext cx="9144000" cy="1146433"/>
            <a:chOff x="0" y="0"/>
            <a:chExt cx="13004800" cy="1630482"/>
          </a:xfrm>
        </p:grpSpPr>
        <p:sp>
          <p:nvSpPr>
            <p:cNvPr id="3" name="Freeform 3"/>
            <p:cNvSpPr/>
            <p:nvPr/>
          </p:nvSpPr>
          <p:spPr>
            <a:xfrm>
              <a:off x="0" y="0"/>
              <a:ext cx="13004800" cy="1630426"/>
            </a:xfrm>
            <a:custGeom>
              <a:avLst/>
              <a:gdLst/>
              <a:ahLst/>
              <a:cxnLst/>
              <a:rect l="l" t="t" r="r" b="b"/>
              <a:pathLst>
                <a:path w="13004800" h="1630426">
                  <a:moveTo>
                    <a:pt x="0" y="0"/>
                  </a:moveTo>
                  <a:lnTo>
                    <a:pt x="13004800" y="0"/>
                  </a:lnTo>
                  <a:lnTo>
                    <a:pt x="13004800" y="1630426"/>
                  </a:lnTo>
                  <a:lnTo>
                    <a:pt x="0" y="1630426"/>
                  </a:lnTo>
                  <a:close/>
                </a:path>
              </a:pathLst>
            </a:custGeom>
            <a:solidFill>
              <a:srgbClr val="000054"/>
            </a:solidFill>
          </p:spPr>
          <p:txBody>
            <a:bodyPr/>
            <a:lstStyle/>
            <a:p>
              <a:endParaRPr lang="en-AU"/>
            </a:p>
          </p:txBody>
        </p:sp>
      </p:grpSp>
      <p:grpSp>
        <p:nvGrpSpPr>
          <p:cNvPr id="4" name="Group 4"/>
          <p:cNvGrpSpPr/>
          <p:nvPr/>
        </p:nvGrpSpPr>
        <p:grpSpPr>
          <a:xfrm>
            <a:off x="1524000" y="6065520"/>
            <a:ext cx="792480" cy="792480"/>
            <a:chOff x="0" y="0"/>
            <a:chExt cx="1127083" cy="1127083"/>
          </a:xfrm>
        </p:grpSpPr>
        <p:sp>
          <p:nvSpPr>
            <p:cNvPr id="5" name="Freeform 5"/>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grpSp>
        <p:nvGrpSpPr>
          <p:cNvPr id="6" name="Group 6"/>
          <p:cNvGrpSpPr/>
          <p:nvPr/>
        </p:nvGrpSpPr>
        <p:grpSpPr>
          <a:xfrm rot="-10800000">
            <a:off x="9521567" y="-12700"/>
            <a:ext cx="1146433" cy="1146433"/>
            <a:chOff x="0" y="0"/>
            <a:chExt cx="1630482" cy="1630482"/>
          </a:xfrm>
        </p:grpSpPr>
        <p:sp>
          <p:nvSpPr>
            <p:cNvPr id="7" name="Freeform 7"/>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AA00AA"/>
            </a:solidFill>
          </p:spPr>
          <p:txBody>
            <a:bodyPr/>
            <a:lstStyle/>
            <a:p>
              <a:endParaRPr lang="en-AU"/>
            </a:p>
          </p:txBody>
        </p:sp>
      </p:grpSp>
      <p:sp>
        <p:nvSpPr>
          <p:cNvPr id="8" name="Freeform 8"/>
          <p:cNvSpPr/>
          <p:nvPr/>
        </p:nvSpPr>
        <p:spPr>
          <a:xfrm>
            <a:off x="8815018" y="6096112"/>
            <a:ext cx="1405942" cy="629767"/>
          </a:xfrm>
          <a:custGeom>
            <a:avLst/>
            <a:gdLst/>
            <a:ahLst/>
            <a:cxnLst/>
            <a:rect l="l" t="t" r="r" b="b"/>
            <a:pathLst>
              <a:path w="1405942" h="629767">
                <a:moveTo>
                  <a:pt x="0" y="0"/>
                </a:moveTo>
                <a:lnTo>
                  <a:pt x="1405942" y="0"/>
                </a:lnTo>
                <a:lnTo>
                  <a:pt x="1405942" y="629767"/>
                </a:lnTo>
                <a:lnTo>
                  <a:pt x="0" y="629767"/>
                </a:lnTo>
                <a:lnTo>
                  <a:pt x="0" y="0"/>
                </a:lnTo>
                <a:close/>
              </a:path>
            </a:pathLst>
          </a:custGeom>
          <a:blipFill>
            <a:blip r:embed="rId2"/>
            <a:stretch>
              <a:fillRect l="-229" r="-229"/>
            </a:stretch>
          </a:blipFill>
        </p:spPr>
        <p:txBody>
          <a:bodyPr/>
          <a:lstStyle/>
          <a:p>
            <a:endParaRPr lang="en-AU"/>
          </a:p>
        </p:txBody>
      </p:sp>
      <p:grpSp>
        <p:nvGrpSpPr>
          <p:cNvPr id="9" name="Group 9"/>
          <p:cNvGrpSpPr/>
          <p:nvPr/>
        </p:nvGrpSpPr>
        <p:grpSpPr>
          <a:xfrm>
            <a:off x="0" y="0"/>
            <a:ext cx="12192000" cy="6858000"/>
            <a:chOff x="0" y="0"/>
            <a:chExt cx="17339733" cy="9753600"/>
          </a:xfrm>
        </p:grpSpPr>
        <p:sp>
          <p:nvSpPr>
            <p:cNvPr id="10" name="Freeform 10"/>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1" name="Group 11"/>
          <p:cNvGrpSpPr/>
          <p:nvPr/>
        </p:nvGrpSpPr>
        <p:grpSpPr>
          <a:xfrm>
            <a:off x="0" y="6065521"/>
            <a:ext cx="792480" cy="792480"/>
            <a:chOff x="0" y="0"/>
            <a:chExt cx="1127083" cy="1127083"/>
          </a:xfrm>
        </p:grpSpPr>
        <p:sp>
          <p:nvSpPr>
            <p:cNvPr id="12" name="Freeform 12"/>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sp>
        <p:nvSpPr>
          <p:cNvPr id="13" name="Freeform 13"/>
          <p:cNvSpPr/>
          <p:nvPr/>
        </p:nvSpPr>
        <p:spPr>
          <a:xfrm>
            <a:off x="10786058" y="6228232"/>
            <a:ext cx="1405942" cy="629768"/>
          </a:xfrm>
          <a:custGeom>
            <a:avLst/>
            <a:gdLst/>
            <a:ahLst/>
            <a:cxnLst/>
            <a:rect l="l" t="t" r="r" b="b"/>
            <a:pathLst>
              <a:path w="1405942" h="629768">
                <a:moveTo>
                  <a:pt x="0" y="0"/>
                </a:moveTo>
                <a:lnTo>
                  <a:pt x="1405942" y="0"/>
                </a:lnTo>
                <a:lnTo>
                  <a:pt x="1405942" y="629768"/>
                </a:lnTo>
                <a:lnTo>
                  <a:pt x="0" y="629768"/>
                </a:lnTo>
                <a:lnTo>
                  <a:pt x="0" y="0"/>
                </a:lnTo>
                <a:close/>
              </a:path>
            </a:pathLst>
          </a:custGeom>
          <a:blipFill>
            <a:blip r:embed="rId3"/>
            <a:stretch>
              <a:fillRect l="-229" r="-229"/>
            </a:stretch>
          </a:blipFill>
        </p:spPr>
        <p:txBody>
          <a:bodyPr/>
          <a:lstStyle/>
          <a:p>
            <a:endParaRPr lang="en-AU"/>
          </a:p>
        </p:txBody>
      </p:sp>
      <p:grpSp>
        <p:nvGrpSpPr>
          <p:cNvPr id="14" name="Group 14"/>
          <p:cNvGrpSpPr/>
          <p:nvPr/>
        </p:nvGrpSpPr>
        <p:grpSpPr>
          <a:xfrm rot="5400000">
            <a:off x="8991603" y="0"/>
            <a:ext cx="3200396" cy="3200398"/>
            <a:chOff x="0" y="0"/>
            <a:chExt cx="4551674" cy="4551677"/>
          </a:xfrm>
        </p:grpSpPr>
        <p:sp>
          <p:nvSpPr>
            <p:cNvPr id="15" name="Freeform 15"/>
            <p:cNvSpPr/>
            <p:nvPr/>
          </p:nvSpPr>
          <p:spPr>
            <a:xfrm>
              <a:off x="0" y="0"/>
              <a:ext cx="4551680" cy="4551680"/>
            </a:xfrm>
            <a:custGeom>
              <a:avLst/>
              <a:gdLst/>
              <a:ahLst/>
              <a:cxnLst/>
              <a:rect l="l" t="t" r="r" b="b"/>
              <a:pathLst>
                <a:path w="4551680" h="4551680">
                  <a:moveTo>
                    <a:pt x="0" y="0"/>
                  </a:moveTo>
                  <a:lnTo>
                    <a:pt x="4551680" y="0"/>
                  </a:lnTo>
                  <a:cubicBezTo>
                    <a:pt x="4551680" y="2513838"/>
                    <a:pt x="2513838" y="4551680"/>
                    <a:pt x="0" y="4551680"/>
                  </a:cubicBezTo>
                  <a:close/>
                </a:path>
              </a:pathLst>
            </a:custGeom>
            <a:solidFill>
              <a:srgbClr val="7AE1AA"/>
            </a:solidFill>
          </p:spPr>
          <p:txBody>
            <a:bodyPr/>
            <a:lstStyle/>
            <a:p>
              <a:endParaRPr lang="en-AU"/>
            </a:p>
          </p:txBody>
        </p:sp>
      </p:grpSp>
      <p:sp>
        <p:nvSpPr>
          <p:cNvPr id="16" name="TextBox 16"/>
          <p:cNvSpPr txBox="1"/>
          <p:nvPr/>
        </p:nvSpPr>
        <p:spPr>
          <a:xfrm>
            <a:off x="2537900" y="1790291"/>
            <a:ext cx="6910899" cy="1863395"/>
          </a:xfrm>
          <a:prstGeom prst="rect">
            <a:avLst/>
          </a:prstGeom>
        </p:spPr>
        <p:txBody>
          <a:bodyPr wrap="square" lIns="0" tIns="0" rIns="0" bIns="0" rtlCol="0" anchor="t">
            <a:spAutoFit/>
          </a:bodyPr>
          <a:lstStyle/>
          <a:p>
            <a:pPr algn="l">
              <a:lnSpc>
                <a:spcPts val="4800"/>
              </a:lnSpc>
            </a:pPr>
            <a:r>
              <a:rPr lang="en-US" sz="4000" b="1" dirty="0">
                <a:solidFill>
                  <a:srgbClr val="7AE1AA"/>
                </a:solidFill>
                <a:latin typeface="Arial Bold"/>
                <a:ea typeface="Arial Bold"/>
                <a:cs typeface="Arial Bold"/>
                <a:sym typeface="Arial Bold"/>
              </a:rPr>
              <a:t>—</a:t>
            </a:r>
          </a:p>
          <a:p>
            <a:pPr algn="l">
              <a:lnSpc>
                <a:spcPts val="5280"/>
              </a:lnSpc>
            </a:pPr>
            <a:r>
              <a:rPr lang="en-US" sz="4400" b="1" dirty="0">
                <a:solidFill>
                  <a:srgbClr val="FFFFFF"/>
                </a:solidFill>
                <a:latin typeface="Arial Bold"/>
                <a:ea typeface="Arial Bold"/>
                <a:cs typeface="Arial Bold"/>
                <a:sym typeface="Arial Bold"/>
              </a:rPr>
              <a:t>Administrative Law 2025</a:t>
            </a:r>
          </a:p>
          <a:p>
            <a:pPr algn="l">
              <a:lnSpc>
                <a:spcPts val="5280"/>
              </a:lnSpc>
            </a:pPr>
            <a:r>
              <a:rPr lang="en-US" sz="2000" b="1" dirty="0">
                <a:solidFill>
                  <a:srgbClr val="FFFFFF"/>
                </a:solidFill>
                <a:latin typeface="Arial Bold"/>
                <a:ea typeface="Arial Bold"/>
                <a:cs typeface="Arial Bold"/>
                <a:sym typeface="Arial Bold"/>
              </a:rPr>
              <a:t>Week 5 Tutorial Introduction to Judicial Review</a:t>
            </a:r>
          </a:p>
        </p:txBody>
      </p:sp>
      <p:sp>
        <p:nvSpPr>
          <p:cNvPr id="17" name="TextBox 17"/>
          <p:cNvSpPr txBox="1"/>
          <p:nvPr/>
        </p:nvSpPr>
        <p:spPr>
          <a:xfrm>
            <a:off x="2537901" y="5133185"/>
            <a:ext cx="5407462" cy="636072"/>
          </a:xfrm>
          <a:prstGeom prst="rect">
            <a:avLst/>
          </a:prstGeom>
        </p:spPr>
        <p:txBody>
          <a:bodyPr lIns="0" tIns="0" rIns="0" bIns="0" rtlCol="0" anchor="t">
            <a:spAutoFit/>
          </a:bodyPr>
          <a:lstStyle/>
          <a:p>
            <a:pPr algn="l">
              <a:lnSpc>
                <a:spcPts val="2879"/>
              </a:lnSpc>
            </a:pPr>
            <a:r>
              <a:rPr lang="en-US" sz="2399" dirty="0">
                <a:solidFill>
                  <a:srgbClr val="FFFFFF"/>
                </a:solidFill>
                <a:latin typeface="Arial"/>
                <a:ea typeface="Arial"/>
                <a:cs typeface="Arial"/>
                <a:sym typeface="Arial"/>
              </a:rPr>
              <a:t>Dr Richard Taylor</a:t>
            </a:r>
          </a:p>
          <a:p>
            <a:pPr algn="l">
              <a:lnSpc>
                <a:spcPts val="2160"/>
              </a:lnSpc>
            </a:pPr>
            <a:r>
              <a:rPr lang="en-US" sz="1800" dirty="0">
                <a:solidFill>
                  <a:srgbClr val="FFFFFF"/>
                </a:solidFill>
                <a:latin typeface="Arial"/>
                <a:ea typeface="Arial"/>
                <a:cs typeface="Arial"/>
                <a:sym typeface="Arial"/>
              </a:rPr>
              <a:t>Lecturer, School of Law</a:t>
            </a:r>
          </a:p>
        </p:txBody>
      </p:sp>
      <p:sp>
        <p:nvSpPr>
          <p:cNvPr id="18" name="AutoShape 18"/>
          <p:cNvSpPr/>
          <p:nvPr/>
        </p:nvSpPr>
        <p:spPr>
          <a:xfrm rot="47869">
            <a:off x="2533397" y="5059348"/>
            <a:ext cx="1824172" cy="0"/>
          </a:xfrm>
          <a:prstGeom prst="line">
            <a:avLst/>
          </a:prstGeom>
          <a:ln w="19050" cap="rnd">
            <a:solidFill>
              <a:srgbClr val="7AE1AA"/>
            </a:solidFill>
            <a:prstDash val="solid"/>
            <a:headEnd type="none" w="sm" len="sm"/>
            <a:tailEnd type="none" w="sm" len="sm"/>
          </a:ln>
        </p:spPr>
        <p:txBody>
          <a:bodyPr/>
          <a:lstStyle/>
          <a:p>
            <a:endParaRPr lang="en-A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2AF7A-DC1E-7783-C641-BA53C151A425}"/>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6EF7CFD2-23F1-201E-BB39-FF3DEE1D2A66}"/>
              </a:ext>
            </a:extLst>
          </p:cNvPr>
          <p:cNvSpPr txBox="1">
            <a:spLocks noChangeArrowheads="1"/>
          </p:cNvSpPr>
          <p:nvPr/>
        </p:nvSpPr>
        <p:spPr bwMode="auto">
          <a:xfrm>
            <a:off x="997183" y="1875939"/>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 name="TextBox 2">
            <a:extLst>
              <a:ext uri="{FF2B5EF4-FFF2-40B4-BE49-F238E27FC236}">
                <a16:creationId xmlns:a16="http://schemas.microsoft.com/office/drawing/2014/main" id="{468900A8-8153-2EEB-A2AE-86FE7044035F}"/>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Agenda</a:t>
            </a:r>
          </a:p>
        </p:txBody>
      </p:sp>
      <p:grpSp>
        <p:nvGrpSpPr>
          <p:cNvPr id="45" name="Group 44">
            <a:extLst>
              <a:ext uri="{FF2B5EF4-FFF2-40B4-BE49-F238E27FC236}">
                <a16:creationId xmlns:a16="http://schemas.microsoft.com/office/drawing/2014/main" id="{AA8F17D7-4946-0F02-1807-697D7389F144}"/>
              </a:ext>
            </a:extLst>
          </p:cNvPr>
          <p:cNvGrpSpPr/>
          <p:nvPr/>
        </p:nvGrpSpPr>
        <p:grpSpPr>
          <a:xfrm>
            <a:off x="1524000" y="1524000"/>
            <a:ext cx="8888648" cy="4293228"/>
            <a:chOff x="1651677" y="1731054"/>
            <a:chExt cx="8888648" cy="4293228"/>
          </a:xfrm>
        </p:grpSpPr>
        <p:sp>
          <p:nvSpPr>
            <p:cNvPr id="2" name="Shape;2234;p44">
              <a:extLst>
                <a:ext uri="{FF2B5EF4-FFF2-40B4-BE49-F238E27FC236}">
                  <a16:creationId xmlns:a16="http://schemas.microsoft.com/office/drawing/2014/main" id="{C3D1E324-97EF-43EF-A588-256F3BA694A8}"/>
                </a:ext>
              </a:extLst>
            </p:cNvPr>
            <p:cNvSpPr/>
            <p:nvPr/>
          </p:nvSpPr>
          <p:spPr>
            <a:xfrm>
              <a:off x="2098942" y="1732110"/>
              <a:ext cx="3725025" cy="961142"/>
            </a:xfrm>
            <a:custGeom>
              <a:avLst/>
              <a:gdLst/>
              <a:ahLst/>
              <a:cxnLst/>
              <a:rect l="l" t="t" r="r" b="b"/>
              <a:pathLst>
                <a:path w="104014" h="26838" extrusionOk="0">
                  <a:moveTo>
                    <a:pt x="1" y="1"/>
                  </a:moveTo>
                  <a:lnTo>
                    <a:pt x="1" y="26837"/>
                  </a:lnTo>
                  <a:lnTo>
                    <a:pt x="90929" y="26837"/>
                  </a:lnTo>
                  <a:cubicBezTo>
                    <a:pt x="98156" y="26837"/>
                    <a:pt x="104014" y="20980"/>
                    <a:pt x="104014" y="13753"/>
                  </a:cubicBezTo>
                  <a:lnTo>
                    <a:pt x="104014" y="11205"/>
                  </a:lnTo>
                  <a:cubicBezTo>
                    <a:pt x="104014" y="5013"/>
                    <a:pt x="98989" y="1"/>
                    <a:pt x="92810"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4" name="Shape;2235;p44">
              <a:extLst>
                <a:ext uri="{FF2B5EF4-FFF2-40B4-BE49-F238E27FC236}">
                  <a16:creationId xmlns:a16="http://schemas.microsoft.com/office/drawing/2014/main" id="{392B9AA1-1DF4-891C-A953-B092CFF933A4}"/>
                </a:ext>
              </a:extLst>
            </p:cNvPr>
            <p:cNvSpPr/>
            <p:nvPr/>
          </p:nvSpPr>
          <p:spPr>
            <a:xfrm>
              <a:off x="1896206" y="2533364"/>
              <a:ext cx="474197" cy="453711"/>
            </a:xfrm>
            <a:custGeom>
              <a:avLst/>
              <a:gdLst/>
              <a:ahLst/>
              <a:cxnLst/>
              <a:rect l="l" t="t" r="r" b="b"/>
              <a:pathLst>
                <a:path w="13241" h="12669" extrusionOk="0">
                  <a:moveTo>
                    <a:pt x="1" y="0"/>
                  </a:moveTo>
                  <a:lnTo>
                    <a:pt x="1" y="12669"/>
                  </a:lnTo>
                  <a:lnTo>
                    <a:pt x="6620" y="8359"/>
                  </a:lnTo>
                  <a:lnTo>
                    <a:pt x="13240" y="12669"/>
                  </a:lnTo>
                  <a:lnTo>
                    <a:pt x="13240" y="0"/>
                  </a:lnTo>
                  <a:close/>
                </a:path>
              </a:pathLst>
            </a:custGeom>
            <a:solidFill>
              <a:schemeClr val="tx2">
                <a:lumMod val="75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5" name="Shape;2236;p44">
              <a:extLst>
                <a:ext uri="{FF2B5EF4-FFF2-40B4-BE49-F238E27FC236}">
                  <a16:creationId xmlns:a16="http://schemas.microsoft.com/office/drawing/2014/main" id="{4DB2DEDE-3539-B70B-761C-6E638881F05E}"/>
                </a:ext>
              </a:extLst>
            </p:cNvPr>
            <p:cNvSpPr/>
            <p:nvPr/>
          </p:nvSpPr>
          <p:spPr>
            <a:xfrm>
              <a:off x="1651677" y="1731054"/>
              <a:ext cx="963255" cy="963255"/>
            </a:xfrm>
            <a:custGeom>
              <a:avLst/>
              <a:gdLst/>
              <a:ahLst/>
              <a:cxnLst/>
              <a:rect l="l" t="t" r="r" b="b"/>
              <a:pathLst>
                <a:path w="26897" h="26897" extrusionOk="0">
                  <a:moveTo>
                    <a:pt x="13442" y="1"/>
                  </a:moveTo>
                  <a:cubicBezTo>
                    <a:pt x="6013" y="1"/>
                    <a:pt x="0" y="6013"/>
                    <a:pt x="0" y="13443"/>
                  </a:cubicBezTo>
                  <a:cubicBezTo>
                    <a:pt x="0" y="20872"/>
                    <a:pt x="6013" y="26897"/>
                    <a:pt x="13442" y="26897"/>
                  </a:cubicBezTo>
                  <a:cubicBezTo>
                    <a:pt x="20872" y="26897"/>
                    <a:pt x="26896" y="20872"/>
                    <a:pt x="26896" y="13443"/>
                  </a:cubicBezTo>
                  <a:cubicBezTo>
                    <a:pt x="26896" y="6013"/>
                    <a:pt x="20872" y="1"/>
                    <a:pt x="13442" y="1"/>
                  </a:cubicBezTo>
                  <a:close/>
                </a:path>
              </a:pathLst>
            </a:custGeom>
            <a:solidFill>
              <a:schemeClr val="tx2">
                <a:lumMod val="40000"/>
                <a:lumOff val="60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6" name="Shape;2237;p44">
              <a:extLst>
                <a:ext uri="{FF2B5EF4-FFF2-40B4-BE49-F238E27FC236}">
                  <a16:creationId xmlns:a16="http://schemas.microsoft.com/office/drawing/2014/main" id="{B6EB4E0D-A735-F1B0-7CCE-64417DE7CE02}"/>
                </a:ext>
              </a:extLst>
            </p:cNvPr>
            <p:cNvSpPr/>
            <p:nvPr/>
          </p:nvSpPr>
          <p:spPr>
            <a:xfrm>
              <a:off x="1784918" y="1864295"/>
              <a:ext cx="696772" cy="696772"/>
            </a:xfrm>
            <a:custGeom>
              <a:avLst/>
              <a:gdLst/>
              <a:ahLst/>
              <a:cxnLst/>
              <a:rect l="l" t="t" r="r" b="b"/>
              <a:pathLst>
                <a:path w="19456" h="19456" extrusionOk="0">
                  <a:moveTo>
                    <a:pt x="9728" y="1"/>
                  </a:moveTo>
                  <a:cubicBezTo>
                    <a:pt x="4359" y="1"/>
                    <a:pt x="1" y="4358"/>
                    <a:pt x="1" y="9728"/>
                  </a:cubicBezTo>
                  <a:cubicBezTo>
                    <a:pt x="1" y="15098"/>
                    <a:pt x="4359" y="19455"/>
                    <a:pt x="9728" y="19455"/>
                  </a:cubicBezTo>
                  <a:cubicBezTo>
                    <a:pt x="15098" y="19455"/>
                    <a:pt x="19456" y="15098"/>
                    <a:pt x="19456" y="9728"/>
                  </a:cubicBezTo>
                  <a:cubicBezTo>
                    <a:pt x="19456" y="4358"/>
                    <a:pt x="15098" y="1"/>
                    <a:pt x="9728" y="1"/>
                  </a:cubicBezTo>
                  <a:close/>
                </a:path>
              </a:pathLst>
            </a:custGeom>
            <a:solidFill>
              <a:schemeClr val="tx2"/>
            </a:solidFill>
            <a:ln>
              <a:noFill/>
            </a:ln>
          </p:spPr>
          <p:txBody>
            <a:bodyPr spcFirstLastPara="1" wrap="square" lIns="121900" tIns="121900" rIns="121900" bIns="1219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cs typeface="Arial"/>
                <a:sym typeface="Arial"/>
              </a:endParaRPr>
            </a:p>
          </p:txBody>
        </p:sp>
        <p:sp>
          <p:nvSpPr>
            <p:cNvPr id="7" name="Shape;2242;p44">
              <a:extLst>
                <a:ext uri="{FF2B5EF4-FFF2-40B4-BE49-F238E27FC236}">
                  <a16:creationId xmlns:a16="http://schemas.microsoft.com/office/drawing/2014/main" id="{B49E2390-661A-1351-3901-94FD78B0A37D}"/>
                </a:ext>
              </a:extLst>
            </p:cNvPr>
            <p:cNvSpPr/>
            <p:nvPr/>
          </p:nvSpPr>
          <p:spPr>
            <a:xfrm>
              <a:off x="6815729" y="3246073"/>
              <a:ext cx="3724596" cy="961142"/>
            </a:xfrm>
            <a:custGeom>
              <a:avLst/>
              <a:gdLst/>
              <a:ahLst/>
              <a:cxnLst/>
              <a:rect l="l" t="t" r="r" b="b"/>
              <a:pathLst>
                <a:path w="104002" h="26838" extrusionOk="0">
                  <a:moveTo>
                    <a:pt x="1" y="1"/>
                  </a:moveTo>
                  <a:lnTo>
                    <a:pt x="1" y="26838"/>
                  </a:lnTo>
                  <a:lnTo>
                    <a:pt x="90917" y="26838"/>
                  </a:lnTo>
                  <a:cubicBezTo>
                    <a:pt x="98144" y="26838"/>
                    <a:pt x="104002" y="20980"/>
                    <a:pt x="104002" y="13753"/>
                  </a:cubicBezTo>
                  <a:lnTo>
                    <a:pt x="104002" y="11217"/>
                  </a:lnTo>
                  <a:cubicBezTo>
                    <a:pt x="104002" y="5025"/>
                    <a:pt x="98989" y="1"/>
                    <a:pt x="92798"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8" name="Shape;2243;p44">
              <a:extLst>
                <a:ext uri="{FF2B5EF4-FFF2-40B4-BE49-F238E27FC236}">
                  <a16:creationId xmlns:a16="http://schemas.microsoft.com/office/drawing/2014/main" id="{78A6E3FD-FE18-0BD8-3ABF-E3B74F3621D1}"/>
                </a:ext>
              </a:extLst>
            </p:cNvPr>
            <p:cNvSpPr/>
            <p:nvPr/>
          </p:nvSpPr>
          <p:spPr>
            <a:xfrm>
              <a:off x="6612564" y="4051752"/>
              <a:ext cx="474197" cy="454141"/>
            </a:xfrm>
            <a:custGeom>
              <a:avLst/>
              <a:gdLst/>
              <a:ahLst/>
              <a:cxnLst/>
              <a:rect l="l" t="t" r="r" b="b"/>
              <a:pathLst>
                <a:path w="13241" h="12681" extrusionOk="0">
                  <a:moveTo>
                    <a:pt x="0" y="0"/>
                  </a:moveTo>
                  <a:lnTo>
                    <a:pt x="0" y="12681"/>
                  </a:lnTo>
                  <a:lnTo>
                    <a:pt x="6608" y="8371"/>
                  </a:lnTo>
                  <a:lnTo>
                    <a:pt x="13240" y="12681"/>
                  </a:lnTo>
                  <a:lnTo>
                    <a:pt x="13240" y="0"/>
                  </a:lnTo>
                  <a:close/>
                </a:path>
              </a:pathLst>
            </a:custGeom>
            <a:solidFill>
              <a:schemeClr val="accent3">
                <a:lumMod val="75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9" name="Shape;2244;p44">
              <a:extLst>
                <a:ext uri="{FF2B5EF4-FFF2-40B4-BE49-F238E27FC236}">
                  <a16:creationId xmlns:a16="http://schemas.microsoft.com/office/drawing/2014/main" id="{669E1FAE-7163-FE8D-1731-40B433EF7772}"/>
                </a:ext>
              </a:extLst>
            </p:cNvPr>
            <p:cNvSpPr/>
            <p:nvPr/>
          </p:nvSpPr>
          <p:spPr>
            <a:xfrm>
              <a:off x="6368035" y="3244999"/>
              <a:ext cx="963255" cy="963291"/>
            </a:xfrm>
            <a:custGeom>
              <a:avLst/>
              <a:gdLst/>
              <a:ahLst/>
              <a:cxnLst/>
              <a:rect l="l" t="t" r="r" b="b"/>
              <a:pathLst>
                <a:path w="26897" h="26898" extrusionOk="0">
                  <a:moveTo>
                    <a:pt x="13454" y="1"/>
                  </a:moveTo>
                  <a:cubicBezTo>
                    <a:pt x="6025" y="1"/>
                    <a:pt x="0" y="6025"/>
                    <a:pt x="0" y="13455"/>
                  </a:cubicBezTo>
                  <a:cubicBezTo>
                    <a:pt x="0" y="20884"/>
                    <a:pt x="6025" y="26897"/>
                    <a:pt x="13454" y="26897"/>
                  </a:cubicBezTo>
                  <a:cubicBezTo>
                    <a:pt x="20884" y="26897"/>
                    <a:pt x="26896" y="20884"/>
                    <a:pt x="26896" y="13455"/>
                  </a:cubicBezTo>
                  <a:cubicBezTo>
                    <a:pt x="26896" y="6025"/>
                    <a:pt x="20884" y="1"/>
                    <a:pt x="13454" y="1"/>
                  </a:cubicBezTo>
                  <a:close/>
                </a:path>
              </a:pathLst>
            </a:custGeom>
            <a:solidFill>
              <a:schemeClr val="accent3">
                <a:lumMod val="40000"/>
                <a:lumOff val="60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10" name="Shape;2245;p44">
              <a:extLst>
                <a:ext uri="{FF2B5EF4-FFF2-40B4-BE49-F238E27FC236}">
                  <a16:creationId xmlns:a16="http://schemas.microsoft.com/office/drawing/2014/main" id="{9022D31E-2316-1439-BE34-E4355F8F1D24}"/>
                </a:ext>
              </a:extLst>
            </p:cNvPr>
            <p:cNvSpPr/>
            <p:nvPr/>
          </p:nvSpPr>
          <p:spPr>
            <a:xfrm>
              <a:off x="6501276" y="3378258"/>
              <a:ext cx="696772" cy="696772"/>
            </a:xfrm>
            <a:custGeom>
              <a:avLst/>
              <a:gdLst/>
              <a:ahLst/>
              <a:cxnLst/>
              <a:rect l="l" t="t" r="r" b="b"/>
              <a:pathLst>
                <a:path w="19456" h="19456" extrusionOk="0">
                  <a:moveTo>
                    <a:pt x="9728" y="1"/>
                  </a:moveTo>
                  <a:cubicBezTo>
                    <a:pt x="4347" y="1"/>
                    <a:pt x="1" y="4346"/>
                    <a:pt x="1" y="9728"/>
                  </a:cubicBezTo>
                  <a:cubicBezTo>
                    <a:pt x="1" y="15098"/>
                    <a:pt x="4347" y="19455"/>
                    <a:pt x="9728" y="19455"/>
                  </a:cubicBezTo>
                  <a:cubicBezTo>
                    <a:pt x="15098" y="19455"/>
                    <a:pt x="19456" y="15098"/>
                    <a:pt x="19456" y="9728"/>
                  </a:cubicBezTo>
                  <a:cubicBezTo>
                    <a:pt x="19456" y="4346"/>
                    <a:pt x="15098" y="1"/>
                    <a:pt x="9728" y="1"/>
                  </a:cubicBezTo>
                  <a:close/>
                </a:path>
              </a:pathLst>
            </a:custGeom>
            <a:solidFill>
              <a:schemeClr val="accent3"/>
            </a:solidFill>
            <a:ln>
              <a:noFill/>
            </a:ln>
          </p:spPr>
          <p:txBody>
            <a:bodyPr spcFirstLastPara="1" wrap="square" lIns="121900" tIns="121900" rIns="121900" bIns="1219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cs typeface="Arial"/>
                <a:sym typeface="Arial"/>
              </a:endParaRPr>
            </a:p>
          </p:txBody>
        </p:sp>
        <p:sp>
          <p:nvSpPr>
            <p:cNvPr id="11" name="Shape;2250;p44">
              <a:extLst>
                <a:ext uri="{FF2B5EF4-FFF2-40B4-BE49-F238E27FC236}">
                  <a16:creationId xmlns:a16="http://schemas.microsoft.com/office/drawing/2014/main" id="{8822360C-90C8-F033-0AC4-517E46E840C7}"/>
                </a:ext>
              </a:extLst>
            </p:cNvPr>
            <p:cNvSpPr/>
            <p:nvPr/>
          </p:nvSpPr>
          <p:spPr>
            <a:xfrm>
              <a:off x="6815729" y="4760456"/>
              <a:ext cx="3724596" cy="961142"/>
            </a:xfrm>
            <a:custGeom>
              <a:avLst/>
              <a:gdLst/>
              <a:ahLst/>
              <a:cxnLst/>
              <a:rect l="l" t="t" r="r" b="b"/>
              <a:pathLst>
                <a:path w="104002" h="26838" extrusionOk="0">
                  <a:moveTo>
                    <a:pt x="1" y="1"/>
                  </a:moveTo>
                  <a:lnTo>
                    <a:pt x="1" y="26838"/>
                  </a:lnTo>
                  <a:lnTo>
                    <a:pt x="90917" y="26838"/>
                  </a:lnTo>
                  <a:cubicBezTo>
                    <a:pt x="98144" y="26838"/>
                    <a:pt x="104002" y="20980"/>
                    <a:pt x="104002" y="13753"/>
                  </a:cubicBezTo>
                  <a:lnTo>
                    <a:pt x="104002" y="11205"/>
                  </a:lnTo>
                  <a:cubicBezTo>
                    <a:pt x="104002" y="5013"/>
                    <a:pt x="98989" y="1"/>
                    <a:pt x="92798"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12" name="Shape;2251;p44">
              <a:extLst>
                <a:ext uri="{FF2B5EF4-FFF2-40B4-BE49-F238E27FC236}">
                  <a16:creationId xmlns:a16="http://schemas.microsoft.com/office/drawing/2014/main" id="{17719731-AD8E-CA96-FFDF-16F14E7F0B67}"/>
                </a:ext>
              </a:extLst>
            </p:cNvPr>
            <p:cNvSpPr/>
            <p:nvPr/>
          </p:nvSpPr>
          <p:spPr>
            <a:xfrm>
              <a:off x="6612564" y="5570571"/>
              <a:ext cx="474197" cy="453711"/>
            </a:xfrm>
            <a:custGeom>
              <a:avLst/>
              <a:gdLst/>
              <a:ahLst/>
              <a:cxnLst/>
              <a:rect l="l" t="t" r="r" b="b"/>
              <a:pathLst>
                <a:path w="13241" h="12669" extrusionOk="0">
                  <a:moveTo>
                    <a:pt x="0" y="0"/>
                  </a:moveTo>
                  <a:lnTo>
                    <a:pt x="0" y="12669"/>
                  </a:lnTo>
                  <a:lnTo>
                    <a:pt x="6608" y="8359"/>
                  </a:lnTo>
                  <a:lnTo>
                    <a:pt x="13240" y="12669"/>
                  </a:lnTo>
                  <a:lnTo>
                    <a:pt x="13240" y="0"/>
                  </a:lnTo>
                  <a:close/>
                </a:path>
              </a:pathLst>
            </a:custGeom>
            <a:solidFill>
              <a:schemeClr val="accent5">
                <a:lumMod val="75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13" name="Shape;2252;p44">
              <a:extLst>
                <a:ext uri="{FF2B5EF4-FFF2-40B4-BE49-F238E27FC236}">
                  <a16:creationId xmlns:a16="http://schemas.microsoft.com/office/drawing/2014/main" id="{37AD28B3-1C2F-2623-E746-B6AF186405CC}"/>
                </a:ext>
              </a:extLst>
            </p:cNvPr>
            <p:cNvSpPr/>
            <p:nvPr/>
          </p:nvSpPr>
          <p:spPr>
            <a:xfrm>
              <a:off x="6368035" y="4759382"/>
              <a:ext cx="963255" cy="963291"/>
            </a:xfrm>
            <a:custGeom>
              <a:avLst/>
              <a:gdLst/>
              <a:ahLst/>
              <a:cxnLst/>
              <a:rect l="l" t="t" r="r" b="b"/>
              <a:pathLst>
                <a:path w="26897" h="26898" extrusionOk="0">
                  <a:moveTo>
                    <a:pt x="13454" y="1"/>
                  </a:moveTo>
                  <a:cubicBezTo>
                    <a:pt x="6025" y="1"/>
                    <a:pt x="0" y="6025"/>
                    <a:pt x="0" y="13443"/>
                  </a:cubicBezTo>
                  <a:cubicBezTo>
                    <a:pt x="0" y="20873"/>
                    <a:pt x="6025" y="26897"/>
                    <a:pt x="13454" y="26897"/>
                  </a:cubicBezTo>
                  <a:cubicBezTo>
                    <a:pt x="20884" y="26897"/>
                    <a:pt x="26896" y="20873"/>
                    <a:pt x="26896" y="13443"/>
                  </a:cubicBezTo>
                  <a:cubicBezTo>
                    <a:pt x="26896" y="6025"/>
                    <a:pt x="20884" y="1"/>
                    <a:pt x="13454" y="1"/>
                  </a:cubicBezTo>
                  <a:close/>
                </a:path>
              </a:pathLst>
            </a:custGeom>
            <a:solidFill>
              <a:schemeClr val="accent5">
                <a:lumMod val="40000"/>
                <a:lumOff val="60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14" name="Shape;2253;p44">
              <a:extLst>
                <a:ext uri="{FF2B5EF4-FFF2-40B4-BE49-F238E27FC236}">
                  <a16:creationId xmlns:a16="http://schemas.microsoft.com/office/drawing/2014/main" id="{9AD9A02B-AD9E-855F-2245-828FD7F939F7}"/>
                </a:ext>
              </a:extLst>
            </p:cNvPr>
            <p:cNvSpPr/>
            <p:nvPr/>
          </p:nvSpPr>
          <p:spPr>
            <a:xfrm>
              <a:off x="6501276" y="4892426"/>
              <a:ext cx="696772" cy="697202"/>
            </a:xfrm>
            <a:custGeom>
              <a:avLst/>
              <a:gdLst/>
              <a:ahLst/>
              <a:cxnLst/>
              <a:rect l="l" t="t" r="r" b="b"/>
              <a:pathLst>
                <a:path w="19456" h="19468" extrusionOk="0">
                  <a:moveTo>
                    <a:pt x="9728" y="1"/>
                  </a:moveTo>
                  <a:cubicBezTo>
                    <a:pt x="4347" y="1"/>
                    <a:pt x="1" y="4358"/>
                    <a:pt x="1" y="9728"/>
                  </a:cubicBezTo>
                  <a:cubicBezTo>
                    <a:pt x="1" y="15110"/>
                    <a:pt x="4347" y="19467"/>
                    <a:pt x="9728" y="19467"/>
                  </a:cubicBezTo>
                  <a:cubicBezTo>
                    <a:pt x="15098" y="19467"/>
                    <a:pt x="19456" y="15110"/>
                    <a:pt x="19456" y="9728"/>
                  </a:cubicBezTo>
                  <a:cubicBezTo>
                    <a:pt x="19456" y="4358"/>
                    <a:pt x="15098" y="1"/>
                    <a:pt x="9728" y="1"/>
                  </a:cubicBezTo>
                  <a:close/>
                </a:path>
              </a:pathLst>
            </a:custGeom>
            <a:solidFill>
              <a:schemeClr val="accent5"/>
            </a:solidFill>
            <a:ln>
              <a:noFill/>
            </a:ln>
          </p:spPr>
          <p:txBody>
            <a:bodyPr spcFirstLastPara="1" wrap="square" lIns="121900" tIns="121900" rIns="121900" bIns="1219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cs typeface="Arial"/>
                <a:sym typeface="Arial"/>
              </a:endParaRPr>
            </a:p>
          </p:txBody>
        </p:sp>
        <p:sp>
          <p:nvSpPr>
            <p:cNvPr id="15" name="Shape;2258;p44">
              <a:extLst>
                <a:ext uri="{FF2B5EF4-FFF2-40B4-BE49-F238E27FC236}">
                  <a16:creationId xmlns:a16="http://schemas.microsoft.com/office/drawing/2014/main" id="{3DF3AEA5-D3DD-AEED-2AF3-095F7FE3BE73}"/>
                </a:ext>
              </a:extLst>
            </p:cNvPr>
            <p:cNvSpPr/>
            <p:nvPr/>
          </p:nvSpPr>
          <p:spPr>
            <a:xfrm>
              <a:off x="6815729" y="1732110"/>
              <a:ext cx="3724596" cy="961142"/>
            </a:xfrm>
            <a:custGeom>
              <a:avLst/>
              <a:gdLst/>
              <a:ahLst/>
              <a:cxnLst/>
              <a:rect l="l" t="t" r="r" b="b"/>
              <a:pathLst>
                <a:path w="104002" h="26838" extrusionOk="0">
                  <a:moveTo>
                    <a:pt x="1" y="1"/>
                  </a:moveTo>
                  <a:lnTo>
                    <a:pt x="1" y="26837"/>
                  </a:lnTo>
                  <a:lnTo>
                    <a:pt x="90917" y="26837"/>
                  </a:lnTo>
                  <a:cubicBezTo>
                    <a:pt x="98144" y="26837"/>
                    <a:pt x="104002" y="20980"/>
                    <a:pt x="104002" y="13753"/>
                  </a:cubicBezTo>
                  <a:lnTo>
                    <a:pt x="104002" y="11205"/>
                  </a:lnTo>
                  <a:cubicBezTo>
                    <a:pt x="104002" y="5013"/>
                    <a:pt x="98989" y="1"/>
                    <a:pt x="92798"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16" name="Shape;2259;p44">
              <a:extLst>
                <a:ext uri="{FF2B5EF4-FFF2-40B4-BE49-F238E27FC236}">
                  <a16:creationId xmlns:a16="http://schemas.microsoft.com/office/drawing/2014/main" id="{17427E3B-CA43-3159-24BE-A85C33EBFDCA}"/>
                </a:ext>
              </a:extLst>
            </p:cNvPr>
            <p:cNvSpPr/>
            <p:nvPr/>
          </p:nvSpPr>
          <p:spPr>
            <a:xfrm>
              <a:off x="6612564" y="2533364"/>
              <a:ext cx="474197" cy="453711"/>
            </a:xfrm>
            <a:custGeom>
              <a:avLst/>
              <a:gdLst/>
              <a:ahLst/>
              <a:cxnLst/>
              <a:rect l="l" t="t" r="r" b="b"/>
              <a:pathLst>
                <a:path w="13241" h="12669" extrusionOk="0">
                  <a:moveTo>
                    <a:pt x="0" y="0"/>
                  </a:moveTo>
                  <a:lnTo>
                    <a:pt x="0" y="12669"/>
                  </a:lnTo>
                  <a:lnTo>
                    <a:pt x="6608" y="8359"/>
                  </a:lnTo>
                  <a:lnTo>
                    <a:pt x="13240" y="12669"/>
                  </a:lnTo>
                  <a:lnTo>
                    <a:pt x="13240" y="0"/>
                  </a:lnTo>
                  <a:close/>
                </a:path>
              </a:pathLst>
            </a:custGeom>
            <a:solidFill>
              <a:schemeClr val="accent1">
                <a:lumMod val="75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17" name="Shape;2260;p44">
              <a:extLst>
                <a:ext uri="{FF2B5EF4-FFF2-40B4-BE49-F238E27FC236}">
                  <a16:creationId xmlns:a16="http://schemas.microsoft.com/office/drawing/2014/main" id="{F1A63354-AE11-5F63-0E05-8DF5DB11CAFC}"/>
                </a:ext>
              </a:extLst>
            </p:cNvPr>
            <p:cNvSpPr/>
            <p:nvPr/>
          </p:nvSpPr>
          <p:spPr>
            <a:xfrm>
              <a:off x="6368035" y="1731054"/>
              <a:ext cx="963255" cy="963255"/>
            </a:xfrm>
            <a:custGeom>
              <a:avLst/>
              <a:gdLst/>
              <a:ahLst/>
              <a:cxnLst/>
              <a:rect l="l" t="t" r="r" b="b"/>
              <a:pathLst>
                <a:path w="26897" h="26897" extrusionOk="0">
                  <a:moveTo>
                    <a:pt x="13454" y="1"/>
                  </a:moveTo>
                  <a:cubicBezTo>
                    <a:pt x="6025" y="1"/>
                    <a:pt x="0" y="6013"/>
                    <a:pt x="0" y="13443"/>
                  </a:cubicBezTo>
                  <a:cubicBezTo>
                    <a:pt x="0" y="20872"/>
                    <a:pt x="6025" y="26897"/>
                    <a:pt x="13454" y="26897"/>
                  </a:cubicBezTo>
                  <a:cubicBezTo>
                    <a:pt x="20884" y="26897"/>
                    <a:pt x="26896" y="20872"/>
                    <a:pt x="26896" y="13443"/>
                  </a:cubicBezTo>
                  <a:cubicBezTo>
                    <a:pt x="26896" y="6013"/>
                    <a:pt x="20884" y="1"/>
                    <a:pt x="13454" y="1"/>
                  </a:cubicBezTo>
                  <a:close/>
                </a:path>
              </a:pathLst>
            </a:custGeom>
            <a:solidFill>
              <a:schemeClr val="accent1">
                <a:lumMod val="40000"/>
                <a:lumOff val="60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18" name="Shape;2261;p44">
              <a:extLst>
                <a:ext uri="{FF2B5EF4-FFF2-40B4-BE49-F238E27FC236}">
                  <a16:creationId xmlns:a16="http://schemas.microsoft.com/office/drawing/2014/main" id="{B27C566F-1673-87B7-9CAA-C701CBE71FC2}"/>
                </a:ext>
              </a:extLst>
            </p:cNvPr>
            <p:cNvSpPr/>
            <p:nvPr/>
          </p:nvSpPr>
          <p:spPr>
            <a:xfrm>
              <a:off x="6501276" y="1864295"/>
              <a:ext cx="696772" cy="696772"/>
            </a:xfrm>
            <a:custGeom>
              <a:avLst/>
              <a:gdLst/>
              <a:ahLst/>
              <a:cxnLst/>
              <a:rect l="l" t="t" r="r" b="b"/>
              <a:pathLst>
                <a:path w="19456" h="19456" extrusionOk="0">
                  <a:moveTo>
                    <a:pt x="9728" y="1"/>
                  </a:moveTo>
                  <a:cubicBezTo>
                    <a:pt x="4347" y="1"/>
                    <a:pt x="1" y="4358"/>
                    <a:pt x="1" y="9728"/>
                  </a:cubicBezTo>
                  <a:cubicBezTo>
                    <a:pt x="1" y="15098"/>
                    <a:pt x="4347" y="19455"/>
                    <a:pt x="9728" y="19455"/>
                  </a:cubicBezTo>
                  <a:cubicBezTo>
                    <a:pt x="15098" y="19455"/>
                    <a:pt x="19456" y="15098"/>
                    <a:pt x="19456" y="9728"/>
                  </a:cubicBezTo>
                  <a:cubicBezTo>
                    <a:pt x="19456" y="4358"/>
                    <a:pt x="15098" y="1"/>
                    <a:pt x="9728" y="1"/>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cs typeface="Arial"/>
                <a:sym typeface="Arial"/>
              </a:endParaRPr>
            </a:p>
          </p:txBody>
        </p:sp>
        <p:sp>
          <p:nvSpPr>
            <p:cNvPr id="19" name="Shape;2266;p44">
              <a:extLst>
                <a:ext uri="{FF2B5EF4-FFF2-40B4-BE49-F238E27FC236}">
                  <a16:creationId xmlns:a16="http://schemas.microsoft.com/office/drawing/2014/main" id="{F42263DB-9A4C-08B1-151E-1A7D26679774}"/>
                </a:ext>
              </a:extLst>
            </p:cNvPr>
            <p:cNvSpPr/>
            <p:nvPr/>
          </p:nvSpPr>
          <p:spPr>
            <a:xfrm>
              <a:off x="2098942" y="4760456"/>
              <a:ext cx="3725025" cy="961142"/>
            </a:xfrm>
            <a:custGeom>
              <a:avLst/>
              <a:gdLst/>
              <a:ahLst/>
              <a:cxnLst/>
              <a:rect l="l" t="t" r="r" b="b"/>
              <a:pathLst>
                <a:path w="104014" h="26838" extrusionOk="0">
                  <a:moveTo>
                    <a:pt x="1" y="1"/>
                  </a:moveTo>
                  <a:lnTo>
                    <a:pt x="1" y="26838"/>
                  </a:lnTo>
                  <a:lnTo>
                    <a:pt x="90929" y="26838"/>
                  </a:lnTo>
                  <a:cubicBezTo>
                    <a:pt x="98156" y="26838"/>
                    <a:pt x="104014" y="20980"/>
                    <a:pt x="104014" y="13753"/>
                  </a:cubicBezTo>
                  <a:lnTo>
                    <a:pt x="104014" y="11205"/>
                  </a:lnTo>
                  <a:cubicBezTo>
                    <a:pt x="104014" y="5013"/>
                    <a:pt x="98989" y="1"/>
                    <a:pt x="92810"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20" name="Shape;2267;p44">
              <a:extLst>
                <a:ext uri="{FF2B5EF4-FFF2-40B4-BE49-F238E27FC236}">
                  <a16:creationId xmlns:a16="http://schemas.microsoft.com/office/drawing/2014/main" id="{6BE4C17A-4119-9673-CBC1-AAE1140BDCE4}"/>
                </a:ext>
              </a:extLst>
            </p:cNvPr>
            <p:cNvSpPr/>
            <p:nvPr/>
          </p:nvSpPr>
          <p:spPr>
            <a:xfrm>
              <a:off x="1896206" y="5570571"/>
              <a:ext cx="474197" cy="453711"/>
            </a:xfrm>
            <a:custGeom>
              <a:avLst/>
              <a:gdLst/>
              <a:ahLst/>
              <a:cxnLst/>
              <a:rect l="l" t="t" r="r" b="b"/>
              <a:pathLst>
                <a:path w="13241" h="12669" extrusionOk="0">
                  <a:moveTo>
                    <a:pt x="1" y="0"/>
                  </a:moveTo>
                  <a:lnTo>
                    <a:pt x="1" y="12669"/>
                  </a:lnTo>
                  <a:lnTo>
                    <a:pt x="6620" y="8359"/>
                  </a:lnTo>
                  <a:lnTo>
                    <a:pt x="13240" y="12669"/>
                  </a:lnTo>
                  <a:lnTo>
                    <a:pt x="13240" y="0"/>
                  </a:lnTo>
                  <a:close/>
                </a:path>
              </a:pathLst>
            </a:custGeom>
            <a:solidFill>
              <a:schemeClr val="accent4">
                <a:lumMod val="75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21" name="Shape;2268;p44">
              <a:extLst>
                <a:ext uri="{FF2B5EF4-FFF2-40B4-BE49-F238E27FC236}">
                  <a16:creationId xmlns:a16="http://schemas.microsoft.com/office/drawing/2014/main" id="{666B1712-E149-3A95-13E5-25C58F7F6479}"/>
                </a:ext>
              </a:extLst>
            </p:cNvPr>
            <p:cNvSpPr/>
            <p:nvPr/>
          </p:nvSpPr>
          <p:spPr>
            <a:xfrm>
              <a:off x="1651677" y="4759382"/>
              <a:ext cx="963255" cy="963291"/>
            </a:xfrm>
            <a:custGeom>
              <a:avLst/>
              <a:gdLst/>
              <a:ahLst/>
              <a:cxnLst/>
              <a:rect l="l" t="t" r="r" b="b"/>
              <a:pathLst>
                <a:path w="26897" h="26898" extrusionOk="0">
                  <a:moveTo>
                    <a:pt x="13442" y="1"/>
                  </a:moveTo>
                  <a:cubicBezTo>
                    <a:pt x="6013" y="1"/>
                    <a:pt x="0" y="6025"/>
                    <a:pt x="0" y="13443"/>
                  </a:cubicBezTo>
                  <a:cubicBezTo>
                    <a:pt x="0" y="20873"/>
                    <a:pt x="6013" y="26897"/>
                    <a:pt x="13442" y="26897"/>
                  </a:cubicBezTo>
                  <a:cubicBezTo>
                    <a:pt x="20872" y="26897"/>
                    <a:pt x="26896" y="20873"/>
                    <a:pt x="26896" y="13443"/>
                  </a:cubicBezTo>
                  <a:cubicBezTo>
                    <a:pt x="26896" y="6025"/>
                    <a:pt x="20872" y="1"/>
                    <a:pt x="13442" y="1"/>
                  </a:cubicBezTo>
                  <a:close/>
                </a:path>
              </a:pathLst>
            </a:custGeom>
            <a:solidFill>
              <a:schemeClr val="accent4">
                <a:lumMod val="40000"/>
                <a:lumOff val="60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22" name="Shape;2269;p44">
              <a:extLst>
                <a:ext uri="{FF2B5EF4-FFF2-40B4-BE49-F238E27FC236}">
                  <a16:creationId xmlns:a16="http://schemas.microsoft.com/office/drawing/2014/main" id="{CA022F75-CD29-3266-C0B5-E58CCD0FB456}"/>
                </a:ext>
              </a:extLst>
            </p:cNvPr>
            <p:cNvSpPr/>
            <p:nvPr/>
          </p:nvSpPr>
          <p:spPr>
            <a:xfrm>
              <a:off x="1784918" y="4892426"/>
              <a:ext cx="696772" cy="697202"/>
            </a:xfrm>
            <a:custGeom>
              <a:avLst/>
              <a:gdLst/>
              <a:ahLst/>
              <a:cxnLst/>
              <a:rect l="l" t="t" r="r" b="b"/>
              <a:pathLst>
                <a:path w="19456" h="19468" extrusionOk="0">
                  <a:moveTo>
                    <a:pt x="9728" y="1"/>
                  </a:moveTo>
                  <a:cubicBezTo>
                    <a:pt x="4359" y="1"/>
                    <a:pt x="1" y="4358"/>
                    <a:pt x="1" y="9728"/>
                  </a:cubicBezTo>
                  <a:cubicBezTo>
                    <a:pt x="1" y="15110"/>
                    <a:pt x="4359" y="19467"/>
                    <a:pt x="9728" y="19467"/>
                  </a:cubicBezTo>
                  <a:cubicBezTo>
                    <a:pt x="15098" y="19467"/>
                    <a:pt x="19456" y="15110"/>
                    <a:pt x="19456" y="9728"/>
                  </a:cubicBezTo>
                  <a:cubicBezTo>
                    <a:pt x="19456" y="4358"/>
                    <a:pt x="15098" y="1"/>
                    <a:pt x="9728" y="1"/>
                  </a:cubicBezTo>
                  <a:close/>
                </a:path>
              </a:pathLst>
            </a:custGeom>
            <a:solidFill>
              <a:schemeClr val="accent4"/>
            </a:solidFill>
            <a:ln>
              <a:noFill/>
            </a:ln>
          </p:spPr>
          <p:txBody>
            <a:bodyPr spcFirstLastPara="1" wrap="square" lIns="121900" tIns="121900" rIns="121900" bIns="1219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cs typeface="Arial"/>
                <a:sym typeface="Arial"/>
              </a:endParaRPr>
            </a:p>
          </p:txBody>
        </p:sp>
        <p:sp>
          <p:nvSpPr>
            <p:cNvPr id="23" name="Shape;2274;p44">
              <a:extLst>
                <a:ext uri="{FF2B5EF4-FFF2-40B4-BE49-F238E27FC236}">
                  <a16:creationId xmlns:a16="http://schemas.microsoft.com/office/drawing/2014/main" id="{91E3DAD0-B765-19F2-A28B-7346F8E3EA40}"/>
                </a:ext>
              </a:extLst>
            </p:cNvPr>
            <p:cNvSpPr/>
            <p:nvPr/>
          </p:nvSpPr>
          <p:spPr>
            <a:xfrm>
              <a:off x="2098942" y="3246073"/>
              <a:ext cx="3725025" cy="961142"/>
            </a:xfrm>
            <a:custGeom>
              <a:avLst/>
              <a:gdLst/>
              <a:ahLst/>
              <a:cxnLst/>
              <a:rect l="l" t="t" r="r" b="b"/>
              <a:pathLst>
                <a:path w="104014" h="26838" extrusionOk="0">
                  <a:moveTo>
                    <a:pt x="1" y="1"/>
                  </a:moveTo>
                  <a:lnTo>
                    <a:pt x="1" y="26838"/>
                  </a:lnTo>
                  <a:lnTo>
                    <a:pt x="90929" y="26838"/>
                  </a:lnTo>
                  <a:cubicBezTo>
                    <a:pt x="98156" y="26838"/>
                    <a:pt x="104014" y="20980"/>
                    <a:pt x="104014" y="13753"/>
                  </a:cubicBezTo>
                  <a:lnTo>
                    <a:pt x="104014" y="11217"/>
                  </a:lnTo>
                  <a:cubicBezTo>
                    <a:pt x="104014" y="5025"/>
                    <a:pt x="98989" y="1"/>
                    <a:pt x="92810" y="1"/>
                  </a:cubicBezTo>
                  <a:close/>
                </a:path>
              </a:pathLst>
            </a:custGeom>
            <a:solidFill>
              <a:schemeClr val="accent6">
                <a:lumMod val="20000"/>
                <a:lumOff val="80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24" name="Shape;2275;p44">
              <a:extLst>
                <a:ext uri="{FF2B5EF4-FFF2-40B4-BE49-F238E27FC236}">
                  <a16:creationId xmlns:a16="http://schemas.microsoft.com/office/drawing/2014/main" id="{3F2AF121-FEAF-050B-E01D-CD85E4E916E5}"/>
                </a:ext>
              </a:extLst>
            </p:cNvPr>
            <p:cNvSpPr/>
            <p:nvPr/>
          </p:nvSpPr>
          <p:spPr>
            <a:xfrm>
              <a:off x="1896206" y="4051752"/>
              <a:ext cx="474197" cy="454141"/>
            </a:xfrm>
            <a:custGeom>
              <a:avLst/>
              <a:gdLst/>
              <a:ahLst/>
              <a:cxnLst/>
              <a:rect l="l" t="t" r="r" b="b"/>
              <a:pathLst>
                <a:path w="13241" h="12681" extrusionOk="0">
                  <a:moveTo>
                    <a:pt x="1" y="0"/>
                  </a:moveTo>
                  <a:lnTo>
                    <a:pt x="1" y="12681"/>
                  </a:lnTo>
                  <a:lnTo>
                    <a:pt x="6620" y="8371"/>
                  </a:lnTo>
                  <a:lnTo>
                    <a:pt x="13240" y="12681"/>
                  </a:lnTo>
                  <a:lnTo>
                    <a:pt x="13240" y="0"/>
                  </a:lnTo>
                  <a:close/>
                </a:path>
              </a:pathLst>
            </a:custGeom>
            <a:solidFill>
              <a:schemeClr val="accent2">
                <a:lumMod val="75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25" name="Shape;2276;p44">
              <a:extLst>
                <a:ext uri="{FF2B5EF4-FFF2-40B4-BE49-F238E27FC236}">
                  <a16:creationId xmlns:a16="http://schemas.microsoft.com/office/drawing/2014/main" id="{FB37AB84-8F75-EF74-A924-B26142E3575A}"/>
                </a:ext>
              </a:extLst>
            </p:cNvPr>
            <p:cNvSpPr/>
            <p:nvPr/>
          </p:nvSpPr>
          <p:spPr>
            <a:xfrm>
              <a:off x="1651677" y="3244999"/>
              <a:ext cx="963255" cy="963291"/>
            </a:xfrm>
            <a:custGeom>
              <a:avLst/>
              <a:gdLst/>
              <a:ahLst/>
              <a:cxnLst/>
              <a:rect l="l" t="t" r="r" b="b"/>
              <a:pathLst>
                <a:path w="26897" h="26898" extrusionOk="0">
                  <a:moveTo>
                    <a:pt x="13442" y="1"/>
                  </a:moveTo>
                  <a:cubicBezTo>
                    <a:pt x="6013" y="1"/>
                    <a:pt x="0" y="6025"/>
                    <a:pt x="0" y="13455"/>
                  </a:cubicBezTo>
                  <a:cubicBezTo>
                    <a:pt x="0" y="20884"/>
                    <a:pt x="6013" y="26897"/>
                    <a:pt x="13442" y="26897"/>
                  </a:cubicBezTo>
                  <a:cubicBezTo>
                    <a:pt x="20872" y="26897"/>
                    <a:pt x="26896" y="20884"/>
                    <a:pt x="26896" y="13455"/>
                  </a:cubicBezTo>
                  <a:cubicBezTo>
                    <a:pt x="26896" y="6025"/>
                    <a:pt x="20872" y="1"/>
                    <a:pt x="13442" y="1"/>
                  </a:cubicBezTo>
                  <a:close/>
                </a:path>
              </a:pathLst>
            </a:custGeom>
            <a:solidFill>
              <a:schemeClr val="accent2">
                <a:lumMod val="40000"/>
                <a:lumOff val="60000"/>
              </a:schemeClr>
            </a:solidFill>
            <a:ln>
              <a:noFill/>
            </a:ln>
          </p:spPr>
          <p:txBody>
            <a:bodyPr spcFirstLastPara="1" wrap="square" lIns="121900" tIns="121900" rIns="121900" bIns="12190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2489" b="0" i="0" u="none" strike="noStrike" kern="0" cap="none" spc="0" normalizeH="0" baseline="0" noProof="0">
                <a:ln>
                  <a:noFill/>
                </a:ln>
                <a:solidFill>
                  <a:srgbClr val="000000"/>
                </a:solidFill>
                <a:effectLst/>
                <a:uLnTx/>
                <a:uFillTx/>
                <a:latin typeface="Arial"/>
                <a:cs typeface="Arial"/>
                <a:sym typeface="Arial"/>
              </a:endParaRPr>
            </a:p>
          </p:txBody>
        </p:sp>
        <p:sp>
          <p:nvSpPr>
            <p:cNvPr id="26" name="Shape;2277;p44">
              <a:extLst>
                <a:ext uri="{FF2B5EF4-FFF2-40B4-BE49-F238E27FC236}">
                  <a16:creationId xmlns:a16="http://schemas.microsoft.com/office/drawing/2014/main" id="{EA1CBDF5-A809-8665-006D-08DA757DD5DE}"/>
                </a:ext>
              </a:extLst>
            </p:cNvPr>
            <p:cNvSpPr/>
            <p:nvPr/>
          </p:nvSpPr>
          <p:spPr>
            <a:xfrm>
              <a:off x="1784918" y="3378258"/>
              <a:ext cx="696772" cy="696772"/>
            </a:xfrm>
            <a:custGeom>
              <a:avLst/>
              <a:gdLst/>
              <a:ahLst/>
              <a:cxnLst/>
              <a:rect l="l" t="t" r="r" b="b"/>
              <a:pathLst>
                <a:path w="19456" h="19456" extrusionOk="0">
                  <a:moveTo>
                    <a:pt x="9728" y="1"/>
                  </a:moveTo>
                  <a:cubicBezTo>
                    <a:pt x="4359" y="1"/>
                    <a:pt x="1" y="4346"/>
                    <a:pt x="1" y="9728"/>
                  </a:cubicBezTo>
                  <a:cubicBezTo>
                    <a:pt x="1" y="15098"/>
                    <a:pt x="4359" y="19455"/>
                    <a:pt x="9728" y="19455"/>
                  </a:cubicBezTo>
                  <a:cubicBezTo>
                    <a:pt x="15098" y="19455"/>
                    <a:pt x="19456" y="15098"/>
                    <a:pt x="19456" y="9728"/>
                  </a:cubicBezTo>
                  <a:cubicBezTo>
                    <a:pt x="19456" y="4346"/>
                    <a:pt x="15098" y="1"/>
                    <a:pt x="9728" y="1"/>
                  </a:cubicBezTo>
                  <a:close/>
                </a:path>
              </a:pathLst>
            </a:custGeom>
            <a:solidFill>
              <a:schemeClr val="accent2"/>
            </a:solidFill>
            <a:ln>
              <a:noFill/>
            </a:ln>
          </p:spPr>
          <p:txBody>
            <a:bodyPr spcFirstLastPara="1" wrap="square" lIns="121900" tIns="121900" rIns="121900" bIns="12190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endParaRPr kumimoji="0" sz="3067" b="0" i="0" u="none" strike="noStrike" kern="0" cap="none" spc="0" normalizeH="0" baseline="0" noProof="0" dirty="0">
                <a:ln>
                  <a:noFill/>
                </a:ln>
                <a:solidFill>
                  <a:srgbClr val="000000"/>
                </a:solidFill>
                <a:effectLst/>
                <a:uLnTx/>
                <a:uFillTx/>
                <a:latin typeface="Arial"/>
                <a:cs typeface="Arial"/>
                <a:sym typeface="Arial"/>
              </a:endParaRPr>
            </a:p>
          </p:txBody>
        </p:sp>
        <p:sp>
          <p:nvSpPr>
            <p:cNvPr id="27" name="TextBox 26">
              <a:extLst>
                <a:ext uri="{FF2B5EF4-FFF2-40B4-BE49-F238E27FC236}">
                  <a16:creationId xmlns:a16="http://schemas.microsoft.com/office/drawing/2014/main" id="{F4EAF998-B39B-68CF-FDE5-E85D7DB0D931}"/>
                </a:ext>
              </a:extLst>
            </p:cNvPr>
            <p:cNvSpPr txBox="1"/>
            <p:nvPr/>
          </p:nvSpPr>
          <p:spPr>
            <a:xfrm>
              <a:off x="2765958" y="2141638"/>
              <a:ext cx="2341112" cy="430887"/>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r>
                <a:rPr lang="en-US" dirty="0">
                  <a:solidFill>
                    <a:schemeClr val="tx1"/>
                  </a:solidFill>
                </a:rPr>
                <a:t>Get your thinking about a problem to be solved</a:t>
              </a:r>
            </a:p>
          </p:txBody>
        </p:sp>
        <p:sp>
          <p:nvSpPr>
            <p:cNvPr id="28" name="TextBox 27">
              <a:extLst>
                <a:ext uri="{FF2B5EF4-FFF2-40B4-BE49-F238E27FC236}">
                  <a16:creationId xmlns:a16="http://schemas.microsoft.com/office/drawing/2014/main" id="{17E6F25E-0B50-21F6-19DA-153E73B3E33E}"/>
                </a:ext>
              </a:extLst>
            </p:cNvPr>
            <p:cNvSpPr txBox="1"/>
            <p:nvPr/>
          </p:nvSpPr>
          <p:spPr>
            <a:xfrm>
              <a:off x="2765959" y="1831090"/>
              <a:ext cx="1859210"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r>
                <a:rPr lang="en-US" sz="1800" dirty="0">
                  <a:solidFill>
                    <a:schemeClr val="tx1"/>
                  </a:solidFill>
                </a:rPr>
                <a:t>Hypothetical</a:t>
              </a:r>
            </a:p>
          </p:txBody>
        </p:sp>
        <p:sp>
          <p:nvSpPr>
            <p:cNvPr id="29" name="TextBox 28">
              <a:extLst>
                <a:ext uri="{FF2B5EF4-FFF2-40B4-BE49-F238E27FC236}">
                  <a16:creationId xmlns:a16="http://schemas.microsoft.com/office/drawing/2014/main" id="{F2668E2D-B3F0-BC7B-8134-7619E1976DF5}"/>
                </a:ext>
              </a:extLst>
            </p:cNvPr>
            <p:cNvSpPr txBox="1"/>
            <p:nvPr/>
          </p:nvSpPr>
          <p:spPr>
            <a:xfrm>
              <a:off x="7507470" y="2141638"/>
              <a:ext cx="2341112" cy="215444"/>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r>
                <a:rPr lang="en-US" dirty="0">
                  <a:solidFill>
                    <a:schemeClr val="tx1"/>
                  </a:solidFill>
                </a:rPr>
                <a:t>Overview of key points</a:t>
              </a:r>
            </a:p>
          </p:txBody>
        </p:sp>
        <p:sp>
          <p:nvSpPr>
            <p:cNvPr id="30" name="TextBox 29">
              <a:extLst>
                <a:ext uri="{FF2B5EF4-FFF2-40B4-BE49-F238E27FC236}">
                  <a16:creationId xmlns:a16="http://schemas.microsoft.com/office/drawing/2014/main" id="{50256EB7-8E03-BA91-9E4F-F844CD1DB24F}"/>
                </a:ext>
              </a:extLst>
            </p:cNvPr>
            <p:cNvSpPr txBox="1"/>
            <p:nvPr/>
          </p:nvSpPr>
          <p:spPr>
            <a:xfrm>
              <a:off x="7507470" y="1831090"/>
              <a:ext cx="2634229"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r>
                <a:rPr lang="en-US" sz="1800" dirty="0">
                  <a:solidFill>
                    <a:schemeClr val="tx1"/>
                  </a:solidFill>
                </a:rPr>
                <a:t>What is Judicial Review</a:t>
              </a:r>
            </a:p>
          </p:txBody>
        </p:sp>
        <p:sp>
          <p:nvSpPr>
            <p:cNvPr id="31" name="TextBox 30">
              <a:extLst>
                <a:ext uri="{FF2B5EF4-FFF2-40B4-BE49-F238E27FC236}">
                  <a16:creationId xmlns:a16="http://schemas.microsoft.com/office/drawing/2014/main" id="{AD8984EB-4093-5FAC-88CF-BF647226352B}"/>
                </a:ext>
              </a:extLst>
            </p:cNvPr>
            <p:cNvSpPr txBox="1"/>
            <p:nvPr/>
          </p:nvSpPr>
          <p:spPr>
            <a:xfrm>
              <a:off x="2765958" y="3655601"/>
              <a:ext cx="2341112" cy="430887"/>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r>
                <a:rPr lang="en-US" dirty="0">
                  <a:solidFill>
                    <a:schemeClr val="tx1"/>
                  </a:solidFill>
                </a:rPr>
                <a:t>Common law development of judicial review. </a:t>
              </a:r>
            </a:p>
          </p:txBody>
        </p:sp>
        <p:sp>
          <p:nvSpPr>
            <p:cNvPr id="32" name="TextBox 31">
              <a:extLst>
                <a:ext uri="{FF2B5EF4-FFF2-40B4-BE49-F238E27FC236}">
                  <a16:creationId xmlns:a16="http://schemas.microsoft.com/office/drawing/2014/main" id="{1780486C-C63A-E338-EEF2-07197FF88A35}"/>
                </a:ext>
              </a:extLst>
            </p:cNvPr>
            <p:cNvSpPr txBox="1"/>
            <p:nvPr/>
          </p:nvSpPr>
          <p:spPr>
            <a:xfrm>
              <a:off x="2765958" y="3345053"/>
              <a:ext cx="2341111"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r>
                <a:rPr lang="en-US" sz="1800" dirty="0">
                  <a:solidFill>
                    <a:schemeClr val="tx1"/>
                  </a:solidFill>
                </a:rPr>
                <a:t>JR in Common Law</a:t>
              </a:r>
            </a:p>
          </p:txBody>
        </p:sp>
        <p:sp>
          <p:nvSpPr>
            <p:cNvPr id="33" name="TextBox 32">
              <a:extLst>
                <a:ext uri="{FF2B5EF4-FFF2-40B4-BE49-F238E27FC236}">
                  <a16:creationId xmlns:a16="http://schemas.microsoft.com/office/drawing/2014/main" id="{7960C411-C54E-62B7-A1D9-53AE357D94EE}"/>
                </a:ext>
              </a:extLst>
            </p:cNvPr>
            <p:cNvSpPr txBox="1"/>
            <p:nvPr/>
          </p:nvSpPr>
          <p:spPr>
            <a:xfrm>
              <a:off x="7507470" y="3655601"/>
              <a:ext cx="2341112" cy="215444"/>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r>
                <a:rPr lang="en-US" dirty="0">
                  <a:solidFill>
                    <a:schemeClr val="tx1"/>
                  </a:solidFill>
                </a:rPr>
                <a:t>Statutory intervention in JR</a:t>
              </a:r>
            </a:p>
          </p:txBody>
        </p:sp>
        <p:sp>
          <p:nvSpPr>
            <p:cNvPr id="34" name="TextBox 33">
              <a:extLst>
                <a:ext uri="{FF2B5EF4-FFF2-40B4-BE49-F238E27FC236}">
                  <a16:creationId xmlns:a16="http://schemas.microsoft.com/office/drawing/2014/main" id="{FF28665E-2EFC-136C-F239-18493968E118}"/>
                </a:ext>
              </a:extLst>
            </p:cNvPr>
            <p:cNvSpPr txBox="1"/>
            <p:nvPr/>
          </p:nvSpPr>
          <p:spPr>
            <a:xfrm>
              <a:off x="7507471" y="3345053"/>
              <a:ext cx="1859210"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r>
                <a:rPr lang="en-US" sz="1800" dirty="0">
                  <a:solidFill>
                    <a:schemeClr val="tx1"/>
                  </a:solidFill>
                </a:rPr>
                <a:t>ADJR Act</a:t>
              </a:r>
            </a:p>
          </p:txBody>
        </p:sp>
        <p:sp>
          <p:nvSpPr>
            <p:cNvPr id="35" name="TextBox 34">
              <a:extLst>
                <a:ext uri="{FF2B5EF4-FFF2-40B4-BE49-F238E27FC236}">
                  <a16:creationId xmlns:a16="http://schemas.microsoft.com/office/drawing/2014/main" id="{34FEA223-907C-F7F9-E88F-4A907B0AAC16}"/>
                </a:ext>
              </a:extLst>
            </p:cNvPr>
            <p:cNvSpPr txBox="1"/>
            <p:nvPr/>
          </p:nvSpPr>
          <p:spPr>
            <a:xfrm>
              <a:off x="2765958" y="5169984"/>
              <a:ext cx="2341112" cy="430887"/>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r>
                <a:rPr lang="en-US" dirty="0">
                  <a:solidFill>
                    <a:schemeClr val="tx1"/>
                  </a:solidFill>
                </a:rPr>
                <a:t>What issues are suitable for JR</a:t>
              </a:r>
            </a:p>
          </p:txBody>
        </p:sp>
        <p:sp>
          <p:nvSpPr>
            <p:cNvPr id="36" name="TextBox 35">
              <a:extLst>
                <a:ext uri="{FF2B5EF4-FFF2-40B4-BE49-F238E27FC236}">
                  <a16:creationId xmlns:a16="http://schemas.microsoft.com/office/drawing/2014/main" id="{A1D3BF47-CDC2-A1FC-B7B9-963D28A5BB5A}"/>
                </a:ext>
              </a:extLst>
            </p:cNvPr>
            <p:cNvSpPr txBox="1"/>
            <p:nvPr/>
          </p:nvSpPr>
          <p:spPr>
            <a:xfrm>
              <a:off x="2765959" y="4859436"/>
              <a:ext cx="1859210"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r>
                <a:rPr lang="en-US" sz="1800" dirty="0">
                  <a:solidFill>
                    <a:schemeClr val="tx1"/>
                  </a:solidFill>
                </a:rPr>
                <a:t>Justiciability</a:t>
              </a:r>
            </a:p>
          </p:txBody>
        </p:sp>
        <p:sp>
          <p:nvSpPr>
            <p:cNvPr id="37" name="TextBox 36">
              <a:extLst>
                <a:ext uri="{FF2B5EF4-FFF2-40B4-BE49-F238E27FC236}">
                  <a16:creationId xmlns:a16="http://schemas.microsoft.com/office/drawing/2014/main" id="{50E1F8A5-E0B4-DC5F-1A8E-E82F98BC7E84}"/>
                </a:ext>
              </a:extLst>
            </p:cNvPr>
            <p:cNvSpPr txBox="1"/>
            <p:nvPr/>
          </p:nvSpPr>
          <p:spPr>
            <a:xfrm>
              <a:off x="7507470" y="5169984"/>
              <a:ext cx="2341112" cy="430887"/>
            </a:xfrm>
            <a:prstGeom prst="rect">
              <a:avLst/>
            </a:prstGeom>
            <a:noFill/>
            <a:ln>
              <a:noFill/>
            </a:ln>
          </p:spPr>
          <p:txBody>
            <a:bodyPr spcFirstLastPara="1" wrap="square" lIns="0" tIns="0" rIns="0" bIns="0" anchor="t" anchorCtr="0">
              <a:spAutoFit/>
            </a:bodyPr>
            <a:lstStyle>
              <a:defPPr>
                <a:defRPr lang="en-US"/>
              </a:defPPr>
              <a:lvl1pPr>
                <a:defRPr sz="1400">
                  <a:solidFill>
                    <a:srgbClr val="434343"/>
                  </a:solidFill>
                  <a:latin typeface="Segoe UI" panose="020B0502040204020203" pitchFamily="34" charset="0"/>
                  <a:ea typeface="Roboto"/>
                  <a:cs typeface="Segoe UI" panose="020B0502040204020203" pitchFamily="34" charset="0"/>
                </a:defRPr>
              </a:lvl1pPr>
            </a:lstStyle>
            <a:p>
              <a:r>
                <a:rPr lang="en-US" dirty="0">
                  <a:solidFill>
                    <a:schemeClr val="tx1"/>
                  </a:solidFill>
                </a:rPr>
                <a:t>Questions to prepare for assessment </a:t>
              </a:r>
            </a:p>
          </p:txBody>
        </p:sp>
        <p:sp>
          <p:nvSpPr>
            <p:cNvPr id="38" name="TextBox 37">
              <a:extLst>
                <a:ext uri="{FF2B5EF4-FFF2-40B4-BE49-F238E27FC236}">
                  <a16:creationId xmlns:a16="http://schemas.microsoft.com/office/drawing/2014/main" id="{6F898C30-8C17-791B-BAE1-2E47344CCFDC}"/>
                </a:ext>
              </a:extLst>
            </p:cNvPr>
            <p:cNvSpPr txBox="1"/>
            <p:nvPr/>
          </p:nvSpPr>
          <p:spPr>
            <a:xfrm>
              <a:off x="7507470" y="4859436"/>
              <a:ext cx="2239099" cy="276999"/>
            </a:xfrm>
            <a:prstGeom prst="rect">
              <a:avLst/>
            </a:prstGeom>
            <a:noFill/>
            <a:ln>
              <a:noFill/>
            </a:ln>
          </p:spPr>
          <p:txBody>
            <a:bodyPr spcFirstLastPara="1" wrap="square" lIns="0" tIns="0" rIns="0" bIns="0" anchor="ctr" anchorCtr="0">
              <a:spAutoFit/>
            </a:bodyPr>
            <a:lstStyle>
              <a:defPPr>
                <a:defRPr lang="en-US"/>
              </a:defPPr>
              <a:lvl1pPr>
                <a:defRPr sz="2000" b="1">
                  <a:solidFill>
                    <a:srgbClr val="434343"/>
                  </a:solidFill>
                  <a:latin typeface="Segoe UI" panose="020B0502040204020203" pitchFamily="34" charset="0"/>
                  <a:ea typeface="Fira Sans Extra Condensed Medium"/>
                  <a:cs typeface="Segoe UI" panose="020B0502040204020203" pitchFamily="34" charset="0"/>
                </a:defRPr>
              </a:lvl1pPr>
            </a:lstStyle>
            <a:p>
              <a:r>
                <a:rPr lang="en-US" sz="1800" dirty="0">
                  <a:solidFill>
                    <a:schemeClr val="tx1"/>
                  </a:solidFill>
                </a:rPr>
                <a:t>Problem Questions</a:t>
              </a:r>
            </a:p>
          </p:txBody>
        </p:sp>
        <p:sp>
          <p:nvSpPr>
            <p:cNvPr id="39" name="Rectangle 38">
              <a:extLst>
                <a:ext uri="{FF2B5EF4-FFF2-40B4-BE49-F238E27FC236}">
                  <a16:creationId xmlns:a16="http://schemas.microsoft.com/office/drawing/2014/main" id="{29DA8885-0A20-599C-E861-065F30E69941}"/>
                </a:ext>
              </a:extLst>
            </p:cNvPr>
            <p:cNvSpPr/>
            <p:nvPr/>
          </p:nvSpPr>
          <p:spPr>
            <a:xfrm>
              <a:off x="1868170" y="1979433"/>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latin typeface="Segoe UI" panose="020B0502040204020203" pitchFamily="34" charset="0"/>
                  <a:cs typeface="Segoe UI" panose="020B0502040204020203" pitchFamily="34" charset="0"/>
                </a:rPr>
                <a:t>01</a:t>
              </a:r>
            </a:p>
          </p:txBody>
        </p:sp>
        <p:sp>
          <p:nvSpPr>
            <p:cNvPr id="40" name="Rectangle 39">
              <a:extLst>
                <a:ext uri="{FF2B5EF4-FFF2-40B4-BE49-F238E27FC236}">
                  <a16:creationId xmlns:a16="http://schemas.microsoft.com/office/drawing/2014/main" id="{B1EE116B-A676-442E-4642-B8224E1B627B}"/>
                </a:ext>
              </a:extLst>
            </p:cNvPr>
            <p:cNvSpPr/>
            <p:nvPr/>
          </p:nvSpPr>
          <p:spPr>
            <a:xfrm>
              <a:off x="6584528" y="1979433"/>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latin typeface="Segoe UI" panose="020B0502040204020203" pitchFamily="34" charset="0"/>
                  <a:cs typeface="Segoe UI" panose="020B0502040204020203" pitchFamily="34" charset="0"/>
                </a:rPr>
                <a:t>02</a:t>
              </a:r>
            </a:p>
          </p:txBody>
        </p:sp>
        <p:sp>
          <p:nvSpPr>
            <p:cNvPr id="41" name="Rectangle 40">
              <a:extLst>
                <a:ext uri="{FF2B5EF4-FFF2-40B4-BE49-F238E27FC236}">
                  <a16:creationId xmlns:a16="http://schemas.microsoft.com/office/drawing/2014/main" id="{BB79D1A1-B71D-ADFA-5F31-8F0E21DAFD1D}"/>
                </a:ext>
              </a:extLst>
            </p:cNvPr>
            <p:cNvSpPr/>
            <p:nvPr/>
          </p:nvSpPr>
          <p:spPr>
            <a:xfrm>
              <a:off x="1868170" y="3493396"/>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latin typeface="Segoe UI" panose="020B0502040204020203" pitchFamily="34" charset="0"/>
                  <a:cs typeface="Segoe UI" panose="020B0502040204020203" pitchFamily="34" charset="0"/>
                </a:rPr>
                <a:t>03</a:t>
              </a:r>
            </a:p>
          </p:txBody>
        </p:sp>
        <p:sp>
          <p:nvSpPr>
            <p:cNvPr id="42" name="Rectangle 41">
              <a:extLst>
                <a:ext uri="{FF2B5EF4-FFF2-40B4-BE49-F238E27FC236}">
                  <a16:creationId xmlns:a16="http://schemas.microsoft.com/office/drawing/2014/main" id="{7CF57C85-54D1-2133-2245-329DE787DAF5}"/>
                </a:ext>
              </a:extLst>
            </p:cNvPr>
            <p:cNvSpPr/>
            <p:nvPr/>
          </p:nvSpPr>
          <p:spPr>
            <a:xfrm>
              <a:off x="6584528" y="3493396"/>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latin typeface="Segoe UI" panose="020B0502040204020203" pitchFamily="34" charset="0"/>
                  <a:cs typeface="Segoe UI" panose="020B0502040204020203" pitchFamily="34" charset="0"/>
                </a:rPr>
                <a:t>04</a:t>
              </a:r>
            </a:p>
          </p:txBody>
        </p:sp>
        <p:sp>
          <p:nvSpPr>
            <p:cNvPr id="43" name="Rectangle 42">
              <a:extLst>
                <a:ext uri="{FF2B5EF4-FFF2-40B4-BE49-F238E27FC236}">
                  <a16:creationId xmlns:a16="http://schemas.microsoft.com/office/drawing/2014/main" id="{912BE99B-11BF-AC6A-7CFC-3C871F1C5169}"/>
                </a:ext>
              </a:extLst>
            </p:cNvPr>
            <p:cNvSpPr/>
            <p:nvPr/>
          </p:nvSpPr>
          <p:spPr>
            <a:xfrm>
              <a:off x="1868170" y="5007779"/>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latin typeface="Segoe UI" panose="020B0502040204020203" pitchFamily="34" charset="0"/>
                  <a:cs typeface="Segoe UI" panose="020B0502040204020203" pitchFamily="34" charset="0"/>
                </a:rPr>
                <a:t>05</a:t>
              </a:r>
            </a:p>
          </p:txBody>
        </p:sp>
        <p:sp>
          <p:nvSpPr>
            <p:cNvPr id="44" name="Rectangle 43">
              <a:extLst>
                <a:ext uri="{FF2B5EF4-FFF2-40B4-BE49-F238E27FC236}">
                  <a16:creationId xmlns:a16="http://schemas.microsoft.com/office/drawing/2014/main" id="{1DFE9F11-2188-D761-6F75-C9D1187EC14F}"/>
                </a:ext>
              </a:extLst>
            </p:cNvPr>
            <p:cNvSpPr/>
            <p:nvPr/>
          </p:nvSpPr>
          <p:spPr>
            <a:xfrm>
              <a:off x="6584528" y="5007779"/>
              <a:ext cx="530269" cy="4664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800" dirty="0">
                  <a:latin typeface="Segoe UI" panose="020B0502040204020203" pitchFamily="34" charset="0"/>
                  <a:cs typeface="Segoe UI" panose="020B0502040204020203" pitchFamily="34" charset="0"/>
                </a:rPr>
                <a:t>06</a:t>
              </a:r>
            </a:p>
          </p:txBody>
        </p:sp>
      </p:grpSp>
    </p:spTree>
    <p:extLst>
      <p:ext uri="{BB962C8B-B14F-4D97-AF65-F5344CB8AC3E}">
        <p14:creationId xmlns:p14="http://schemas.microsoft.com/office/powerpoint/2010/main" val="335291502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D53F472-42F2-8283-DDB6-DF128B2B9BA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CB2575D-A189-B5CE-0DE2-5F82E7D809B8}"/>
              </a:ext>
            </a:extLst>
          </p:cNvPr>
          <p:cNvGrpSpPr/>
          <p:nvPr/>
        </p:nvGrpSpPr>
        <p:grpSpPr>
          <a:xfrm rot="-10800000">
            <a:off x="11045569" y="-12699"/>
            <a:ext cx="1146433" cy="1146433"/>
            <a:chOff x="0" y="0"/>
            <a:chExt cx="1630482" cy="1630482"/>
          </a:xfrm>
        </p:grpSpPr>
        <p:sp>
          <p:nvSpPr>
            <p:cNvPr id="3" name="Freeform 3">
              <a:extLst>
                <a:ext uri="{FF2B5EF4-FFF2-40B4-BE49-F238E27FC236}">
                  <a16:creationId xmlns:a16="http://schemas.microsoft.com/office/drawing/2014/main" id="{2149C5B9-C34D-5677-BEE7-781B489C2D4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defTabSz="914377"/>
              <a:endParaRPr lang="en-AU">
                <a:solidFill>
                  <a:prstClr val="black"/>
                </a:solidFill>
                <a:latin typeface="Calibri"/>
              </a:endParaRPr>
            </a:p>
          </p:txBody>
        </p:sp>
      </p:grpSp>
      <p:sp>
        <p:nvSpPr>
          <p:cNvPr id="8" name="TextBox 8">
            <a:extLst>
              <a:ext uri="{FF2B5EF4-FFF2-40B4-BE49-F238E27FC236}">
                <a16:creationId xmlns:a16="http://schemas.microsoft.com/office/drawing/2014/main" id="{17946EAF-2F0E-8BE5-11D2-50CA746EA024}"/>
              </a:ext>
            </a:extLst>
          </p:cNvPr>
          <p:cNvSpPr txBox="1"/>
          <p:nvPr/>
        </p:nvSpPr>
        <p:spPr>
          <a:xfrm>
            <a:off x="685800" y="613315"/>
            <a:ext cx="9982199" cy="455702"/>
          </a:xfrm>
          <a:prstGeom prst="rect">
            <a:avLst/>
          </a:prstGeom>
        </p:spPr>
        <p:txBody>
          <a:bodyPr wrap="square" lIns="0" tIns="0" rIns="0" bIns="0" rtlCol="0" anchor="t">
            <a:spAutoFit/>
          </a:bodyPr>
          <a:lstStyle/>
          <a:p>
            <a:pPr defTabSz="914377">
              <a:lnSpc>
                <a:spcPts val="3865"/>
              </a:lnSpc>
            </a:pPr>
            <a:r>
              <a:rPr lang="en-US" sz="2761" b="1" dirty="0">
                <a:solidFill>
                  <a:srgbClr val="FFFFFF"/>
                </a:solidFill>
                <a:latin typeface="Arial Bold"/>
                <a:ea typeface="Arial Bold"/>
                <a:cs typeface="Arial Bold"/>
                <a:sym typeface="Arial Bold"/>
              </a:rPr>
              <a:t>Administrative Law in the News [To be updated each week]</a:t>
            </a:r>
          </a:p>
        </p:txBody>
      </p:sp>
      <p:sp>
        <p:nvSpPr>
          <p:cNvPr id="14" name="TextBox 14">
            <a:extLst>
              <a:ext uri="{FF2B5EF4-FFF2-40B4-BE49-F238E27FC236}">
                <a16:creationId xmlns:a16="http://schemas.microsoft.com/office/drawing/2014/main" id="{E69E6E6D-C24E-7B18-F8A5-EA83EB1433F5}"/>
              </a:ext>
            </a:extLst>
          </p:cNvPr>
          <p:cNvSpPr txBox="1"/>
          <p:nvPr/>
        </p:nvSpPr>
        <p:spPr>
          <a:xfrm>
            <a:off x="9875691" y="6403401"/>
            <a:ext cx="1994403" cy="187359"/>
          </a:xfrm>
          <a:prstGeom prst="rect">
            <a:avLst/>
          </a:prstGeom>
        </p:spPr>
        <p:txBody>
          <a:bodyPr lIns="0" tIns="0" rIns="0" bIns="0" rtlCol="0" anchor="t">
            <a:spAutoFit/>
          </a:bodyPr>
          <a:lstStyle/>
          <a:p>
            <a:pPr defTabSz="914377">
              <a:lnSpc>
                <a:spcPts val="1605"/>
              </a:lnSpc>
            </a:pPr>
            <a:r>
              <a:rPr lang="en-US" sz="1147" dirty="0">
                <a:solidFill>
                  <a:srgbClr val="FFFFFF"/>
                </a:solidFill>
                <a:latin typeface="Arial"/>
                <a:ea typeface="Arial"/>
                <a:cs typeface="Arial"/>
                <a:sym typeface="Arial"/>
              </a:rPr>
              <a:t>Administrative Law –LAW1023</a:t>
            </a:r>
          </a:p>
        </p:txBody>
      </p:sp>
      <p:pic>
        <p:nvPicPr>
          <p:cNvPr id="6" name="Picture 5">
            <a:extLst>
              <a:ext uri="{FF2B5EF4-FFF2-40B4-BE49-F238E27FC236}">
                <a16:creationId xmlns:a16="http://schemas.microsoft.com/office/drawing/2014/main" id="{6F3A8E42-2581-B205-7A97-26D6499E5402}"/>
              </a:ext>
            </a:extLst>
          </p:cNvPr>
          <p:cNvPicPr>
            <a:picLocks noChangeAspect="1"/>
          </p:cNvPicPr>
          <p:nvPr/>
        </p:nvPicPr>
        <p:blipFill>
          <a:blip r:embed="rId2"/>
          <a:srcRect l="27684" t="20640" r="2919" b="6629"/>
          <a:stretch/>
        </p:blipFill>
        <p:spPr>
          <a:xfrm>
            <a:off x="685801" y="1477506"/>
            <a:ext cx="3923759" cy="2570151"/>
          </a:xfrm>
          <a:prstGeom prst="rect">
            <a:avLst/>
          </a:prstGeom>
        </p:spPr>
      </p:pic>
      <p:sp>
        <p:nvSpPr>
          <p:cNvPr id="12" name="TextBox 11">
            <a:extLst>
              <a:ext uri="{FF2B5EF4-FFF2-40B4-BE49-F238E27FC236}">
                <a16:creationId xmlns:a16="http://schemas.microsoft.com/office/drawing/2014/main" id="{760DA16F-95E4-2690-EA59-07C79B699B14}"/>
              </a:ext>
            </a:extLst>
          </p:cNvPr>
          <p:cNvSpPr txBox="1"/>
          <p:nvPr/>
        </p:nvSpPr>
        <p:spPr>
          <a:xfrm>
            <a:off x="685801" y="4298195"/>
            <a:ext cx="3767380" cy="830997"/>
          </a:xfrm>
          <a:prstGeom prst="rect">
            <a:avLst/>
          </a:prstGeom>
          <a:noFill/>
        </p:spPr>
        <p:txBody>
          <a:bodyPr wrap="square">
            <a:spAutoFit/>
          </a:bodyPr>
          <a:lstStyle/>
          <a:p>
            <a:pPr defTabSz="1219170"/>
            <a:r>
              <a:rPr lang="en-US" sz="1600" dirty="0">
                <a:solidFill>
                  <a:prstClr val="black"/>
                </a:solidFill>
                <a:latin typeface="Calibri"/>
                <a:hlinkClick r:id="rId3"/>
              </a:rPr>
              <a:t>Anti-corruption watchdog delivers verdict on $2.4 million Brittany Higgins payout | SBS News</a:t>
            </a:r>
            <a:endParaRPr lang="en-AU" sz="1600" dirty="0">
              <a:solidFill>
                <a:prstClr val="black"/>
              </a:solidFill>
              <a:latin typeface="Calibri"/>
            </a:endParaRPr>
          </a:p>
        </p:txBody>
      </p:sp>
      <p:pic>
        <p:nvPicPr>
          <p:cNvPr id="15" name="Picture 14">
            <a:extLst>
              <a:ext uri="{FF2B5EF4-FFF2-40B4-BE49-F238E27FC236}">
                <a16:creationId xmlns:a16="http://schemas.microsoft.com/office/drawing/2014/main" id="{15BAD0E8-E375-AC3E-B468-5C534F3771D2}"/>
              </a:ext>
            </a:extLst>
          </p:cNvPr>
          <p:cNvPicPr>
            <a:picLocks noChangeAspect="1"/>
          </p:cNvPicPr>
          <p:nvPr/>
        </p:nvPicPr>
        <p:blipFill>
          <a:blip r:embed="rId4"/>
          <a:srcRect l="14501" t="27420" r="32580" b="11714"/>
          <a:stretch/>
        </p:blipFill>
        <p:spPr>
          <a:xfrm>
            <a:off x="4918128" y="1477506"/>
            <a:ext cx="3492285" cy="2510468"/>
          </a:xfrm>
          <a:prstGeom prst="rect">
            <a:avLst/>
          </a:prstGeom>
        </p:spPr>
      </p:pic>
      <p:sp>
        <p:nvSpPr>
          <p:cNvPr id="17" name="TextBox 16">
            <a:extLst>
              <a:ext uri="{FF2B5EF4-FFF2-40B4-BE49-F238E27FC236}">
                <a16:creationId xmlns:a16="http://schemas.microsoft.com/office/drawing/2014/main" id="{AE85D71D-344D-E6AA-DD39-B92EEED28B3E}"/>
              </a:ext>
            </a:extLst>
          </p:cNvPr>
          <p:cNvSpPr txBox="1"/>
          <p:nvPr/>
        </p:nvSpPr>
        <p:spPr>
          <a:xfrm>
            <a:off x="4783811" y="4360186"/>
            <a:ext cx="4091552" cy="584775"/>
          </a:xfrm>
          <a:prstGeom prst="rect">
            <a:avLst/>
          </a:prstGeom>
          <a:noFill/>
        </p:spPr>
        <p:txBody>
          <a:bodyPr wrap="square">
            <a:spAutoFit/>
          </a:bodyPr>
          <a:lstStyle/>
          <a:p>
            <a:pPr defTabSz="1219170"/>
            <a:r>
              <a:rPr lang="en-US" sz="1600" dirty="0">
                <a:solidFill>
                  <a:prstClr val="black"/>
                </a:solidFill>
                <a:latin typeface="Calibri"/>
                <a:hlinkClick r:id="rId5"/>
              </a:rPr>
              <a:t>Refugee Council troubled by findings on offshore detention at sea</a:t>
            </a:r>
            <a:endParaRPr lang="en-AU" sz="1600" dirty="0">
              <a:solidFill>
                <a:prstClr val="black"/>
              </a:solidFill>
              <a:latin typeface="Calibri"/>
            </a:endParaRPr>
          </a:p>
        </p:txBody>
      </p:sp>
      <p:pic>
        <p:nvPicPr>
          <p:cNvPr id="19" name="Picture 18">
            <a:extLst>
              <a:ext uri="{FF2B5EF4-FFF2-40B4-BE49-F238E27FC236}">
                <a16:creationId xmlns:a16="http://schemas.microsoft.com/office/drawing/2014/main" id="{045141E8-01AD-125D-691D-A94837EA9044}"/>
              </a:ext>
            </a:extLst>
          </p:cNvPr>
          <p:cNvPicPr>
            <a:picLocks noChangeAspect="1"/>
          </p:cNvPicPr>
          <p:nvPr/>
        </p:nvPicPr>
        <p:blipFill>
          <a:blip r:embed="rId6"/>
          <a:srcRect l="25517" t="22599" r="27213" b="10357"/>
          <a:stretch/>
        </p:blipFill>
        <p:spPr>
          <a:xfrm>
            <a:off x="8718984" y="1503227"/>
            <a:ext cx="2787217" cy="2470741"/>
          </a:xfrm>
          <a:prstGeom prst="rect">
            <a:avLst/>
          </a:prstGeom>
        </p:spPr>
      </p:pic>
      <p:sp>
        <p:nvSpPr>
          <p:cNvPr id="21" name="TextBox 20">
            <a:extLst>
              <a:ext uri="{FF2B5EF4-FFF2-40B4-BE49-F238E27FC236}">
                <a16:creationId xmlns:a16="http://schemas.microsoft.com/office/drawing/2014/main" id="{1D9C4282-094E-4C8C-8A30-1054E51F9111}"/>
              </a:ext>
            </a:extLst>
          </p:cNvPr>
          <p:cNvSpPr txBox="1"/>
          <p:nvPr/>
        </p:nvSpPr>
        <p:spPr>
          <a:xfrm>
            <a:off x="8562760" y="4343461"/>
            <a:ext cx="3099661" cy="1077218"/>
          </a:xfrm>
          <a:prstGeom prst="rect">
            <a:avLst/>
          </a:prstGeom>
          <a:noFill/>
        </p:spPr>
        <p:txBody>
          <a:bodyPr wrap="square">
            <a:spAutoFit/>
          </a:bodyPr>
          <a:lstStyle/>
          <a:p>
            <a:pPr defTabSz="1219170"/>
            <a:r>
              <a:rPr lang="en-US" sz="1600" dirty="0">
                <a:solidFill>
                  <a:prstClr val="black"/>
                </a:solidFill>
                <a:latin typeface="Calibri"/>
                <a:hlinkClick r:id="rId7"/>
              </a:rPr>
              <a:t>Victoria receives the most Freedom of Information requests in Australia, and the system is buckling - ABC News</a:t>
            </a:r>
            <a:endParaRPr lang="en-AU" sz="1600" dirty="0">
              <a:solidFill>
                <a:prstClr val="black"/>
              </a:solidFill>
              <a:latin typeface="Calibri"/>
            </a:endParaRPr>
          </a:p>
        </p:txBody>
      </p:sp>
    </p:spTree>
    <p:extLst>
      <p:ext uri="{BB962C8B-B14F-4D97-AF65-F5344CB8AC3E}">
        <p14:creationId xmlns:p14="http://schemas.microsoft.com/office/powerpoint/2010/main" val="2310698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3B587ED9-3D2A-F86F-BD2A-F3F847A4BB5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162CC3-2A17-384C-F2B0-10B9830F64AC}"/>
              </a:ext>
            </a:extLst>
          </p:cNvPr>
          <p:cNvGrpSpPr/>
          <p:nvPr/>
        </p:nvGrpSpPr>
        <p:grpSpPr>
          <a:xfrm rot="-10800000">
            <a:off x="11045569" y="-12699"/>
            <a:ext cx="1146433" cy="1146433"/>
            <a:chOff x="0" y="0"/>
            <a:chExt cx="1630482" cy="1630482"/>
          </a:xfrm>
        </p:grpSpPr>
        <p:sp>
          <p:nvSpPr>
            <p:cNvPr id="3" name="Freeform 3">
              <a:extLst>
                <a:ext uri="{FF2B5EF4-FFF2-40B4-BE49-F238E27FC236}">
                  <a16:creationId xmlns:a16="http://schemas.microsoft.com/office/drawing/2014/main" id="{A2C3E15A-92A2-83AE-3CCF-088C2308F25D}"/>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A31C568A-184B-8CB4-1864-BF6432499DFF}"/>
              </a:ext>
            </a:extLst>
          </p:cNvPr>
          <p:cNvSpPr txBox="1"/>
          <p:nvPr/>
        </p:nvSpPr>
        <p:spPr>
          <a:xfrm>
            <a:off x="609600" y="685800"/>
            <a:ext cx="10865608" cy="455702"/>
          </a:xfrm>
          <a:prstGeom prst="rect">
            <a:avLst/>
          </a:prstGeom>
        </p:spPr>
        <p:txBody>
          <a:bodyPr wrap="square" lIns="0" tIns="0" rIns="0" bIns="0" rtlCol="0" anchor="t">
            <a:spAutoFit/>
          </a:bodyPr>
          <a:lstStyle/>
          <a:p>
            <a:pPr marL="0" marR="0" lvl="0" indent="0" algn="l" defTabSz="914377" rtl="0" eaLnBrk="1" fontAlgn="auto" latinLnBrk="0" hangingPunct="1">
              <a:lnSpc>
                <a:spcPts val="3865"/>
              </a:lnSpc>
              <a:spcBef>
                <a:spcPts val="0"/>
              </a:spcBef>
              <a:spcAft>
                <a:spcPts val="0"/>
              </a:spcAft>
              <a:buClrTx/>
              <a:buSzTx/>
              <a:buFontTx/>
              <a:buNone/>
              <a:tabLst/>
              <a:defRPr/>
            </a:pPr>
            <a:r>
              <a:rPr kumimoji="0" lang="en-US" sz="2761" b="1" i="0" u="none" strike="noStrike" kern="1200" cap="none" spc="0" normalizeH="0" baseline="0" noProof="0" dirty="0">
                <a:ln>
                  <a:noFill/>
                </a:ln>
                <a:solidFill>
                  <a:srgbClr val="FFFFFF"/>
                </a:solidFill>
                <a:effectLst/>
                <a:uLnTx/>
                <a:uFillTx/>
                <a:latin typeface="Arial Bold"/>
                <a:ea typeface="Arial Bold"/>
                <a:cs typeface="Arial Bold"/>
                <a:sym typeface="Arial Bold"/>
              </a:rPr>
              <a:t>(Not so) Hypothetical  </a:t>
            </a:r>
          </a:p>
        </p:txBody>
      </p:sp>
      <p:sp>
        <p:nvSpPr>
          <p:cNvPr id="11" name="TextBox 11">
            <a:extLst>
              <a:ext uri="{FF2B5EF4-FFF2-40B4-BE49-F238E27FC236}">
                <a16:creationId xmlns:a16="http://schemas.microsoft.com/office/drawing/2014/main" id="{0728B1C2-B486-A0C3-FFE5-C73A648EA4E7}"/>
              </a:ext>
            </a:extLst>
          </p:cNvPr>
          <p:cNvSpPr txBox="1"/>
          <p:nvPr/>
        </p:nvSpPr>
        <p:spPr>
          <a:xfrm>
            <a:off x="9995774" y="6368673"/>
            <a:ext cx="1773879" cy="164340"/>
          </a:xfrm>
          <a:prstGeom prst="rect">
            <a:avLst/>
          </a:prstGeom>
        </p:spPr>
        <p:txBody>
          <a:bodyPr lIns="0" tIns="0" rIns="0" bIns="0" rtlCol="0" anchor="t">
            <a:spAutoFit/>
          </a:bodyPr>
          <a:lstStyle/>
          <a:p>
            <a:pPr marL="0" marR="0" lvl="0" indent="0" algn="l" defTabSz="914377" rtl="0" eaLnBrk="1" fontAlgn="auto" latinLnBrk="0" hangingPunct="1">
              <a:lnSpc>
                <a:spcPts val="1423"/>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4" name="Content Placeholder 2">
            <a:extLst>
              <a:ext uri="{FF2B5EF4-FFF2-40B4-BE49-F238E27FC236}">
                <a16:creationId xmlns:a16="http://schemas.microsoft.com/office/drawing/2014/main" id="{07E582E2-9701-ADB8-9186-9A7731A19A02}"/>
              </a:ext>
            </a:extLst>
          </p:cNvPr>
          <p:cNvSpPr txBox="1">
            <a:spLocks/>
          </p:cNvSpPr>
          <p:nvPr/>
        </p:nvSpPr>
        <p:spPr>
          <a:xfrm>
            <a:off x="533400" y="1213660"/>
            <a:ext cx="7696200" cy="3662835"/>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r>
              <a:rPr kumimoji="0" lang="en-US" sz="2133" b="0" i="0" u="none" strike="noStrike" kern="1200" cap="none" spc="0" normalizeH="0" baseline="0" noProof="0" dirty="0">
                <a:ln>
                  <a:noFill/>
                </a:ln>
                <a:solidFill>
                  <a:prstClr val="white"/>
                </a:solidFill>
                <a:effectLst/>
                <a:uLnTx/>
                <a:uFillTx/>
                <a:latin typeface="Calibri"/>
                <a:ea typeface="+mn-ea"/>
                <a:cs typeface="+mn-cs"/>
              </a:rPr>
              <a:t>You work for a critical minerals project in north-eastern Victoria. The mining project would produce large quantities of antimony which is used in semi-conductors and other high-end electronics. Outside of North Asia there is relatively little production. You have spent 8 years getting all of the permitting in place and $20m of shareholders funds. Resources Victoria has indicated the project meets necessary technical and environmental objectives. After a change in government, the incoming minister declares they find the project not in Victoria’s state interest (they campaigned against it) and petition the Governor to remove the area from the </a:t>
            </a:r>
            <a:r>
              <a:rPr kumimoji="0" lang="en-US" sz="2133" b="0" i="1" u="none" strike="noStrike" kern="1200" cap="none" spc="0" normalizeH="0" baseline="0" noProof="0" dirty="0">
                <a:ln>
                  <a:noFill/>
                </a:ln>
                <a:solidFill>
                  <a:prstClr val="white"/>
                </a:solidFill>
                <a:effectLst/>
                <a:uLnTx/>
                <a:uFillTx/>
                <a:latin typeface="Calibri"/>
                <a:ea typeface="+mn-ea"/>
                <a:cs typeface="+mn-cs"/>
              </a:rPr>
              <a:t>Mineral Resources Act 1990. </a:t>
            </a:r>
            <a:r>
              <a:rPr lang="en-US" sz="2133" dirty="0">
                <a:solidFill>
                  <a:prstClr val="white"/>
                </a:solidFill>
                <a:latin typeface="Calibri"/>
              </a:rPr>
              <a:t>Simultaneously, the Federal Minister for the Environment and Water refuses EPBC approval for not addressing the impacts on migratory birds (no migratory birds had been identified in the area).</a:t>
            </a:r>
            <a:r>
              <a:rPr kumimoji="0" lang="en-US" sz="2133" b="0" i="1" u="none" strike="noStrike" kern="1200" cap="none" spc="0" normalizeH="0" baseline="0" noProof="0" dirty="0">
                <a:ln>
                  <a:noFill/>
                </a:ln>
                <a:solidFill>
                  <a:prstClr val="white"/>
                </a:solidFill>
                <a:effectLst/>
                <a:uLnTx/>
                <a:uFillTx/>
                <a:latin typeface="Calibri"/>
                <a:ea typeface="+mn-ea"/>
                <a:cs typeface="+mn-cs"/>
              </a:rPr>
              <a:t> </a:t>
            </a:r>
          </a:p>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endParaRPr kumimoji="0" lang="en-US" sz="2133" b="0" i="0" u="none" strike="noStrike" kern="1200" cap="none" spc="0" normalizeH="0" baseline="0" noProof="0" dirty="0">
              <a:ln>
                <a:noFill/>
              </a:ln>
              <a:solidFill>
                <a:prstClr val="white"/>
              </a:solidFill>
              <a:effectLst/>
              <a:uLnTx/>
              <a:uFillTx/>
              <a:latin typeface="Calibri"/>
              <a:ea typeface="+mn-ea"/>
              <a:cs typeface="+mn-cs"/>
            </a:endParaRPr>
          </a:p>
          <a:p>
            <a:pPr marL="0" marR="0" lvl="0" indent="0" algn="l" defTabSz="914377" rtl="0" eaLnBrk="1" fontAlgn="auto" latinLnBrk="0" hangingPunct="1">
              <a:lnSpc>
                <a:spcPct val="100000"/>
              </a:lnSpc>
              <a:spcBef>
                <a:spcPct val="20000"/>
              </a:spcBef>
              <a:spcAft>
                <a:spcPts val="0"/>
              </a:spcAft>
              <a:buClrTx/>
              <a:buSzTx/>
              <a:buFont typeface="Arial" pitchFamily="34" charset="0"/>
              <a:buNone/>
              <a:tabLst/>
              <a:defRPr/>
            </a:pPr>
            <a:r>
              <a:rPr kumimoji="0" lang="en-US" sz="2133" b="0" i="0" u="none" strike="noStrike" kern="1200" cap="none" spc="0" normalizeH="0" baseline="0" noProof="0" dirty="0">
                <a:ln>
                  <a:noFill/>
                </a:ln>
                <a:solidFill>
                  <a:prstClr val="white"/>
                </a:solidFill>
                <a:effectLst/>
                <a:uLnTx/>
                <a:uFillTx/>
                <a:latin typeface="Calibri"/>
                <a:ea typeface="+mn-ea"/>
                <a:cs typeface="+mn-cs"/>
              </a:rPr>
              <a:t>What, if any, avenues of judicial review are available to you?</a:t>
            </a:r>
            <a:endParaRPr kumimoji="0" lang="en-AU" sz="32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TextBox 6">
            <a:extLst>
              <a:ext uri="{FF2B5EF4-FFF2-40B4-BE49-F238E27FC236}">
                <a16:creationId xmlns:a16="http://schemas.microsoft.com/office/drawing/2014/main" id="{D31D4580-C680-FF9C-7399-AD96B004A5D8}"/>
              </a:ext>
            </a:extLst>
          </p:cNvPr>
          <p:cNvSpPr txBox="1"/>
          <p:nvPr/>
        </p:nvSpPr>
        <p:spPr>
          <a:xfrm>
            <a:off x="8976954" y="4280275"/>
            <a:ext cx="232429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mn-cs"/>
              </a:rPr>
              <a:t>Underground Portal entrance</a:t>
            </a:r>
            <a:endParaRPr kumimoji="0" lang="en-AU" sz="14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6" name="Picture 2" descr="Bird In Hand Gold Mine">
            <a:extLst>
              <a:ext uri="{FF2B5EF4-FFF2-40B4-BE49-F238E27FC236}">
                <a16:creationId xmlns:a16="http://schemas.microsoft.com/office/drawing/2014/main" id="{6FD577D0-0ED7-857E-7B8F-3679EB2E79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78949" y="1931523"/>
            <a:ext cx="3520299"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eoffrey Robertson KC : Clooney Foundation for Justice">
            <a:extLst>
              <a:ext uri="{FF2B5EF4-FFF2-40B4-BE49-F238E27FC236}">
                <a16:creationId xmlns:a16="http://schemas.microsoft.com/office/drawing/2014/main" id="{66C2700C-1571-AED6-6D62-045B3CE736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881" y="4955604"/>
            <a:ext cx="1010727" cy="1294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9652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985B6-2253-CBB8-65E0-52CA41A55377}"/>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01A7387B-1B2F-B427-AAB6-50A6A8BF05CA}"/>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C819BC3C-1CC3-8997-60B3-94121772C77D}"/>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867" dirty="0">
                <a:latin typeface="+mn-lt"/>
              </a:rPr>
              <a:t>1.	How, broadly, would you describe what judicial review is?</a:t>
            </a:r>
          </a:p>
          <a:p>
            <a:pPr>
              <a:spcBef>
                <a:spcPts val="800"/>
              </a:spcBef>
              <a:buSzPct val="100000"/>
              <a:defRPr/>
            </a:pPr>
            <a:r>
              <a:rPr lang="en-US" altLang="en-US" sz="1867" dirty="0">
                <a:latin typeface="+mn-lt"/>
              </a:rPr>
              <a:t>2.	What kinds of things are subject to judicial review?</a:t>
            </a:r>
          </a:p>
          <a:p>
            <a:pPr>
              <a:spcBef>
                <a:spcPts val="800"/>
              </a:spcBef>
              <a:buSzPct val="100000"/>
              <a:defRPr/>
            </a:pPr>
            <a:r>
              <a:rPr lang="en-US" altLang="en-US" sz="1867" dirty="0">
                <a:latin typeface="+mn-lt"/>
              </a:rPr>
              <a:t>3.	What are the three avenues of judicial review?</a:t>
            </a:r>
          </a:p>
          <a:p>
            <a:pPr>
              <a:spcBef>
                <a:spcPts val="800"/>
              </a:spcBef>
              <a:buSzPct val="100000"/>
              <a:defRPr/>
            </a:pPr>
            <a:r>
              <a:rPr lang="en-US" altLang="en-US" sz="1867" dirty="0">
                <a:latin typeface="+mn-lt"/>
              </a:rPr>
              <a:t>	a.	In what ways are these not wholly separate?</a:t>
            </a:r>
          </a:p>
          <a:p>
            <a:pPr>
              <a:spcBef>
                <a:spcPts val="800"/>
              </a:spcBef>
              <a:buSzPct val="100000"/>
              <a:defRPr/>
            </a:pPr>
            <a:r>
              <a:rPr lang="en-US" altLang="en-US" sz="1867" dirty="0">
                <a:latin typeface="+mn-lt"/>
              </a:rPr>
              <a:t>	b.	How does s 39B of the </a:t>
            </a:r>
            <a:r>
              <a:rPr lang="en-US" altLang="en-US" sz="1867" i="1" dirty="0">
                <a:latin typeface="+mn-lt"/>
              </a:rPr>
              <a:t>Judiciary Act 1903 </a:t>
            </a:r>
            <a:r>
              <a:rPr lang="en-US" altLang="en-US" sz="1867" dirty="0">
                <a:latin typeface="+mn-lt"/>
              </a:rPr>
              <a:t>(</a:t>
            </a:r>
            <a:r>
              <a:rPr lang="en-US" altLang="en-US" sz="1867" dirty="0" err="1">
                <a:latin typeface="+mn-lt"/>
              </a:rPr>
              <a:t>Cth</a:t>
            </a:r>
            <a:r>
              <a:rPr lang="en-US" altLang="en-US" sz="1867" dirty="0">
                <a:latin typeface="+mn-lt"/>
              </a:rPr>
              <a:t>) operate?</a:t>
            </a:r>
          </a:p>
          <a:p>
            <a:pPr>
              <a:spcBef>
                <a:spcPts val="800"/>
              </a:spcBef>
              <a:buSzPct val="100000"/>
              <a:defRPr/>
            </a:pPr>
            <a:r>
              <a:rPr lang="en-US" altLang="en-US" sz="1867" dirty="0">
                <a:latin typeface="+mn-lt"/>
              </a:rPr>
              <a:t>4.	What are the advantages/disadvantages of judicial review?</a:t>
            </a:r>
          </a:p>
          <a:p>
            <a:pPr>
              <a:spcBef>
                <a:spcPts val="800"/>
              </a:spcBef>
              <a:buSzPct val="100000"/>
              <a:defRPr/>
            </a:pPr>
            <a:r>
              <a:rPr lang="en-US" altLang="en-US" sz="1867" dirty="0">
                <a:latin typeface="+mn-lt"/>
              </a:rPr>
              <a:t>	a.	Where is the power to conduct judicial review derived from?</a:t>
            </a:r>
          </a:p>
          <a:p>
            <a:pPr>
              <a:spcBef>
                <a:spcPts val="800"/>
              </a:spcBef>
              <a:buSzPct val="100000"/>
              <a:defRPr/>
            </a:pPr>
            <a:r>
              <a:rPr lang="en-US" altLang="en-US" sz="1867" dirty="0">
                <a:latin typeface="+mn-lt"/>
              </a:rPr>
              <a:t>5.	How does merits review differ from judicial review?</a:t>
            </a:r>
          </a:p>
          <a:p>
            <a:pPr>
              <a:spcBef>
                <a:spcPts val="800"/>
              </a:spcBef>
              <a:buSzPct val="100000"/>
              <a:defRPr/>
            </a:pPr>
            <a:r>
              <a:rPr lang="en-US" altLang="en-US" sz="1867" dirty="0">
                <a:latin typeface="+mn-lt"/>
              </a:rPr>
              <a:t>	a.	Why are these things so often considered in tandem?</a:t>
            </a:r>
          </a:p>
          <a:p>
            <a:pPr>
              <a:spcBef>
                <a:spcPts val="800"/>
              </a:spcBef>
              <a:buSzPct val="100000"/>
              <a:defRPr/>
            </a:pPr>
            <a:r>
              <a:rPr lang="en-US" altLang="en-US" sz="1867" dirty="0">
                <a:latin typeface="+mn-lt"/>
              </a:rPr>
              <a:t>6. 	What is the original jurisdiction of the High Court?   Hint: s75 of the </a:t>
            </a:r>
            <a:r>
              <a:rPr lang="en-US" altLang="en-US" sz="1867" i="1" dirty="0">
                <a:latin typeface="+mn-lt"/>
              </a:rPr>
              <a:t>Constitution</a:t>
            </a:r>
          </a:p>
          <a:p>
            <a:pPr>
              <a:spcBef>
                <a:spcPts val="800"/>
              </a:spcBef>
              <a:buSzPct val="100000"/>
              <a:defRPr/>
            </a:pPr>
            <a:endParaRPr lang="en-AU" altLang="en-US" sz="1600" dirty="0">
              <a:latin typeface="+mn-lt"/>
            </a:endParaRP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3B5AB892-D9C8-C079-8550-B06F4E5F7228}"/>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394336930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033A716B-745C-4428-9F87-6EA664DDD5F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30A2B29-3797-5911-BEC3-3FEE9BAF6AFA}"/>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031CFB3E-254C-D0F5-5E31-A3289B79EEA4}"/>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2FF4CF68-ED2E-03BE-3D49-A8FCAD6A7B1F}"/>
              </a:ext>
            </a:extLst>
          </p:cNvPr>
          <p:cNvSpPr txBox="1"/>
          <p:nvPr/>
        </p:nvSpPr>
        <p:spPr>
          <a:xfrm>
            <a:off x="392084" y="560536"/>
            <a:ext cx="7170696" cy="409471"/>
          </a:xfrm>
          <a:prstGeom prst="rect">
            <a:avLst/>
          </a:prstGeom>
        </p:spPr>
        <p:txBody>
          <a:bodyPr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Types of Judicial Review</a:t>
            </a:r>
          </a:p>
        </p:txBody>
      </p:sp>
      <p:sp>
        <p:nvSpPr>
          <p:cNvPr id="9" name="TextBox 9">
            <a:extLst>
              <a:ext uri="{FF2B5EF4-FFF2-40B4-BE49-F238E27FC236}">
                <a16:creationId xmlns:a16="http://schemas.microsoft.com/office/drawing/2014/main" id="{FAC2D839-1B94-C8F3-5E78-AF0274732922}"/>
              </a:ext>
            </a:extLst>
          </p:cNvPr>
          <p:cNvSpPr txBox="1"/>
          <p:nvPr/>
        </p:nvSpPr>
        <p:spPr>
          <a:xfrm>
            <a:off x="381000" y="1524000"/>
            <a:ext cx="5410200" cy="4001095"/>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Judicial control over administrative action is about the supervisory role of courts over government and who has the final say when there are disputes over interpretation/application of the law.</a:t>
            </a:r>
          </a:p>
          <a:p>
            <a:pPr marL="285750" marR="0" lvl="0" indent="-285750" algn="l" defTabSz="914400" rtl="0" eaLnBrk="1" fontAlgn="auto" latinLnBrk="0" hangingPunct="1">
              <a:lnSpc>
                <a:spcPct val="2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There are 3 types of judicial review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1. Common law;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2. Constitutional; and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3. Statutory – i.e. </a:t>
            </a:r>
            <a:r>
              <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Administrative 	Decisions (Judicial Review) Act 1977 (	</a:t>
            </a:r>
            <a:r>
              <a:rPr kumimoji="0" lang="en-US" sz="2000" b="0" i="1"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Cth</a:t>
            </a:r>
            <a:r>
              <a:rPr kumimoji="0" lang="en-US" sz="2000"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aka ADJR Act</a:t>
            </a:r>
            <a:endParaRPr kumimoji="0" lang="en-GB"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76769EED-27BF-B7B2-501B-036747ECC3DF}"/>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8" name="Rectangle 7">
            <a:extLst>
              <a:ext uri="{FF2B5EF4-FFF2-40B4-BE49-F238E27FC236}">
                <a16:creationId xmlns:a16="http://schemas.microsoft.com/office/drawing/2014/main" id="{3047B0E2-77EF-74E8-60CE-DF4B9B56A72C}"/>
              </a:ext>
            </a:extLst>
          </p:cNvPr>
          <p:cNvSpPr/>
          <p:nvPr/>
        </p:nvSpPr>
        <p:spPr>
          <a:xfrm>
            <a:off x="6400800" y="0"/>
            <a:ext cx="57912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6" descr="A colorful words in a circle&#10;&#10;AI-generated content may be incorrect.">
            <a:extLst>
              <a:ext uri="{FF2B5EF4-FFF2-40B4-BE49-F238E27FC236}">
                <a16:creationId xmlns:a16="http://schemas.microsoft.com/office/drawing/2014/main" id="{72BB6C92-E077-C3C0-68F0-12B2D17A23E6}"/>
              </a:ext>
            </a:extLst>
          </p:cNvPr>
          <p:cNvPicPr>
            <a:picLocks noChangeAspect="1"/>
          </p:cNvPicPr>
          <p:nvPr/>
        </p:nvPicPr>
        <p:blipFill>
          <a:blip r:embed="rId2">
            <a:extLst>
              <a:ext uri="{28A0092B-C50C-407E-A947-70E740481C1C}">
                <a14:useLocalDpi xmlns:a14="http://schemas.microsoft.com/office/drawing/2010/main" val="0"/>
              </a:ext>
            </a:extLst>
          </a:blip>
          <a:srcRect l="11809" r="12171" b="17593"/>
          <a:stretch/>
        </p:blipFill>
        <p:spPr>
          <a:xfrm>
            <a:off x="6553200" y="982668"/>
            <a:ext cx="5578264" cy="4656132"/>
          </a:xfrm>
          <a:prstGeom prst="rect">
            <a:avLst/>
          </a:prstGeom>
        </p:spPr>
      </p:pic>
    </p:spTree>
    <p:extLst>
      <p:ext uri="{BB962C8B-B14F-4D97-AF65-F5344CB8AC3E}">
        <p14:creationId xmlns:p14="http://schemas.microsoft.com/office/powerpoint/2010/main" val="3981090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6EEAEE68-0A95-3C47-5DD0-4E5BD85B01F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3E0E8D1-38DB-5A07-AE66-BF72178A8E0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487EC7CA-B50F-A107-10A4-CD00B73E15EB}"/>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8058D9B7-4D8F-C283-CDC3-CAAD3E50BF4B}"/>
              </a:ext>
            </a:extLst>
          </p:cNvPr>
          <p:cNvSpPr txBox="1"/>
          <p:nvPr/>
        </p:nvSpPr>
        <p:spPr>
          <a:xfrm>
            <a:off x="392084" y="560536"/>
            <a:ext cx="7170696" cy="409471"/>
          </a:xfrm>
          <a:prstGeom prst="rect">
            <a:avLst/>
          </a:prstGeom>
        </p:spPr>
        <p:txBody>
          <a:bodyPr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Judicial Review – Grounds of Review</a:t>
            </a:r>
          </a:p>
        </p:txBody>
      </p:sp>
      <p:sp>
        <p:nvSpPr>
          <p:cNvPr id="9" name="TextBox 9">
            <a:extLst>
              <a:ext uri="{FF2B5EF4-FFF2-40B4-BE49-F238E27FC236}">
                <a16:creationId xmlns:a16="http://schemas.microsoft.com/office/drawing/2014/main" id="{887AA845-C7FA-8F27-1990-E3D334CFE6F5}"/>
              </a:ext>
            </a:extLst>
          </p:cNvPr>
          <p:cNvSpPr txBox="1"/>
          <p:nvPr/>
        </p:nvSpPr>
        <p:spPr>
          <a:xfrm>
            <a:off x="381000" y="1524000"/>
            <a:ext cx="5410200" cy="4128374"/>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Ultra vires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Improper purpose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Unreasonableness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Uncertainty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Unlawful delegation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Failure to consider a relevant consideration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Denial of natural justice/procedural fairness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Hearing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Bias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Jurisdictional error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Error of law on the face of the record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03FEF575-683D-47A4-1B5F-B6F2B8C5D064}"/>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4" name="TextBox 3">
            <a:extLst>
              <a:ext uri="{FF2B5EF4-FFF2-40B4-BE49-F238E27FC236}">
                <a16:creationId xmlns:a16="http://schemas.microsoft.com/office/drawing/2014/main" id="{AF9D95E6-CF74-A80B-E338-8E537683C1FE}"/>
              </a:ext>
            </a:extLst>
          </p:cNvPr>
          <p:cNvSpPr txBox="1"/>
          <p:nvPr/>
        </p:nvSpPr>
        <p:spPr>
          <a:xfrm>
            <a:off x="8153401" y="2514600"/>
            <a:ext cx="12192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Case image?</a:t>
            </a: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7170" name="Picture 2" descr="First High Court of Australia, National Portrait Gallery">
            <a:extLst>
              <a:ext uri="{FF2B5EF4-FFF2-40B4-BE49-F238E27FC236}">
                <a16:creationId xmlns:a16="http://schemas.microsoft.com/office/drawing/2014/main" id="{7880647A-A448-CFE4-F4C4-631332749C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3520" y="1676400"/>
            <a:ext cx="4398962" cy="32073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5F7800A-48A5-19D1-A1E7-B4505B504629}"/>
              </a:ext>
            </a:extLst>
          </p:cNvPr>
          <p:cNvSpPr txBox="1"/>
          <p:nvPr/>
        </p:nvSpPr>
        <p:spPr>
          <a:xfrm>
            <a:off x="7010400" y="5050795"/>
            <a:ext cx="368402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libri"/>
                <a:ea typeface="+mn-ea"/>
                <a:cs typeface="+mn-cs"/>
              </a:rPr>
              <a:t>First High Court of Australia: Source: National Portrait Gallery</a:t>
            </a:r>
            <a:endParaRPr kumimoji="0" lang="en-AU" sz="11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092906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498712D-A60A-B1BC-4F61-959879A06D0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C894AF9-5432-9D31-9707-C6B2E5FB23EB}"/>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55805BFC-9DF6-C820-3F39-5A1FBFE24CE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F0EF98FC-AE52-85BC-2809-27920F8B396B}"/>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Judicial review – Federal Court jurisdiction</a:t>
            </a:r>
          </a:p>
        </p:txBody>
      </p:sp>
      <p:sp>
        <p:nvSpPr>
          <p:cNvPr id="9" name="TextBox 9">
            <a:extLst>
              <a:ext uri="{FF2B5EF4-FFF2-40B4-BE49-F238E27FC236}">
                <a16:creationId xmlns:a16="http://schemas.microsoft.com/office/drawing/2014/main" id="{DE7292BF-59F6-D37F-6E17-65705F52AD24}"/>
              </a:ext>
            </a:extLst>
          </p:cNvPr>
          <p:cNvSpPr txBox="1"/>
          <p:nvPr/>
        </p:nvSpPr>
        <p:spPr>
          <a:xfrm>
            <a:off x="392084" y="1295400"/>
            <a:ext cx="11190316" cy="2754280"/>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Section 39B(1) of the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Judiciary Act</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1903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Cth</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provides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“Subject to subsections (1B), (1C) and (1EA), the original jurisdiction of the Federal Court of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Australia includes jurisdiction with respect to any matter in which a writ of mandamus 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prohibition or an injunction is sought against an officer or officers of the Commonwealth.”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Section 44 (1A) also provides for jurisdiction over matters ‘arising under any laws made by the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Parliament’ and s 44(2A) of the Judiciary Act allows HCA to remit any case it is able to hear to the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Federal Court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Original jurisdiction of these courts is available even when ADJR Act review is unavailable/excluded</a:t>
            </a:r>
            <a:endParaRPr kumimoji="0" lang="en-GB"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6CA26323-B8A0-F2F0-5EA9-4F9B25933E11}"/>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Image result for federal court melbourne">
            <a:extLst>
              <a:ext uri="{FF2B5EF4-FFF2-40B4-BE49-F238E27FC236}">
                <a16:creationId xmlns:a16="http://schemas.microsoft.com/office/drawing/2014/main" id="{3F0F6DA1-C49D-C8E7-5D8A-D660BF3CDE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526912"/>
            <a:ext cx="4079776" cy="2014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2848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03E973B8-3B12-2200-8729-753D1A72F1D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2B5225-A9E9-6A92-456C-18F5C97571D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947593DB-833D-10DF-C84D-715E83378D85}"/>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5E914C7E-481A-6022-3247-89F134BD8907}"/>
              </a:ext>
            </a:extLst>
          </p:cNvPr>
          <p:cNvSpPr txBox="1"/>
          <p:nvPr/>
        </p:nvSpPr>
        <p:spPr>
          <a:xfrm>
            <a:off x="392084" y="560536"/>
            <a:ext cx="7170696" cy="409471"/>
          </a:xfrm>
          <a:prstGeom prst="rect">
            <a:avLst/>
          </a:prstGeom>
        </p:spPr>
        <p:txBody>
          <a:bodyPr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Judicial Review vs Merits Review</a:t>
            </a:r>
          </a:p>
        </p:txBody>
      </p:sp>
      <p:sp>
        <p:nvSpPr>
          <p:cNvPr id="9" name="TextBox 9">
            <a:extLst>
              <a:ext uri="{FF2B5EF4-FFF2-40B4-BE49-F238E27FC236}">
                <a16:creationId xmlns:a16="http://schemas.microsoft.com/office/drawing/2014/main" id="{260B32CA-326E-46E7-4F40-DC73ED45D02E}"/>
              </a:ext>
            </a:extLst>
          </p:cNvPr>
          <p:cNvSpPr txBox="1"/>
          <p:nvPr/>
        </p:nvSpPr>
        <p:spPr>
          <a:xfrm>
            <a:off x="381000" y="1524000"/>
            <a:ext cx="5410200" cy="4616648"/>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This is not merits review – i.e. putting court or tribunal in shoes of the decision maker.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Judicial review makes sure the decision is not ‘tainted’ in some way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Was this decision within the Minister’s power?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Was it invalid due to an irrelevant consideration?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Judicial review looks at the legality of the decision i.e. whether it was made according to the law and not whether it was the right or preferable decision.</a:t>
            </a:r>
            <a:endParaRPr kumimoji="0" lang="en-GB"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F695AF13-A648-F89B-DA19-8526D624D06C}"/>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
        <p:nvSpPr>
          <p:cNvPr id="4" name="TextBox 3">
            <a:extLst>
              <a:ext uri="{FF2B5EF4-FFF2-40B4-BE49-F238E27FC236}">
                <a16:creationId xmlns:a16="http://schemas.microsoft.com/office/drawing/2014/main" id="{9B96230F-1CDF-D954-C6FC-8F4D18C0493E}"/>
              </a:ext>
            </a:extLst>
          </p:cNvPr>
          <p:cNvSpPr txBox="1"/>
          <p:nvPr/>
        </p:nvSpPr>
        <p:spPr>
          <a:xfrm>
            <a:off x="7848600" y="1678152"/>
            <a:ext cx="284218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Recall Slide from week 4</a:t>
            </a:r>
            <a:endParaRPr kumimoji="0" lang="en-AU"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1" name="Picture 10">
            <a:extLst>
              <a:ext uri="{FF2B5EF4-FFF2-40B4-BE49-F238E27FC236}">
                <a16:creationId xmlns:a16="http://schemas.microsoft.com/office/drawing/2014/main" id="{0497B1A5-4807-9418-30CB-0F7C4D29BF92}"/>
              </a:ext>
            </a:extLst>
          </p:cNvPr>
          <p:cNvPicPr>
            <a:picLocks noChangeAspect="1"/>
          </p:cNvPicPr>
          <p:nvPr/>
        </p:nvPicPr>
        <p:blipFill>
          <a:blip r:embed="rId2"/>
          <a:stretch>
            <a:fillRect/>
          </a:stretch>
        </p:blipFill>
        <p:spPr>
          <a:xfrm>
            <a:off x="6629400" y="2313880"/>
            <a:ext cx="5136024" cy="2853776"/>
          </a:xfrm>
          <a:prstGeom prst="rect">
            <a:avLst/>
          </a:prstGeom>
          <a:ln w="12700">
            <a:solidFill>
              <a:schemeClr val="bg1"/>
            </a:solidFill>
          </a:ln>
        </p:spPr>
      </p:pic>
    </p:spTree>
    <p:extLst>
      <p:ext uri="{BB962C8B-B14F-4D97-AF65-F5344CB8AC3E}">
        <p14:creationId xmlns:p14="http://schemas.microsoft.com/office/powerpoint/2010/main" val="2180236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5FD73-B3AB-394C-609D-AD5138C8667F}"/>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0CF6C270-2062-F16E-7EB6-EA7510D7FD9C}"/>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C26C95C9-444B-041F-648D-6A7400FFE401}"/>
              </a:ext>
            </a:extLst>
          </p:cNvPr>
          <p:cNvSpPr txBox="1">
            <a:spLocks noChangeArrowheads="1"/>
          </p:cNvSpPr>
          <p:nvPr/>
        </p:nvSpPr>
        <p:spPr bwMode="auto">
          <a:xfrm>
            <a:off x="512687" y="1124744"/>
            <a:ext cx="86313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600" dirty="0">
                <a:latin typeface="+mn-lt"/>
              </a:rPr>
              <a:t>6.	What are the advantages of statutory judicial review under the Administrative Decisions 	(Judicial Review) Act 1977 (</a:t>
            </a:r>
            <a:r>
              <a:rPr lang="en-US" altLang="en-US" sz="1600" dirty="0" err="1">
                <a:latin typeface="+mn-lt"/>
              </a:rPr>
              <a:t>Cth</a:t>
            </a:r>
            <a:r>
              <a:rPr lang="en-US" altLang="en-US" sz="1600" dirty="0">
                <a:latin typeface="+mn-lt"/>
              </a:rPr>
              <a:t>) (‘ADJR Act’)?</a:t>
            </a:r>
          </a:p>
          <a:p>
            <a:pPr>
              <a:spcBef>
                <a:spcPts val="800"/>
              </a:spcBef>
              <a:buSzPct val="100000"/>
              <a:defRPr/>
            </a:pPr>
            <a:r>
              <a:rPr lang="en-US" altLang="en-US" sz="1600" dirty="0">
                <a:latin typeface="+mn-lt"/>
              </a:rPr>
              <a:t>7.	What are the three things that must be demonstrated under s 3 of the ADJR in order for its 	jurisdiction to be enlivened?</a:t>
            </a:r>
          </a:p>
          <a:p>
            <a:pPr>
              <a:spcBef>
                <a:spcPts val="800"/>
              </a:spcBef>
              <a:buSzPct val="100000"/>
              <a:defRPr/>
            </a:pPr>
            <a:r>
              <a:rPr lang="en-US" altLang="en-US" sz="1600" dirty="0">
                <a:latin typeface="+mn-lt"/>
              </a:rPr>
              <a:t>8.	What is a decision for the purposes of ADJR?</a:t>
            </a:r>
          </a:p>
          <a:p>
            <a:pPr>
              <a:spcBef>
                <a:spcPts val="800"/>
              </a:spcBef>
              <a:buSzPct val="100000"/>
              <a:defRPr/>
            </a:pPr>
            <a:endParaRPr lang="en-AU" altLang="en-US" sz="1600" dirty="0">
              <a:latin typeface="+mn-lt"/>
            </a:endParaRP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77C07ED9-30E8-6DE5-D015-7CEA3024ACE2}"/>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294019272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759042A-512C-3F3E-3512-D3A6665992A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2CE0B3E-522E-22C0-E6AB-9E18B11A1EB1}"/>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90728CB9-DDBC-1964-E5CF-5829BE842FAC}"/>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F3CFABA6-DF06-15CD-3D11-DB2818D35234}"/>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Statutory judicial review – legislation</a:t>
            </a:r>
          </a:p>
        </p:txBody>
      </p:sp>
      <p:sp>
        <p:nvSpPr>
          <p:cNvPr id="9" name="TextBox 9">
            <a:extLst>
              <a:ext uri="{FF2B5EF4-FFF2-40B4-BE49-F238E27FC236}">
                <a16:creationId xmlns:a16="http://schemas.microsoft.com/office/drawing/2014/main" id="{E0E4666F-6AC8-E2BB-65FA-9D4BCF262CA9}"/>
              </a:ext>
            </a:extLst>
          </p:cNvPr>
          <p:cNvSpPr txBox="1"/>
          <p:nvPr/>
        </p:nvSpPr>
        <p:spPr>
          <a:xfrm>
            <a:off x="392084" y="1295400"/>
            <a:ext cx="4865716" cy="3022943"/>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ADJR Act codifies and simplifies the common law and constitutional review – systems sit in parallel</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ADJR Act provides an alternative method of judicial review with following advantages:</a:t>
            </a:r>
          </a:p>
          <a:p>
            <a:pPr marL="742950" marR="0" lvl="1"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Right to reasons (s 13)</a:t>
            </a:r>
          </a:p>
          <a:p>
            <a:pPr marL="742950" marR="0" lvl="1"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Less complex procedures (ss 11, 15, 15A)</a:t>
            </a:r>
          </a:p>
          <a:p>
            <a:pPr marL="742950" marR="0" lvl="1" indent="-285750" algn="l" defTabSz="9144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More flexible remedies (s 16)</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If statutory review not available, may still be able to make original jurisdiction application  </a:t>
            </a:r>
          </a:p>
        </p:txBody>
      </p:sp>
      <p:sp>
        <p:nvSpPr>
          <p:cNvPr id="10" name="TextBox 10">
            <a:extLst>
              <a:ext uri="{FF2B5EF4-FFF2-40B4-BE49-F238E27FC236}">
                <a16:creationId xmlns:a16="http://schemas.microsoft.com/office/drawing/2014/main" id="{D091108B-6F09-4E99-700C-2915258E70A4}"/>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3074" name="Picture 2" descr="Administrative Decisions (Judicial Review) Act 1977 (Australia) (2018 Edition)">
            <a:extLst>
              <a:ext uri="{FF2B5EF4-FFF2-40B4-BE49-F238E27FC236}">
                <a16:creationId xmlns:a16="http://schemas.microsoft.com/office/drawing/2014/main" id="{BB48C359-06CD-A8C5-FC24-4D60BE5028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0" y="1133733"/>
            <a:ext cx="3476625" cy="497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3255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CD881EF5-D457-BAB3-A5F8-87A84CAAE2C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DCBC8CD-4F3C-6FA9-8ACD-3F6CF419CCF6}"/>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F68C977B-B2FB-669C-21EC-47910F0C9FE1}"/>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DF5066AD-F4A8-9DED-5B3F-31AE4A6A2928}"/>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ADJR Act – Section 3 - Interpretation</a:t>
            </a:r>
          </a:p>
        </p:txBody>
      </p:sp>
      <p:sp>
        <p:nvSpPr>
          <p:cNvPr id="9" name="TextBox 9">
            <a:extLst>
              <a:ext uri="{FF2B5EF4-FFF2-40B4-BE49-F238E27FC236}">
                <a16:creationId xmlns:a16="http://schemas.microsoft.com/office/drawing/2014/main" id="{7C1CECD8-34AA-F1DB-7C73-732153548D41}"/>
              </a:ext>
            </a:extLst>
          </p:cNvPr>
          <p:cNvSpPr txBox="1"/>
          <p:nvPr/>
        </p:nvSpPr>
        <p:spPr>
          <a:xfrm>
            <a:off x="337106" y="1295400"/>
            <a:ext cx="9894916" cy="3427220"/>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1" i="1" u="sng"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decision to which this Act applies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"means a decision of an administrative character made, proposed to be made, or required to be made (whether in the exercise of a discretion or not and whether before or after the commencement of this definition):</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  under an enactment referred to in paragraph   (a), (b), (c), (d) or (e) of the definition of enactment ; or</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(b)  by a Commonwealth authority or an officer of the Commonwealth under an enactment referred to in paragraph   (ca),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cb</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or (f) of the definition of enactment ;</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other than:</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(c)  a decision by the Governor - General; or</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(d)  a decision included in any of the classes of decisions set out in Schedule   1.</a:t>
            </a:r>
          </a:p>
          <a:p>
            <a:pPr marL="742950" marR="0" lvl="1"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p:txBody>
      </p:sp>
      <p:sp>
        <p:nvSpPr>
          <p:cNvPr id="10" name="TextBox 10">
            <a:extLst>
              <a:ext uri="{FF2B5EF4-FFF2-40B4-BE49-F238E27FC236}">
                <a16:creationId xmlns:a16="http://schemas.microsoft.com/office/drawing/2014/main" id="{C1883ACD-B6A2-1607-3C3F-0A2C87096E8B}"/>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spTree>
    <p:extLst>
      <p:ext uri="{BB962C8B-B14F-4D97-AF65-F5344CB8AC3E}">
        <p14:creationId xmlns:p14="http://schemas.microsoft.com/office/powerpoint/2010/main" val="847361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8E20711A-78A7-148D-7E97-111338D404B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8EB0555-BB25-4059-13E3-0ECEC1CA039E}"/>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9C301138-BCB6-D106-19A2-3BB886FFDCA3}"/>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22188F97-CAFB-C056-962F-2462C3D3D152}"/>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ABT v Bond </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(1990) 110 CLR 321</a:t>
            </a:r>
          </a:p>
        </p:txBody>
      </p:sp>
      <p:sp>
        <p:nvSpPr>
          <p:cNvPr id="9" name="TextBox 9">
            <a:extLst>
              <a:ext uri="{FF2B5EF4-FFF2-40B4-BE49-F238E27FC236}">
                <a16:creationId xmlns:a16="http://schemas.microsoft.com/office/drawing/2014/main" id="{9B78C452-F48A-3684-99C8-0371099EB0AF}"/>
              </a:ext>
            </a:extLst>
          </p:cNvPr>
          <p:cNvSpPr txBox="1"/>
          <p:nvPr/>
        </p:nvSpPr>
        <p:spPr>
          <a:xfrm>
            <a:off x="267116" y="1219200"/>
            <a:ext cx="8611567" cy="5333832"/>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Before this case ‘decision’ and conduct were given broad construction, resulting in broad jurisdiction under ADJR Act –Bond investigated by ABT as someone who might not be ‘fit and proper person’ to hold broadcasting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licence</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 had made public statements suggesting bribery and threats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ABT published interim ‘Decision on Facts’ concluding that Bond (and, by extension, his companies who actually held the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licences</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was not a fit and proper person. No action yet taken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eg</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to cancel or modify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licences</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Bond sued ABT under ADJR Act in respect of 11 decisions and 7 instances of conduct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ABT argued that only 1 – the ‘not fit and proper’ finding – met ADJR Act definition</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HCA points out that subsections 3(2), 3(3) and 3(5) and indeed s 6 would be unnecessary if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Parlament</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had not meant ‘decision’ to be interpreted relatively narrowly</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1" i="0" u="sng"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Concluded that ‘decision’ must be ‘substantive’ and ‘final or operative and determinative’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1" i="0" u="sng"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‘Conduct’ refers to administrative activity preceding a decision that reveals a </a:t>
            </a:r>
            <a:br>
              <a:rPr kumimoji="0" lang="en-US" sz="1627" b="1" i="0" u="sng"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1627" b="1" i="0" u="sng"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flawed administrative process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In this case, findings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wrt</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licencees</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were ‘decisions’, finding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wrt</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Bond was not, </a:t>
            </a:r>
            <a:b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but NB findings of fact generally not ‘decisions’ – )</a:t>
            </a:r>
          </a:p>
        </p:txBody>
      </p:sp>
      <p:sp>
        <p:nvSpPr>
          <p:cNvPr id="10" name="TextBox 10">
            <a:extLst>
              <a:ext uri="{FF2B5EF4-FFF2-40B4-BE49-F238E27FC236}">
                <a16:creationId xmlns:a16="http://schemas.microsoft.com/office/drawing/2014/main" id="{C32CE339-C709-1D03-FD04-666E3DA9261A}"/>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5122" name="Picture 2" descr="Alan Bond: The one and only | NT News">
            <a:extLst>
              <a:ext uri="{FF2B5EF4-FFF2-40B4-BE49-F238E27FC236}">
                <a16:creationId xmlns:a16="http://schemas.microsoft.com/office/drawing/2014/main" id="{C0798F5A-0C7A-B4AE-2706-BBF7F73BE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8683" y="4653599"/>
            <a:ext cx="2627201" cy="197040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Joh Bjelke-Petersen campaign poster, 1983 | Queensland Historical Atlas">
            <a:extLst>
              <a:ext uri="{FF2B5EF4-FFF2-40B4-BE49-F238E27FC236}">
                <a16:creationId xmlns:a16="http://schemas.microsoft.com/office/drawing/2014/main" id="{C21750DE-0305-7E3D-D18F-DF8A3E13E9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8745" y="957108"/>
            <a:ext cx="1803400" cy="26471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9C96E12-BBE8-D54E-C8A7-679A7F8F14E6}"/>
              </a:ext>
            </a:extLst>
          </p:cNvPr>
          <p:cNvSpPr txBox="1"/>
          <p:nvPr/>
        </p:nvSpPr>
        <p:spPr>
          <a:xfrm>
            <a:off x="9080447" y="3804242"/>
            <a:ext cx="2888878"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libri"/>
                <a:ea typeface="+mn-ea"/>
                <a:cs typeface="+mn-cs"/>
              </a:rPr>
              <a:t>Case concerned Bond’s  settlement payment to Sir Joh: Campaign Poster: Source: Queensland Museum</a:t>
            </a:r>
            <a:endParaRPr kumimoji="0" lang="en-AU" sz="11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773770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B9B15BF4-FA29-0AF5-488E-4C6ACFA1056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A5E308C-2249-F5C6-11FB-3D6CB58CDC78}"/>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45B41D06-EB12-A5C0-05CD-20808146A243}"/>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B7205980-B09D-EC4A-DFF5-42E20A5F94D1}"/>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Edelsten v HIC </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(1990) 96 ALR 673</a:t>
            </a:r>
          </a:p>
        </p:txBody>
      </p:sp>
      <p:sp>
        <p:nvSpPr>
          <p:cNvPr id="9" name="TextBox 9">
            <a:extLst>
              <a:ext uri="{FF2B5EF4-FFF2-40B4-BE49-F238E27FC236}">
                <a16:creationId xmlns:a16="http://schemas.microsoft.com/office/drawing/2014/main" id="{EBACC8FB-9E9E-1F73-D8B5-675592EE9E13}"/>
              </a:ext>
            </a:extLst>
          </p:cNvPr>
          <p:cNvSpPr txBox="1"/>
          <p:nvPr/>
        </p:nvSpPr>
        <p:spPr>
          <a:xfrm>
            <a:off x="267116" y="1219200"/>
            <a:ext cx="5371684" cy="3062057"/>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Edelsten investigated under Health Insurance Commission Act 1973 for claiming excessively under Medicare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Sued Commission after HIC advisers Drs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Nearhos</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and Dash conducted factual investigations and referred the matter to a disciplinary committee respectively</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Full Federal Court held that decisions which ‘have real impact upon a person’s rights, privileges or obligations’ should pass Bond test, whereas others will be ‘mere stepping stones which lead ultimately to the making of a decision which does not affect the person’s position’</a:t>
            </a:r>
          </a:p>
        </p:txBody>
      </p:sp>
      <p:sp>
        <p:nvSpPr>
          <p:cNvPr id="10" name="TextBox 10">
            <a:extLst>
              <a:ext uri="{FF2B5EF4-FFF2-40B4-BE49-F238E27FC236}">
                <a16:creationId xmlns:a16="http://schemas.microsoft.com/office/drawing/2014/main" id="{26610698-FBBC-2C1E-ECBB-2B130733330A}"/>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3">
            <a:extLst>
              <a:ext uri="{FF2B5EF4-FFF2-40B4-BE49-F238E27FC236}">
                <a16:creationId xmlns:a16="http://schemas.microsoft.com/office/drawing/2014/main" id="{448366AE-7A73-0A90-D8A4-5542D83269C1}"/>
              </a:ext>
            </a:extLst>
          </p:cNvPr>
          <p:cNvPicPr>
            <a:picLocks noChangeAspect="1"/>
          </p:cNvPicPr>
          <p:nvPr/>
        </p:nvPicPr>
        <p:blipFill>
          <a:blip r:embed="rId2"/>
          <a:stretch>
            <a:fillRect/>
          </a:stretch>
        </p:blipFill>
        <p:spPr>
          <a:xfrm>
            <a:off x="6503498" y="1635310"/>
            <a:ext cx="4517724" cy="2652043"/>
          </a:xfrm>
          <a:prstGeom prst="rect">
            <a:avLst/>
          </a:prstGeom>
        </p:spPr>
      </p:pic>
    </p:spTree>
    <p:extLst>
      <p:ext uri="{BB962C8B-B14F-4D97-AF65-F5344CB8AC3E}">
        <p14:creationId xmlns:p14="http://schemas.microsoft.com/office/powerpoint/2010/main" val="3822035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93E2314C-0652-3C06-DC03-D4937AD4EC2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EAB3FAF-E2F9-5910-CC81-403BE8F13B5D}"/>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03A94C38-F192-2ED6-8DD1-FEB65384F519}"/>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CFAF9ECA-09B8-1919-2AC5-BE9AACB6153D}"/>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Kelson v Forward </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(1995) 60 FCR 39</a:t>
            </a:r>
          </a:p>
        </p:txBody>
      </p:sp>
      <p:sp>
        <p:nvSpPr>
          <p:cNvPr id="9" name="TextBox 9">
            <a:extLst>
              <a:ext uri="{FF2B5EF4-FFF2-40B4-BE49-F238E27FC236}">
                <a16:creationId xmlns:a16="http://schemas.microsoft.com/office/drawing/2014/main" id="{CD74C01D-BB80-E98E-02F9-CA2AC545B3F7}"/>
              </a:ext>
            </a:extLst>
          </p:cNvPr>
          <p:cNvSpPr txBox="1"/>
          <p:nvPr/>
        </p:nvSpPr>
        <p:spPr>
          <a:xfrm>
            <a:off x="267116" y="1219200"/>
            <a:ext cx="11952316" cy="2214389"/>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Merit Protection and Review Agency (MPRA) had power to inquire into and report to Minister about Commonwealth Government employment issues.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Conducted inquiry into workplace harassment at the War Memorial and reported to Minister</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Director of War Memorial sued claiming breaches of natural justice and incorrect test of ‘harassment’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Federal Court held – NB after Bond – that the report was a reviewable ‘decision’ – stood alone as a ‘separate and discrete decision’ and did not ‘fragment’ the admin process; report was had ‘real impact’ on rights and was ‘substantive’ (citing Bond and Edelsten)</a:t>
            </a:r>
          </a:p>
        </p:txBody>
      </p:sp>
      <p:sp>
        <p:nvSpPr>
          <p:cNvPr id="10" name="TextBox 10">
            <a:extLst>
              <a:ext uri="{FF2B5EF4-FFF2-40B4-BE49-F238E27FC236}">
                <a16:creationId xmlns:a16="http://schemas.microsoft.com/office/drawing/2014/main" id="{E807866D-E3EB-18A6-0EA8-9B57328093D0}"/>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3074" name="Picture 2" descr="Image result for australian war memorial">
            <a:extLst>
              <a:ext uri="{FF2B5EF4-FFF2-40B4-BE49-F238E27FC236}">
                <a16:creationId xmlns:a16="http://schemas.microsoft.com/office/drawing/2014/main" id="{81DBC4CF-B025-2239-B1F9-4240D0B954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1955" y="3654604"/>
            <a:ext cx="4343401" cy="2895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3561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A5173-091B-EAD6-3664-4380BE356DC3}"/>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36A58350-8EB9-864F-2B65-B2A35916A9B4}"/>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33C50507-D8A8-1088-9E1E-3758CC695A25}"/>
              </a:ext>
            </a:extLst>
          </p:cNvPr>
          <p:cNvSpPr txBox="1">
            <a:spLocks noChangeArrowheads="1"/>
          </p:cNvSpPr>
          <p:nvPr/>
        </p:nvSpPr>
        <p:spPr bwMode="auto">
          <a:xfrm>
            <a:off x="512687" y="1124744"/>
            <a:ext cx="123651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600" dirty="0">
                <a:latin typeface="+mn-lt"/>
              </a:rPr>
              <a:t>9.	Consider </a:t>
            </a:r>
            <a:r>
              <a:rPr lang="en-US" altLang="en-US" sz="1600" i="1" dirty="0">
                <a:latin typeface="+mn-lt"/>
              </a:rPr>
              <a:t>Australian Broadcasting Tribunal v Bond </a:t>
            </a:r>
            <a:r>
              <a:rPr lang="en-US" altLang="en-US" sz="1600" dirty="0">
                <a:latin typeface="+mn-lt"/>
              </a:rPr>
              <a:t>(1990) 110 CLR 321</a:t>
            </a:r>
          </a:p>
          <a:p>
            <a:pPr>
              <a:spcBef>
                <a:spcPts val="800"/>
              </a:spcBef>
              <a:buSzPct val="100000"/>
              <a:defRPr/>
            </a:pPr>
            <a:r>
              <a:rPr lang="en-US" altLang="en-US" sz="1600" dirty="0">
                <a:latin typeface="+mn-lt"/>
              </a:rPr>
              <a:t>	a.	What were the facts?</a:t>
            </a:r>
          </a:p>
          <a:p>
            <a:pPr>
              <a:spcBef>
                <a:spcPts val="800"/>
              </a:spcBef>
              <a:buSzPct val="100000"/>
              <a:defRPr/>
            </a:pPr>
            <a:r>
              <a:rPr lang="en-US" altLang="en-US" sz="1600" dirty="0">
                <a:latin typeface="+mn-lt"/>
              </a:rPr>
              <a:t>	b.	What was held?</a:t>
            </a:r>
          </a:p>
          <a:p>
            <a:pPr>
              <a:spcBef>
                <a:spcPts val="800"/>
              </a:spcBef>
              <a:buSzPct val="100000"/>
              <a:defRPr/>
            </a:pPr>
            <a:r>
              <a:rPr lang="en-US" altLang="en-US" sz="1600" dirty="0">
                <a:latin typeface="+mn-lt"/>
              </a:rPr>
              <a:t>10.	What does it mean for a decision to be of an administrative character?</a:t>
            </a:r>
          </a:p>
          <a:p>
            <a:pPr>
              <a:spcBef>
                <a:spcPts val="800"/>
              </a:spcBef>
              <a:buSzPct val="100000"/>
              <a:defRPr/>
            </a:pPr>
            <a:r>
              <a:rPr lang="en-US" altLang="en-US" sz="1600" dirty="0">
                <a:latin typeface="+mn-lt"/>
              </a:rPr>
              <a:t>11.	What is the difficulty with defining a decision as under an enactment?</a:t>
            </a:r>
            <a:endParaRPr lang="en-AU" altLang="en-US" sz="1600" dirty="0">
              <a:latin typeface="+mn-lt"/>
            </a:endParaRP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5FA71600-83F0-758E-B057-4FA1497DF461}"/>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106857924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FBA75B7C-2C98-C49D-FA7A-06F77073918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F6552C4-6EC9-B63F-2AAE-0D3F8E92B15E}"/>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FA9AE7BC-8E02-D611-C6A3-2998AFA42092}"/>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5C9F24CA-4D6C-CA5F-BFDD-0A165BD2E7E5}"/>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Federal Airports Corporation v Aerolineas </a:t>
            </a:r>
            <a:r>
              <a:rPr kumimoji="0" lang="en-US" sz="2496" b="1" i="1" u="none" strike="noStrike" kern="1200" cap="none" spc="0" normalizeH="0" baseline="0" noProof="0" dirty="0" err="1">
                <a:ln>
                  <a:noFill/>
                </a:ln>
                <a:solidFill>
                  <a:srgbClr val="FFFFFF"/>
                </a:solidFill>
                <a:effectLst/>
                <a:uLnTx/>
                <a:uFillTx/>
                <a:latin typeface="Arial Bold"/>
                <a:ea typeface="Arial Bold"/>
                <a:cs typeface="Arial Bold"/>
                <a:sym typeface="Arial Bold"/>
              </a:rPr>
              <a:t>Argentinas</a:t>
            </a: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 </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(1997) 147 ALR 649</a:t>
            </a:r>
          </a:p>
        </p:txBody>
      </p:sp>
      <p:sp>
        <p:nvSpPr>
          <p:cNvPr id="9" name="TextBox 9">
            <a:extLst>
              <a:ext uri="{FF2B5EF4-FFF2-40B4-BE49-F238E27FC236}">
                <a16:creationId xmlns:a16="http://schemas.microsoft.com/office/drawing/2014/main" id="{823F1254-9500-5133-8285-E0CCCC576B8E}"/>
              </a:ext>
            </a:extLst>
          </p:cNvPr>
          <p:cNvSpPr txBox="1"/>
          <p:nvPr/>
        </p:nvSpPr>
        <p:spPr>
          <a:xfrm>
            <a:off x="267116" y="1219200"/>
            <a:ext cx="11952316" cy="1867499"/>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Federal Airports Corporation was empowered to impose charges on those using airports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AA challenged a landing fee for large aircraft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Since rule was ‘of general application’ – FAC contended that it was legislative in character rather than administrative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FAC’s hybrid govt/commercial nature was key consideration for Court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Concluded that the determination of a landing fee was part of the ‘execution or administration of the FAC Act’</a:t>
            </a:r>
          </a:p>
        </p:txBody>
      </p:sp>
      <p:sp>
        <p:nvSpPr>
          <p:cNvPr id="10" name="TextBox 10">
            <a:extLst>
              <a:ext uri="{FF2B5EF4-FFF2-40B4-BE49-F238E27FC236}">
                <a16:creationId xmlns:a16="http://schemas.microsoft.com/office/drawing/2014/main" id="{85E38345-C242-736F-22DB-17EAFACEA29F}"/>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1026" name="Picture 2" descr="Image result for aerolineas argentinas">
            <a:extLst>
              <a:ext uri="{FF2B5EF4-FFF2-40B4-BE49-F238E27FC236}">
                <a16:creationId xmlns:a16="http://schemas.microsoft.com/office/drawing/2014/main" id="{1CACF2D7-51C4-15E0-59A2-A1486E9E59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94198" y="3864864"/>
            <a:ext cx="4047336" cy="2676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674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540A430E-9F66-314E-5CB3-3859BA5D9C9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3D52F93-E2CA-A7C6-F87D-79A3D3E7A59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CC0E7A89-78FE-213F-686C-4B8B18879840}"/>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6C200A56-18C0-CE23-7CC0-C7E0DF1304F8}"/>
              </a:ext>
            </a:extLst>
          </p:cNvPr>
          <p:cNvSpPr txBox="1"/>
          <p:nvPr/>
        </p:nvSpPr>
        <p:spPr>
          <a:xfrm>
            <a:off x="392084" y="560536"/>
            <a:ext cx="11190316" cy="858312"/>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Roche Products Pty Ltd v National Drugs and Poisons Schedule Committee </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(2007) 163 FCR 451</a:t>
            </a:r>
          </a:p>
        </p:txBody>
      </p:sp>
      <p:sp>
        <p:nvSpPr>
          <p:cNvPr id="9" name="TextBox 9">
            <a:extLst>
              <a:ext uri="{FF2B5EF4-FFF2-40B4-BE49-F238E27FC236}">
                <a16:creationId xmlns:a16="http://schemas.microsoft.com/office/drawing/2014/main" id="{75AA0419-79C3-1481-82B4-45094051DD18}"/>
              </a:ext>
            </a:extLst>
          </p:cNvPr>
          <p:cNvSpPr txBox="1"/>
          <p:nvPr/>
        </p:nvSpPr>
        <p:spPr>
          <a:xfrm>
            <a:off x="239684" y="1561501"/>
            <a:ext cx="11952316" cy="3523722"/>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TGA gave National Drugs &amp; Poisons Schedule Committee to determine which substances should be listed on the Poisons Standard – incl. in Appendix H drugs which could be sold over the counter (and advertised for direct sale)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Committee decided to remove weight control drug Orlistat from the relevant Appendix after complaints that it had been promoted on Australian Idol</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Fed Court held that the decision of the Committee to amend Appendix H was of a legislative character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ie</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not reviewable under ADJR Act)</a:t>
            </a:r>
          </a:p>
          <a:p>
            <a:pPr marL="457200" marR="0" lvl="1"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‘The distinction is essentially between the creation or formulation of new rules of law having general application and the 	application of those general rules to particular cases’ (citing </a:t>
            </a:r>
            <a:r>
              <a:rPr kumimoji="0" lang="en-US" sz="1627" b="0" i="1"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Cth</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v </a:t>
            </a:r>
            <a:r>
              <a:rPr kumimoji="0" lang="en-US" sz="1627" b="0" i="1"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Grunseit</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(1943) 67 CLR 58)</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Listed relevant factors incl. that rule applied to the substance behind Orlistat regardless of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mfr</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Poisons Standard was part of national legislative scheme; decisions of Committee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gazetted</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and not subject to merits review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etc</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(see further tb [2.4.40C])</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Consequence, due to lack of listing on FRLI, was invalidation of Standard! [2.4.41]</a:t>
            </a:r>
          </a:p>
        </p:txBody>
      </p:sp>
      <p:sp>
        <p:nvSpPr>
          <p:cNvPr id="10" name="TextBox 10">
            <a:extLst>
              <a:ext uri="{FF2B5EF4-FFF2-40B4-BE49-F238E27FC236}">
                <a16:creationId xmlns:a16="http://schemas.microsoft.com/office/drawing/2014/main" id="{3178C5AB-0F0B-4CD1-8932-693F9D22B413}"/>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6148" name="Picture 4">
            <a:extLst>
              <a:ext uri="{FF2B5EF4-FFF2-40B4-BE49-F238E27FC236}">
                <a16:creationId xmlns:a16="http://schemas.microsoft.com/office/drawing/2014/main" id="{908C2487-C17A-71BA-041B-4AFEE0AFF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0041" y="5085223"/>
            <a:ext cx="2962275"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314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D537A-F5F0-092E-B774-FCFE163AE85B}"/>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E130D6E8-A484-1EF8-0E37-8437668CF411}"/>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E2E4A21E-7398-9C9D-F816-9555A5910864}"/>
              </a:ext>
            </a:extLst>
          </p:cNvPr>
          <p:cNvSpPr txBox="1">
            <a:spLocks noChangeArrowheads="1"/>
          </p:cNvSpPr>
          <p:nvPr/>
        </p:nvSpPr>
        <p:spPr bwMode="auto">
          <a:xfrm>
            <a:off x="512687" y="1124744"/>
            <a:ext cx="123651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600" dirty="0">
                <a:latin typeface="+mn-lt"/>
              </a:rPr>
              <a:t>12.	Consider </a:t>
            </a:r>
            <a:r>
              <a:rPr lang="en-US" altLang="en-US" sz="1600" i="1" dirty="0">
                <a:latin typeface="+mn-lt"/>
              </a:rPr>
              <a:t>Griffith University v Tang </a:t>
            </a:r>
            <a:r>
              <a:rPr lang="en-US" altLang="en-US" sz="1600" dirty="0">
                <a:latin typeface="+mn-lt"/>
              </a:rPr>
              <a:t>(2005) 221 CLR 99</a:t>
            </a:r>
          </a:p>
          <a:p>
            <a:pPr>
              <a:spcBef>
                <a:spcPts val="800"/>
              </a:spcBef>
              <a:buSzPct val="100000"/>
              <a:defRPr/>
            </a:pPr>
            <a:r>
              <a:rPr lang="en-US" altLang="en-US" sz="1600" dirty="0">
                <a:latin typeface="+mn-lt"/>
              </a:rPr>
              <a:t>	a.	What were the facts?</a:t>
            </a:r>
          </a:p>
          <a:p>
            <a:pPr>
              <a:spcBef>
                <a:spcPts val="800"/>
              </a:spcBef>
              <a:buSzPct val="100000"/>
              <a:defRPr/>
            </a:pPr>
            <a:r>
              <a:rPr lang="en-US" altLang="en-US" sz="1600" dirty="0">
                <a:latin typeface="+mn-lt"/>
              </a:rPr>
              <a:t>	b.	What was held?</a:t>
            </a:r>
          </a:p>
          <a:p>
            <a:pPr>
              <a:spcBef>
                <a:spcPts val="800"/>
              </a:spcBef>
              <a:buSzPct val="100000"/>
              <a:defRPr/>
            </a:pPr>
            <a:r>
              <a:rPr lang="en-US" altLang="en-US" sz="1600" dirty="0">
                <a:latin typeface="+mn-lt"/>
              </a:rPr>
              <a:t>13.	What is a privative clause?</a:t>
            </a:r>
          </a:p>
          <a:p>
            <a:pPr>
              <a:spcBef>
                <a:spcPts val="800"/>
              </a:spcBef>
              <a:buSzPct val="100000"/>
              <a:defRPr/>
            </a:pPr>
            <a:r>
              <a:rPr lang="en-US" altLang="en-US" sz="1600" dirty="0">
                <a:latin typeface="+mn-lt"/>
              </a:rPr>
              <a:t>14.	What is justiciability?</a:t>
            </a:r>
          </a:p>
          <a:p>
            <a:pPr>
              <a:spcBef>
                <a:spcPts val="800"/>
              </a:spcBef>
              <a:buSzPct val="100000"/>
              <a:defRPr/>
            </a:pPr>
            <a:r>
              <a:rPr lang="en-US" altLang="en-US" sz="1600" dirty="0">
                <a:latin typeface="+mn-lt"/>
              </a:rPr>
              <a:t>	a.	When does it apply?</a:t>
            </a: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1212B56C-2161-D42E-F9A5-5FA82072B625}"/>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99897307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3F4E1977-A85A-4D4A-2DAF-FB01ED1A09F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16E17DD-FBA3-65CA-C710-C8A4BDDDC9B5}"/>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4B086DC5-7863-C785-1AA8-7149B42D8FDA}"/>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79B00AD7-B7F0-C2DE-E322-F54148DD23D7}"/>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1" u="none" strike="noStrike" kern="1200" cap="none" spc="0" normalizeH="0" baseline="0" noProof="0" dirty="0">
                <a:ln>
                  <a:noFill/>
                </a:ln>
                <a:solidFill>
                  <a:srgbClr val="FFFFFF"/>
                </a:solidFill>
                <a:effectLst/>
                <a:uLnTx/>
                <a:uFillTx/>
                <a:latin typeface="Arial Bold"/>
                <a:ea typeface="Arial Bold"/>
                <a:cs typeface="Arial Bold"/>
                <a:sym typeface="Arial Bold"/>
              </a:rPr>
              <a:t>Griffith University v Tang </a:t>
            </a: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(2005) 221 CLR 99</a:t>
            </a:r>
          </a:p>
        </p:txBody>
      </p:sp>
      <p:sp>
        <p:nvSpPr>
          <p:cNvPr id="9" name="TextBox 9">
            <a:extLst>
              <a:ext uri="{FF2B5EF4-FFF2-40B4-BE49-F238E27FC236}">
                <a16:creationId xmlns:a16="http://schemas.microsoft.com/office/drawing/2014/main" id="{55AAE503-9DD6-C86B-BC49-C15F92BF4233}"/>
              </a:ext>
            </a:extLst>
          </p:cNvPr>
          <p:cNvSpPr txBox="1"/>
          <p:nvPr/>
        </p:nvSpPr>
        <p:spPr>
          <a:xfrm>
            <a:off x="392084" y="1295400"/>
            <a:ext cx="11952316" cy="3677610"/>
          </a:xfrm>
          <a:prstGeom prst="rect">
            <a:avLst/>
          </a:prstGeom>
        </p:spPr>
        <p:txBody>
          <a:bodyPr wrap="square" lIns="0" tIns="0" rIns="0" bIns="0" rtlCol="0" anchor="t">
            <a:spAutoFit/>
          </a:bodyPr>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S 3 def. of ‘enactment’ = Commonwealth Act and any instrument made under such an Act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How broad is ‘instrument’ though?</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Ms</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Tang, postgrad student, challenges decision made by Uni committee that she had engaged in academic misconduct (falsified data for PhD) and ending her candidature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HCA held that the decision to terminate her candidature was not made under the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Griffith University Act 1998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or university statutes; rather under a policy on misconduct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Test adopted by HCA is that a decision will only be ‘made under an enactment’ for ADJR purposes if it ‘derive[d] from the enactment the capacity to affect legal rights and obligations’ or ‘took its legal force or effect from statute’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NB power to make the decision can be implied by the enactment; need not be express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Court noted that relationship between Tang and the university was ‘voluntary’ and involved no contractual relationship – decision made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eg</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to fire an academic would be different.</a:t>
            </a:r>
          </a:p>
        </p:txBody>
      </p:sp>
      <p:sp>
        <p:nvSpPr>
          <p:cNvPr id="10" name="TextBox 10">
            <a:extLst>
              <a:ext uri="{FF2B5EF4-FFF2-40B4-BE49-F238E27FC236}">
                <a16:creationId xmlns:a16="http://schemas.microsoft.com/office/drawing/2014/main" id="{E2040552-DC6F-0DDD-B399-7A63D1E62F70}"/>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Image result for griffith university">
            <a:extLst>
              <a:ext uri="{FF2B5EF4-FFF2-40B4-BE49-F238E27FC236}">
                <a16:creationId xmlns:a16="http://schemas.microsoft.com/office/drawing/2014/main" id="{A8C7F122-4140-5EBE-86D5-EE184ABE9D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98664" y="5105400"/>
            <a:ext cx="2970661" cy="1559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757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EFB43997-431E-86EB-AAAE-DCE4937D6CA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CA2DC64-DD28-2D9B-0145-FC6073DBF152}"/>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FFB5FDB9-ED9B-8B5A-6AAD-5172CD5E8C48}"/>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D0292030-D661-6BEE-8CD2-55859AC2330A}"/>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Justiciability</a:t>
            </a:r>
          </a:p>
        </p:txBody>
      </p:sp>
      <p:sp>
        <p:nvSpPr>
          <p:cNvPr id="9" name="TextBox 9">
            <a:extLst>
              <a:ext uri="{FF2B5EF4-FFF2-40B4-BE49-F238E27FC236}">
                <a16:creationId xmlns:a16="http://schemas.microsoft.com/office/drawing/2014/main" id="{E30E162F-919E-2969-0539-9419D68FF926}"/>
              </a:ext>
            </a:extLst>
          </p:cNvPr>
          <p:cNvSpPr txBox="1"/>
          <p:nvPr/>
        </p:nvSpPr>
        <p:spPr>
          <a:xfrm>
            <a:off x="392084" y="1295400"/>
            <a:ext cx="6161116" cy="3693319"/>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Ask:	1. Can the court resolve the conflict?</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2. Should the conflict be resolved by the </a:t>
            </a:r>
            <a:b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br>
            <a:r>
              <a:rPr kumimoji="0" lang="en-US" sz="2000" b="0" i="0" u="none" strike="noStrike" kern="1200" cap="none" spc="0" normalizeH="0" baseline="0" noProof="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court</a:t>
            </a: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When:	1. What is the status of the decision maker?</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2. What is the source of the power exercised?</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3. What is the nature of the power?</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4. What is involved in the exercise of that 	power?</a:t>
            </a:r>
          </a:p>
        </p:txBody>
      </p:sp>
      <p:sp>
        <p:nvSpPr>
          <p:cNvPr id="10" name="TextBox 10">
            <a:extLst>
              <a:ext uri="{FF2B5EF4-FFF2-40B4-BE49-F238E27FC236}">
                <a16:creationId xmlns:a16="http://schemas.microsoft.com/office/drawing/2014/main" id="{E2F11866-0401-DF3E-393F-995CA00FB17E}"/>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4" name="Picture 2" descr="Razblint - But is it justiciable - law school sketchbook ...">
            <a:extLst>
              <a:ext uri="{FF2B5EF4-FFF2-40B4-BE49-F238E27FC236}">
                <a16:creationId xmlns:a16="http://schemas.microsoft.com/office/drawing/2014/main" id="{226BB4AA-4301-3285-1763-1E721D0AB3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1100205"/>
            <a:ext cx="3791745" cy="3074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4341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54"/>
        </a:solidFill>
        <a:effectLst/>
      </p:bgPr>
    </p:bg>
    <p:spTree>
      <p:nvGrpSpPr>
        <p:cNvPr id="1" name="">
          <a:extLst>
            <a:ext uri="{FF2B5EF4-FFF2-40B4-BE49-F238E27FC236}">
              <a16:creationId xmlns:a16="http://schemas.microsoft.com/office/drawing/2014/main" id="{99EB996E-FB0E-4B52-3AC8-B680F27B0ED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E91E5E-483E-7AD3-4918-873B37B86A00}"/>
              </a:ext>
            </a:extLst>
          </p:cNvPr>
          <p:cNvGrpSpPr/>
          <p:nvPr/>
        </p:nvGrpSpPr>
        <p:grpSpPr>
          <a:xfrm rot="-10800000">
            <a:off x="11045567" y="-12700"/>
            <a:ext cx="1146433" cy="1146433"/>
            <a:chOff x="0" y="0"/>
            <a:chExt cx="1630482" cy="1630482"/>
          </a:xfrm>
        </p:grpSpPr>
        <p:sp>
          <p:nvSpPr>
            <p:cNvPr id="3" name="Freeform 3">
              <a:extLst>
                <a:ext uri="{FF2B5EF4-FFF2-40B4-BE49-F238E27FC236}">
                  <a16:creationId xmlns:a16="http://schemas.microsoft.com/office/drawing/2014/main" id="{75DE28FB-FBF3-AA3A-5A19-CE78E080D024}"/>
                </a:ext>
              </a:extLst>
            </p:cNvPr>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TextBox 5">
            <a:extLst>
              <a:ext uri="{FF2B5EF4-FFF2-40B4-BE49-F238E27FC236}">
                <a16:creationId xmlns:a16="http://schemas.microsoft.com/office/drawing/2014/main" id="{0EE0E579-0BB3-9E7A-034D-9BD3D0C5B908}"/>
              </a:ext>
            </a:extLst>
          </p:cNvPr>
          <p:cNvSpPr txBox="1"/>
          <p:nvPr/>
        </p:nvSpPr>
        <p:spPr>
          <a:xfrm>
            <a:off x="392084" y="560536"/>
            <a:ext cx="11190316" cy="409471"/>
          </a:xfrm>
          <a:prstGeom prst="rect">
            <a:avLst/>
          </a:prstGeom>
        </p:spPr>
        <p:txBody>
          <a:bodyPr wrap="square" lIns="0" tIns="0" rIns="0" bIns="0" rtlCol="0" anchor="t">
            <a:spAutoFit/>
          </a:bodyPr>
          <a:lstStyle/>
          <a:p>
            <a:pPr marL="0" marR="0" lvl="0" indent="0" algn="l" defTabSz="914400" rtl="0" eaLnBrk="1" fontAlgn="auto" latinLnBrk="0" hangingPunct="1">
              <a:lnSpc>
                <a:spcPts val="3494"/>
              </a:lnSpc>
              <a:spcBef>
                <a:spcPts val="0"/>
              </a:spcBef>
              <a:spcAft>
                <a:spcPts val="0"/>
              </a:spcAft>
              <a:buClrTx/>
              <a:buSzTx/>
              <a:buFontTx/>
              <a:buNone/>
              <a:tabLst/>
              <a:defRPr/>
            </a:pPr>
            <a:r>
              <a:rPr kumimoji="0" lang="en-US" sz="2496" b="1" i="0" u="none" strike="noStrike" kern="1200" cap="none" spc="0" normalizeH="0" baseline="0" noProof="0" dirty="0">
                <a:ln>
                  <a:noFill/>
                </a:ln>
                <a:solidFill>
                  <a:srgbClr val="FFFFFF"/>
                </a:solidFill>
                <a:effectLst/>
                <a:uLnTx/>
                <a:uFillTx/>
                <a:latin typeface="Arial Bold"/>
                <a:ea typeface="Arial Bold"/>
                <a:cs typeface="Arial Bold"/>
                <a:sym typeface="Arial Bold"/>
              </a:rPr>
              <a:t>Justiciability</a:t>
            </a:r>
          </a:p>
        </p:txBody>
      </p:sp>
      <p:sp>
        <p:nvSpPr>
          <p:cNvPr id="9" name="TextBox 9">
            <a:extLst>
              <a:ext uri="{FF2B5EF4-FFF2-40B4-BE49-F238E27FC236}">
                <a16:creationId xmlns:a16="http://schemas.microsoft.com/office/drawing/2014/main" id="{D8CD04EB-3D2C-84E4-3D7D-DBD0D1FB61EB}"/>
              </a:ext>
            </a:extLst>
          </p:cNvPr>
          <p:cNvSpPr txBox="1"/>
          <p:nvPr/>
        </p:nvSpPr>
        <p:spPr>
          <a:xfrm>
            <a:off x="392084" y="1295400"/>
            <a:ext cx="9361516" cy="3831498"/>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Is it appropriate for the courts to review any government decision?</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Under s 75, the High Court (&amp; by extension other Ch III courts) can only resolve ‘matters’ – what does this mean? See </a:t>
            </a:r>
            <a:r>
              <a:rPr kumimoji="0" lang="en-US" sz="1627" b="0" i="0"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eg</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 McBain; Ex </a:t>
            </a:r>
            <a:r>
              <a:rPr kumimoji="0" lang="en-US" sz="1627" b="0" i="1"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Parte</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Catholic Bishops’ Conference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(2002) 209 CLR 372 ‘justiciable controversy between the parties’ – also related to standing (Topic 6)</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Typical exclusions: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Exercise of prerogative power; made by cabinet; close relationship with national security; made in the conduct of international relations and ‘operational’ decisions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These exclusions are not blanket ones though – see following cases:</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Hicks v Ruddock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(2007) 156 FCR 574</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Re: McBain; Ex-</a:t>
            </a:r>
            <a:r>
              <a:rPr kumimoji="0" lang="en-US" sz="1627" b="0" i="1" u="none" strike="noStrike" kern="1200" cap="none" spc="0" normalizeH="0" baseline="0" noProof="0" dirty="0" err="1">
                <a:ln>
                  <a:noFill/>
                </a:ln>
                <a:solidFill>
                  <a:srgbClr val="FFFFFF"/>
                </a:solidFill>
                <a:effectLst/>
                <a:uLnTx/>
                <a:uFillTx/>
                <a:latin typeface="Arial" panose="020B0604020202020204" pitchFamily="34" charset="0"/>
                <a:ea typeface="Arial Bold"/>
                <a:cs typeface="Arial" panose="020B0604020202020204" pitchFamily="34" charset="0"/>
                <a:sym typeface="Arial Bold"/>
              </a:rPr>
              <a:t>parte</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Australian Catholic Bishops Conference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(2002) 209 CLR 372</a:t>
            </a: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	</a:t>
            </a:r>
            <a:r>
              <a:rPr kumimoji="0" lang="en-US" sz="1627" b="0" i="1"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Minister for Arts, Heritage and Environment v Peko-Wallsend </a:t>
            </a:r>
            <a:r>
              <a:rPr kumimoji="0" lang="en-US" sz="1627" b="0" i="0" u="none" strike="noStrike" kern="1200" cap="none" spc="0" normalizeH="0" baseline="0" noProof="0" dirty="0">
                <a:ln>
                  <a:noFill/>
                </a:ln>
                <a:solidFill>
                  <a:srgbClr val="FFFFFF"/>
                </a:solidFill>
                <a:effectLst/>
                <a:uLnTx/>
                <a:uFillTx/>
                <a:latin typeface="Arial" panose="020B0604020202020204" pitchFamily="34" charset="0"/>
                <a:ea typeface="Arial Bold"/>
                <a:cs typeface="Arial" panose="020B0604020202020204" pitchFamily="34" charset="0"/>
                <a:sym typeface="Arial Bold"/>
              </a:rPr>
              <a:t>(1987) 15 FCR 27</a:t>
            </a:r>
          </a:p>
        </p:txBody>
      </p:sp>
      <p:sp>
        <p:nvSpPr>
          <p:cNvPr id="10" name="TextBox 10">
            <a:extLst>
              <a:ext uri="{FF2B5EF4-FFF2-40B4-BE49-F238E27FC236}">
                <a16:creationId xmlns:a16="http://schemas.microsoft.com/office/drawing/2014/main" id="{8EA9D60C-0F87-AF40-DF78-C2710A372DAB}"/>
              </a:ext>
            </a:extLst>
          </p:cNvPr>
          <p:cNvSpPr txBox="1"/>
          <p:nvPr/>
        </p:nvSpPr>
        <p:spPr>
          <a:xfrm>
            <a:off x="10195446" y="6347803"/>
            <a:ext cx="1773879" cy="193258"/>
          </a:xfrm>
          <a:prstGeom prst="rect">
            <a:avLst/>
          </a:prstGeom>
        </p:spPr>
        <p:txBody>
          <a:bodyPr lIns="0" tIns="0" rIns="0" bIns="0" rtlCol="0" anchor="t">
            <a:spAutoFit/>
          </a:bodyPr>
          <a:lstStyle/>
          <a:p>
            <a:pPr marL="0" marR="0" lvl="0" indent="0" algn="l" defTabSz="914400" rtl="0" eaLnBrk="1" fontAlgn="auto" latinLnBrk="0" hangingPunct="1">
              <a:lnSpc>
                <a:spcPts val="1422"/>
              </a:lnSpc>
              <a:spcBef>
                <a:spcPts val="0"/>
              </a:spcBef>
              <a:spcAft>
                <a:spcPts val="0"/>
              </a:spcAft>
              <a:buClrTx/>
              <a:buSzTx/>
              <a:buFontTx/>
              <a:buNone/>
              <a:tabLst/>
              <a:defRPr/>
            </a:pPr>
            <a:r>
              <a:rPr kumimoji="0" lang="en-US" sz="1016" b="0" i="0" u="none" strike="noStrike" kern="1200" cap="none" spc="0" normalizeH="0" baseline="0" noProof="0">
                <a:ln>
                  <a:noFill/>
                </a:ln>
                <a:solidFill>
                  <a:srgbClr val="FFFFFF"/>
                </a:solidFill>
                <a:effectLst/>
                <a:uLnTx/>
                <a:uFillTx/>
                <a:latin typeface="Arial"/>
                <a:ea typeface="Arial"/>
                <a:cs typeface="Arial"/>
                <a:sym typeface="Arial"/>
              </a:rPr>
              <a:t>Administrative Law –LAW1023</a:t>
            </a:r>
          </a:p>
        </p:txBody>
      </p:sp>
      <p:pic>
        <p:nvPicPr>
          <p:cNvPr id="6" name="Picture 2" descr="Image result for mcbain catholic bishops conference">
            <a:extLst>
              <a:ext uri="{FF2B5EF4-FFF2-40B4-BE49-F238E27FC236}">
                <a16:creationId xmlns:a16="http://schemas.microsoft.com/office/drawing/2014/main" id="{A216F53E-C6A7-5165-DDA6-B78F94B116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8800" y="3392424"/>
            <a:ext cx="2635604" cy="1859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62299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83B49-5FCD-9B8B-9007-AD58995FDDEE}"/>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E8D5180E-D787-C8C5-2068-34440AD6F2D8}"/>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FAB2FEB9-4034-6EEF-43BF-C89FEE5DD5B5}"/>
              </a:ext>
            </a:extLst>
          </p:cNvPr>
          <p:cNvSpPr txBox="1">
            <a:spLocks noChangeArrowheads="1"/>
          </p:cNvSpPr>
          <p:nvPr/>
        </p:nvSpPr>
        <p:spPr bwMode="auto">
          <a:xfrm>
            <a:off x="512687" y="1124744"/>
            <a:ext cx="123651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600" dirty="0">
                <a:latin typeface="+mn-lt"/>
              </a:rPr>
              <a:t>15.	What kinds of things are typically excluded from the court’s jurisdiction as being non-justiciable?</a:t>
            </a:r>
          </a:p>
          <a:p>
            <a:pPr>
              <a:spcBef>
                <a:spcPts val="800"/>
              </a:spcBef>
              <a:buSzPct val="100000"/>
              <a:defRPr/>
            </a:pPr>
            <a:r>
              <a:rPr lang="en-US" altLang="en-US" sz="1600" dirty="0">
                <a:latin typeface="+mn-lt"/>
              </a:rPr>
              <a:t>16.	Consider </a:t>
            </a:r>
            <a:r>
              <a:rPr lang="en-US" altLang="en-US" sz="1600" i="1" dirty="0">
                <a:latin typeface="+mn-lt"/>
              </a:rPr>
              <a:t>Re: McBain; Ex-</a:t>
            </a:r>
            <a:r>
              <a:rPr lang="en-US" altLang="en-US" sz="1600" i="1" dirty="0" err="1">
                <a:latin typeface="+mn-lt"/>
              </a:rPr>
              <a:t>parte</a:t>
            </a:r>
            <a:r>
              <a:rPr lang="en-US" altLang="en-US" sz="1600" i="1" dirty="0">
                <a:latin typeface="+mn-lt"/>
              </a:rPr>
              <a:t> Australian Catholic Bishops Conference </a:t>
            </a:r>
            <a:r>
              <a:rPr lang="en-US" altLang="en-US" sz="1600" dirty="0">
                <a:latin typeface="+mn-lt"/>
              </a:rPr>
              <a:t>(2002) 209 CLR 372</a:t>
            </a:r>
          </a:p>
          <a:p>
            <a:pPr>
              <a:spcBef>
                <a:spcPts val="800"/>
              </a:spcBef>
              <a:buSzPct val="100000"/>
              <a:defRPr/>
            </a:pPr>
            <a:r>
              <a:rPr lang="en-US" altLang="en-US" sz="1600" dirty="0">
                <a:latin typeface="+mn-lt"/>
              </a:rPr>
              <a:t>	a.	What were the facts?</a:t>
            </a:r>
          </a:p>
          <a:p>
            <a:pPr>
              <a:spcBef>
                <a:spcPts val="800"/>
              </a:spcBef>
              <a:buSzPct val="100000"/>
              <a:defRPr/>
            </a:pPr>
            <a:r>
              <a:rPr lang="en-US" altLang="en-US" sz="1600" dirty="0">
                <a:latin typeface="+mn-lt"/>
              </a:rPr>
              <a:t>	b.	What was held?</a:t>
            </a:r>
          </a:p>
          <a:p>
            <a:pPr>
              <a:spcBef>
                <a:spcPts val="800"/>
              </a:spcBef>
              <a:buSzPct val="100000"/>
              <a:defRPr/>
            </a:pPr>
            <a:r>
              <a:rPr lang="en-US" altLang="en-US" sz="1600" dirty="0">
                <a:latin typeface="+mn-lt"/>
              </a:rPr>
              <a:t>	c.	Why is this case relevant for questions of justiciability?</a:t>
            </a: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A3A7D000-D0D6-314A-649B-2FFC37210B0F}"/>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409225377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C2261-16A7-4D13-E346-B337C83EF527}"/>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26DA32BE-E6E5-4920-F157-D4337EDEC183}"/>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40C92F89-FF93-C6F8-A46D-CFE73C2C3BF5}"/>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867" dirty="0">
                <a:latin typeface="+mn-lt"/>
              </a:rPr>
              <a:t>17.	What is a jurisdictional error?</a:t>
            </a:r>
          </a:p>
          <a:p>
            <a:pPr>
              <a:spcBef>
                <a:spcPts val="800"/>
              </a:spcBef>
              <a:buSzPct val="100000"/>
              <a:defRPr/>
            </a:pPr>
            <a:r>
              <a:rPr lang="en-US" altLang="en-US" sz="1867" dirty="0">
                <a:latin typeface="+mn-lt"/>
              </a:rPr>
              <a:t>18.	Why is it important?</a:t>
            </a:r>
          </a:p>
          <a:p>
            <a:pPr>
              <a:spcBef>
                <a:spcPts val="800"/>
              </a:spcBef>
              <a:buSzPct val="100000"/>
              <a:defRPr/>
            </a:pPr>
            <a:r>
              <a:rPr lang="en-US" altLang="en-US" sz="1867" dirty="0">
                <a:latin typeface="+mn-lt"/>
              </a:rPr>
              <a:t>19.	For which avenues of review is jurisdictional error most important?</a:t>
            </a:r>
          </a:p>
          <a:p>
            <a:pPr>
              <a:spcBef>
                <a:spcPts val="800"/>
              </a:spcBef>
              <a:buSzPct val="100000"/>
              <a:defRPr/>
            </a:pPr>
            <a:r>
              <a:rPr lang="en-US" altLang="en-US" sz="1867" dirty="0">
                <a:latin typeface="+mn-lt"/>
              </a:rPr>
              <a:t>	a.	Why?</a:t>
            </a:r>
          </a:p>
          <a:p>
            <a:pPr>
              <a:spcBef>
                <a:spcPts val="800"/>
              </a:spcBef>
              <a:buSzPct val="100000"/>
              <a:defRPr/>
            </a:pPr>
            <a:r>
              <a:rPr lang="en-US" altLang="en-US" sz="1867" dirty="0">
                <a:latin typeface="+mn-lt"/>
              </a:rPr>
              <a:t>20.	What kinds of things are considered jurisdictional errors?</a:t>
            </a:r>
          </a:p>
          <a:p>
            <a:pPr>
              <a:spcBef>
                <a:spcPts val="800"/>
              </a:spcBef>
              <a:buSzPct val="100000"/>
              <a:defRPr/>
            </a:pPr>
            <a:r>
              <a:rPr lang="en-US" altLang="en-US" sz="1867" dirty="0">
                <a:latin typeface="+mn-lt"/>
              </a:rPr>
              <a:t>21.	What are the constitutional implications of jurisdictional error?</a:t>
            </a:r>
          </a:p>
          <a:p>
            <a:pPr>
              <a:spcBef>
                <a:spcPts val="800"/>
              </a:spcBef>
              <a:buSzPct val="100000"/>
              <a:defRPr/>
            </a:pPr>
            <a:r>
              <a:rPr lang="en-US" altLang="en-US" sz="1867" dirty="0">
                <a:latin typeface="+mn-lt"/>
              </a:rPr>
              <a:t>	a.	How has this changed after </a:t>
            </a:r>
            <a:r>
              <a:rPr lang="en-US" altLang="en-US" sz="1867" i="1" dirty="0">
                <a:latin typeface="+mn-lt"/>
              </a:rPr>
              <a:t>Kirk v Industrial Court (NSW) </a:t>
            </a:r>
            <a:r>
              <a:rPr lang="en-US" altLang="en-US" sz="1867" dirty="0">
                <a:latin typeface="+mn-lt"/>
              </a:rPr>
              <a:t>(2010) 239 CLR 531</a:t>
            </a:r>
          </a:p>
          <a:p>
            <a:pPr>
              <a:spcBef>
                <a:spcPts val="800"/>
              </a:spcBef>
              <a:buSzPct val="100000"/>
              <a:defRPr/>
            </a:pPr>
            <a:r>
              <a:rPr lang="en-US" altLang="en-US" sz="1867" dirty="0">
                <a:latin typeface="+mn-lt"/>
              </a:rPr>
              <a:t>22.	Why is it so important to determine if an error is a jurisdictional error?</a:t>
            </a:r>
          </a:p>
          <a:p>
            <a:pPr>
              <a:spcBef>
                <a:spcPts val="800"/>
              </a:spcBef>
              <a:buSzPct val="100000"/>
              <a:defRPr/>
            </a:pPr>
            <a:endParaRPr lang="en-AU" altLang="en-US" sz="1600" dirty="0">
              <a:latin typeface="+mn-lt"/>
            </a:endParaRP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714579FA-0925-2270-9007-5AD391A64083}"/>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Questions</a:t>
            </a:r>
          </a:p>
        </p:txBody>
      </p:sp>
    </p:spTree>
    <p:extLst>
      <p:ext uri="{BB962C8B-B14F-4D97-AF65-F5344CB8AC3E}">
        <p14:creationId xmlns:p14="http://schemas.microsoft.com/office/powerpoint/2010/main" val="355504857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4B691-E125-76FF-D604-F8DD1D32F1FC}"/>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89CCCCA5-36A6-9FF1-C28E-64A64E0879DC}"/>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44D70CB6-131F-AB0D-E85B-66BC30D1E4AD}"/>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867" dirty="0">
                <a:latin typeface="+mn-lt"/>
              </a:rPr>
              <a:t>In addition,  to the common law s 75(v) of the Constitution provides for an ‘entrenched minimum provision’ of judicial review. Section 75 (v) Australian Constitution sets out the original jurisdiction of the High Court to grant a writ of mandamus, prohibition or an </a:t>
            </a:r>
            <a:br>
              <a:rPr lang="en-US" altLang="en-US" sz="1867" dirty="0">
                <a:latin typeface="+mn-lt"/>
              </a:rPr>
            </a:br>
            <a:r>
              <a:rPr lang="en-US" altLang="en-US" sz="1867" dirty="0">
                <a:latin typeface="+mn-lt"/>
              </a:rPr>
              <a:t>injunction.</a:t>
            </a:r>
          </a:p>
          <a:p>
            <a:pPr>
              <a:spcBef>
                <a:spcPts val="800"/>
              </a:spcBef>
              <a:buSzPct val="100000"/>
              <a:defRPr/>
            </a:pPr>
            <a:r>
              <a:rPr lang="en-US" altLang="en-US" sz="1867" dirty="0">
                <a:latin typeface="+mn-lt"/>
              </a:rPr>
              <a:t>Also see S. 32 Judiciary Act 1903 (</a:t>
            </a:r>
            <a:r>
              <a:rPr lang="en-US" altLang="en-US" sz="1867" dirty="0" err="1">
                <a:latin typeface="+mn-lt"/>
              </a:rPr>
              <a:t>Cth</a:t>
            </a:r>
            <a:r>
              <a:rPr lang="en-US" altLang="en-US" sz="1867" dirty="0">
                <a:latin typeface="+mn-lt"/>
              </a:rPr>
              <a:t>) re HC power</a:t>
            </a:r>
          </a:p>
          <a:p>
            <a:pPr>
              <a:spcBef>
                <a:spcPts val="800"/>
              </a:spcBef>
              <a:buSzPct val="100000"/>
              <a:defRPr/>
            </a:pPr>
            <a:r>
              <a:rPr lang="en-US" altLang="en-US" sz="1867" dirty="0">
                <a:latin typeface="+mn-lt"/>
              </a:rPr>
              <a:t>Section 39B(1) of the Judiciary Act 1903 (</a:t>
            </a:r>
            <a:r>
              <a:rPr lang="en-US" altLang="en-US" sz="1867" dirty="0" err="1">
                <a:latin typeface="+mn-lt"/>
              </a:rPr>
              <a:t>Cth</a:t>
            </a:r>
            <a:r>
              <a:rPr lang="en-US" altLang="en-US" sz="1867" dirty="0">
                <a:latin typeface="+mn-lt"/>
              </a:rPr>
              <a:t>) (Judiciary Act) extends the original jurisdiction of the High Court of Australia (High Court) to the Federal Court of Australia (Federal Court).</a:t>
            </a:r>
          </a:p>
          <a:p>
            <a:pPr>
              <a:spcBef>
                <a:spcPts val="800"/>
              </a:spcBef>
              <a:buSzPct val="100000"/>
              <a:defRPr/>
            </a:pPr>
            <a:r>
              <a:rPr lang="en-US" altLang="en-US" sz="1867" dirty="0">
                <a:latin typeface="+mn-lt"/>
              </a:rPr>
              <a:t>Section 39B(1A)(c) vests the Federal Court with jurisdiction over ‘any matter arising under any laws made by the Parliament, other than a matter in respect of which a criminal prosecution is instituted or any other criminal matter’.</a:t>
            </a:r>
          </a:p>
          <a:p>
            <a:pPr>
              <a:spcBef>
                <a:spcPts val="800"/>
              </a:spcBef>
              <a:buSzPct val="100000"/>
              <a:defRPr/>
            </a:pPr>
            <a:r>
              <a:rPr lang="en-US" altLang="en-US" sz="3600" dirty="0">
                <a:latin typeface="+mn-lt"/>
              </a:rPr>
              <a:t>Question: Discuss the role played by the prerogative writs in the area of judicial review. To which type of review do they relate?</a:t>
            </a:r>
          </a:p>
          <a:p>
            <a:pPr>
              <a:spcBef>
                <a:spcPts val="800"/>
              </a:spcBef>
              <a:buSzPct val="100000"/>
              <a:defRPr/>
            </a:pPr>
            <a:endParaRPr lang="en-AU" altLang="en-US" sz="1600" dirty="0">
              <a:latin typeface="+mn-lt"/>
            </a:endParaRPr>
          </a:p>
          <a:p>
            <a:pPr>
              <a:spcBef>
                <a:spcPts val="600"/>
              </a:spcBef>
              <a:buClr>
                <a:srgbClr val="000000"/>
              </a:buClr>
              <a:buSzPct val="100000"/>
              <a:defRPr/>
            </a:pPr>
            <a:endParaRPr lang="en-AU" altLang="en-US" sz="1867" dirty="0">
              <a:latin typeface="+mn-lt"/>
            </a:endParaRPr>
          </a:p>
        </p:txBody>
      </p:sp>
      <p:sp>
        <p:nvSpPr>
          <p:cNvPr id="3" name="TextBox 2">
            <a:extLst>
              <a:ext uri="{FF2B5EF4-FFF2-40B4-BE49-F238E27FC236}">
                <a16:creationId xmlns:a16="http://schemas.microsoft.com/office/drawing/2014/main" id="{811C6401-2BC7-FA3B-C9F3-F6D0C4BAE5FA}"/>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AU" sz="2800" b="1" dirty="0">
                <a:solidFill>
                  <a:schemeClr val="bg1"/>
                </a:solidFill>
                <a:latin typeface="Arial" panose="020B0604020202020204" pitchFamily="34" charset="0"/>
                <a:cs typeface="Arial" panose="020B0604020202020204" pitchFamily="34" charset="0"/>
              </a:rPr>
              <a:t>Common Law Judicial Review</a:t>
            </a:r>
          </a:p>
        </p:txBody>
      </p:sp>
    </p:spTree>
    <p:extLst>
      <p:ext uri="{BB962C8B-B14F-4D97-AF65-F5344CB8AC3E}">
        <p14:creationId xmlns:p14="http://schemas.microsoft.com/office/powerpoint/2010/main" val="332826640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A8D7B-0023-E217-5463-C44F6010FB1E}"/>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3156809D-7016-837A-265A-0C5D7EF52D95}"/>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1551B29C-607C-9E65-A9C5-9F4B4B3471FA}"/>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867">
                <a:latin typeface="+mn-lt"/>
              </a:rPr>
              <a:t>The High Court has stood firmly against intruding into the merits of decisions.</a:t>
            </a:r>
          </a:p>
          <a:p>
            <a:pPr>
              <a:spcBef>
                <a:spcPts val="800"/>
              </a:spcBef>
              <a:buSzPct val="100000"/>
              <a:defRPr/>
            </a:pPr>
            <a:r>
              <a:rPr lang="en-US" altLang="en-US" sz="1867">
                <a:latin typeface="+mn-lt"/>
              </a:rPr>
              <a:t>Judicial Review is confined to an error of law.</a:t>
            </a:r>
          </a:p>
          <a:p>
            <a:pPr>
              <a:spcBef>
                <a:spcPts val="800"/>
              </a:spcBef>
              <a:buSzPct val="100000"/>
              <a:defRPr/>
            </a:pPr>
            <a:r>
              <a:rPr lang="en-US" altLang="en-US" sz="1867">
                <a:latin typeface="+mn-lt"/>
              </a:rPr>
              <a:t>The High Court takes a narrow view of the ground of error of law which is most likely to stray into merits review: Associated Provincial Picture Houses Ltd v Wednesbury Corporation </a:t>
            </a:r>
            <a:endParaRPr lang="en-AU" altLang="en-US" sz="1867" dirty="0">
              <a:latin typeface="+mn-lt"/>
            </a:endParaRPr>
          </a:p>
        </p:txBody>
      </p:sp>
      <p:sp>
        <p:nvSpPr>
          <p:cNvPr id="3" name="TextBox 2">
            <a:extLst>
              <a:ext uri="{FF2B5EF4-FFF2-40B4-BE49-F238E27FC236}">
                <a16:creationId xmlns:a16="http://schemas.microsoft.com/office/drawing/2014/main" id="{6B920CCB-0909-984E-9D4C-F8340D14990C}"/>
              </a:ext>
            </a:extLst>
          </p:cNvPr>
          <p:cNvSpPr txBox="1"/>
          <p:nvPr/>
        </p:nvSpPr>
        <p:spPr>
          <a:xfrm>
            <a:off x="533400" y="567211"/>
            <a:ext cx="8153400" cy="480131"/>
          </a:xfrm>
          <a:prstGeom prst="rect">
            <a:avLst/>
          </a:prstGeom>
          <a:noFill/>
        </p:spPr>
        <p:txBody>
          <a:bodyPr wrap="square">
            <a:spAutoFit/>
          </a:bodyPr>
          <a:lstStyle/>
          <a:p>
            <a:pPr marL="342891" indent="-341305"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US" sz="2800" b="1" dirty="0">
                <a:solidFill>
                  <a:schemeClr val="bg1"/>
                </a:solidFill>
                <a:latin typeface="Arial" panose="020B0604020202020204" pitchFamily="34" charset="0"/>
                <a:cs typeface="Arial" panose="020B0604020202020204" pitchFamily="34" charset="0"/>
              </a:rPr>
              <a:t>Judicial Review v Merits Review</a:t>
            </a:r>
          </a:p>
        </p:txBody>
      </p:sp>
    </p:spTree>
    <p:extLst>
      <p:ext uri="{BB962C8B-B14F-4D97-AF65-F5344CB8AC3E}">
        <p14:creationId xmlns:p14="http://schemas.microsoft.com/office/powerpoint/2010/main" val="280159643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6AA1B-D5BF-621D-2970-0696179769A6}"/>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93B9E01B-3E84-0195-2D10-56E495C5EB7E}"/>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2508C7AA-3106-B856-5DEB-7968B081BE90}"/>
              </a:ext>
            </a:extLst>
          </p:cNvPr>
          <p:cNvSpPr txBox="1">
            <a:spLocks noChangeArrowheads="1"/>
          </p:cNvSpPr>
          <p:nvPr/>
        </p:nvSpPr>
        <p:spPr bwMode="auto">
          <a:xfrm>
            <a:off x="512687" y="1124744"/>
            <a:ext cx="81741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a:spcBef>
                <a:spcPts val="800"/>
              </a:spcBef>
              <a:buSzPct val="100000"/>
              <a:defRPr/>
            </a:pPr>
            <a:r>
              <a:rPr lang="en-US" altLang="en-US" sz="1867" b="1" dirty="0">
                <a:latin typeface="+mn-lt"/>
              </a:rPr>
              <a:t>Facts: </a:t>
            </a:r>
            <a:r>
              <a:rPr lang="en-US" altLang="en-US" sz="1867" dirty="0">
                <a:latin typeface="+mn-lt"/>
              </a:rPr>
              <a:t>An English law provided that cinemas could only open on Sundays with permission from the local authority.</a:t>
            </a:r>
          </a:p>
          <a:p>
            <a:pPr>
              <a:spcBef>
                <a:spcPts val="800"/>
              </a:spcBef>
              <a:buSzPct val="100000"/>
              <a:defRPr/>
            </a:pPr>
            <a:r>
              <a:rPr lang="en-US" altLang="en-US" sz="1867" dirty="0">
                <a:latin typeface="+mn-lt"/>
              </a:rPr>
              <a:t>Associated Provincial Picture Houses (Associated) applied for permission.</a:t>
            </a:r>
          </a:p>
          <a:p>
            <a:pPr>
              <a:spcBef>
                <a:spcPts val="800"/>
              </a:spcBef>
              <a:buSzPct val="100000"/>
              <a:defRPr/>
            </a:pPr>
            <a:r>
              <a:rPr lang="en-US" altLang="en-US" sz="1867" dirty="0">
                <a:latin typeface="+mn-lt"/>
              </a:rPr>
              <a:t>Permission was granted, but only provided that no children under the age of 15 was admitted.</a:t>
            </a:r>
          </a:p>
          <a:p>
            <a:pPr>
              <a:spcBef>
                <a:spcPts val="800"/>
              </a:spcBef>
              <a:buSzPct val="100000"/>
              <a:defRPr/>
            </a:pPr>
            <a:r>
              <a:rPr lang="en-US" altLang="en-US" sz="1867" dirty="0">
                <a:latin typeface="+mn-lt"/>
              </a:rPr>
              <a:t>Associated appealed arguing that the decision was unreasonable.</a:t>
            </a:r>
          </a:p>
          <a:p>
            <a:pPr>
              <a:spcBef>
                <a:spcPts val="800"/>
              </a:spcBef>
              <a:buSzPct val="100000"/>
              <a:defRPr/>
            </a:pPr>
            <a:r>
              <a:rPr lang="en-US" altLang="en-US" sz="1867" b="1" dirty="0">
                <a:latin typeface="+mn-lt"/>
              </a:rPr>
              <a:t>Issue:</a:t>
            </a:r>
          </a:p>
          <a:p>
            <a:pPr>
              <a:spcBef>
                <a:spcPts val="800"/>
              </a:spcBef>
              <a:buSzPct val="100000"/>
              <a:defRPr/>
            </a:pPr>
            <a:r>
              <a:rPr lang="en-US" altLang="en-US" sz="1867" dirty="0">
                <a:latin typeface="+mn-lt"/>
              </a:rPr>
              <a:t>Could the Court overturn the decision because it was unreasonable?</a:t>
            </a:r>
          </a:p>
          <a:p>
            <a:pPr>
              <a:spcBef>
                <a:spcPts val="800"/>
              </a:spcBef>
              <a:buSzPct val="100000"/>
              <a:defRPr/>
            </a:pPr>
            <a:r>
              <a:rPr lang="en-US" altLang="en-US" sz="1867" b="1" dirty="0">
                <a:latin typeface="+mn-lt"/>
              </a:rPr>
              <a:t>Held:</a:t>
            </a:r>
          </a:p>
          <a:p>
            <a:pPr>
              <a:spcBef>
                <a:spcPts val="800"/>
              </a:spcBef>
              <a:buSzPct val="100000"/>
              <a:defRPr/>
            </a:pPr>
            <a:r>
              <a:rPr lang="en-US" altLang="en-US" sz="1867" dirty="0">
                <a:latin typeface="+mn-lt"/>
              </a:rPr>
              <a:t>The Court held that it could not intervene because it can only do so where the decision maker has gone beyond their legal powers.</a:t>
            </a:r>
          </a:p>
          <a:p>
            <a:pPr>
              <a:spcBef>
                <a:spcPts val="800"/>
              </a:spcBef>
              <a:buSzPct val="100000"/>
              <a:defRPr/>
            </a:pPr>
            <a:r>
              <a:rPr lang="en-US" altLang="en-US" sz="1867" dirty="0">
                <a:latin typeface="+mn-lt"/>
              </a:rPr>
              <a:t>This means the court can only intervene in cases where:</a:t>
            </a:r>
          </a:p>
          <a:p>
            <a:pPr>
              <a:spcBef>
                <a:spcPts val="800"/>
              </a:spcBef>
              <a:buSzPct val="100000"/>
              <a:defRPr/>
            </a:pPr>
            <a:r>
              <a:rPr lang="en-US" altLang="en-US" sz="1867" dirty="0">
                <a:latin typeface="+mn-lt"/>
              </a:rPr>
              <a:t>The decision maker has not considered matters that lawfully must be considered;</a:t>
            </a:r>
          </a:p>
          <a:p>
            <a:pPr>
              <a:spcBef>
                <a:spcPts val="800"/>
              </a:spcBef>
              <a:buSzPct val="100000"/>
              <a:defRPr/>
            </a:pPr>
            <a:r>
              <a:rPr lang="en-US" altLang="en-US" sz="1867" dirty="0">
                <a:latin typeface="+mn-lt"/>
              </a:rPr>
              <a:t>The decision maker has considered matters that are not relevant; or</a:t>
            </a:r>
          </a:p>
          <a:p>
            <a:pPr>
              <a:spcBef>
                <a:spcPts val="800"/>
              </a:spcBef>
              <a:buSzPct val="100000"/>
              <a:defRPr/>
            </a:pPr>
            <a:r>
              <a:rPr lang="en-US" altLang="en-US" sz="1867" dirty="0">
                <a:latin typeface="+mn-lt"/>
              </a:rPr>
              <a:t>The decision was so unreasonable that no reasonable person could have made it.</a:t>
            </a:r>
          </a:p>
          <a:p>
            <a:pPr>
              <a:spcBef>
                <a:spcPts val="800"/>
              </a:spcBef>
              <a:buSzPct val="100000"/>
              <a:defRPr/>
            </a:pPr>
            <a:endParaRPr lang="en-US" altLang="en-US" sz="1867" dirty="0">
              <a:latin typeface="+mn-lt"/>
            </a:endParaRPr>
          </a:p>
        </p:txBody>
      </p:sp>
      <p:sp>
        <p:nvSpPr>
          <p:cNvPr id="3" name="TextBox 2">
            <a:extLst>
              <a:ext uri="{FF2B5EF4-FFF2-40B4-BE49-F238E27FC236}">
                <a16:creationId xmlns:a16="http://schemas.microsoft.com/office/drawing/2014/main" id="{A39E01F1-0390-2AE5-8685-68D407B0CE46}"/>
              </a:ext>
            </a:extLst>
          </p:cNvPr>
          <p:cNvSpPr txBox="1"/>
          <p:nvPr/>
        </p:nvSpPr>
        <p:spPr>
          <a:xfrm>
            <a:off x="152400" y="256814"/>
            <a:ext cx="10307713" cy="867930"/>
          </a:xfrm>
          <a:prstGeom prst="rect">
            <a:avLst/>
          </a:prstGeom>
          <a:noFill/>
        </p:spPr>
        <p:txBody>
          <a:bodyPr wrap="square">
            <a:spAutoFit/>
          </a:bodyPr>
          <a:lstStyle/>
          <a:p>
            <a:pPr marL="342891"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US" sz="2800" b="1" i="1" dirty="0">
                <a:solidFill>
                  <a:schemeClr val="bg1"/>
                </a:solidFill>
                <a:latin typeface="Arial" panose="020B0604020202020204" pitchFamily="34" charset="0"/>
                <a:cs typeface="Arial" panose="020B0604020202020204" pitchFamily="34" charset="0"/>
              </a:rPr>
              <a:t>Associated Provincial Picture Houses Ltd v </a:t>
            </a:r>
            <a:r>
              <a:rPr lang="en-US" sz="2800" b="1" i="1" dirty="0" err="1">
                <a:solidFill>
                  <a:schemeClr val="bg1"/>
                </a:solidFill>
                <a:latin typeface="Arial" panose="020B0604020202020204" pitchFamily="34" charset="0"/>
                <a:cs typeface="Arial" panose="020B0604020202020204" pitchFamily="34" charset="0"/>
              </a:rPr>
              <a:t>Wednesbury</a:t>
            </a:r>
            <a:r>
              <a:rPr lang="en-US" sz="2800" b="1" i="1" dirty="0">
                <a:solidFill>
                  <a:schemeClr val="bg1"/>
                </a:solidFill>
                <a:latin typeface="Arial" panose="020B0604020202020204" pitchFamily="34" charset="0"/>
                <a:cs typeface="Arial" panose="020B0604020202020204" pitchFamily="34" charset="0"/>
              </a:rPr>
              <a:t> Corporation</a:t>
            </a:r>
          </a:p>
        </p:txBody>
      </p:sp>
      <p:pic>
        <p:nvPicPr>
          <p:cNvPr id="2" name="Picture 2">
            <a:extLst>
              <a:ext uri="{FF2B5EF4-FFF2-40B4-BE49-F238E27FC236}">
                <a16:creationId xmlns:a16="http://schemas.microsoft.com/office/drawing/2014/main" id="{4825F12C-E0AE-4500-9D95-4FE6C061C5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1447800"/>
            <a:ext cx="3581400" cy="292242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0345B56-C12B-48F6-B810-0E9F735B0E39}"/>
              </a:ext>
            </a:extLst>
          </p:cNvPr>
          <p:cNvSpPr txBox="1"/>
          <p:nvPr/>
        </p:nvSpPr>
        <p:spPr>
          <a:xfrm>
            <a:off x="8686800" y="4695615"/>
            <a:ext cx="3190297" cy="261610"/>
          </a:xfrm>
          <a:prstGeom prst="rect">
            <a:avLst/>
          </a:prstGeom>
          <a:noFill/>
        </p:spPr>
        <p:txBody>
          <a:bodyPr wrap="none" rtlCol="0">
            <a:spAutoFit/>
          </a:bodyPr>
          <a:lstStyle/>
          <a:p>
            <a:r>
              <a:rPr lang="en-US" sz="1100" dirty="0">
                <a:solidFill>
                  <a:schemeClr val="bg1"/>
                </a:solidFill>
              </a:rPr>
              <a:t>Former </a:t>
            </a:r>
            <a:r>
              <a:rPr lang="en-US" sz="1100" dirty="0" err="1">
                <a:solidFill>
                  <a:schemeClr val="bg1"/>
                </a:solidFill>
              </a:rPr>
              <a:t>Wednesbury</a:t>
            </a:r>
            <a:r>
              <a:rPr lang="en-US" sz="1100" dirty="0">
                <a:solidFill>
                  <a:schemeClr val="bg1"/>
                </a:solidFill>
              </a:rPr>
              <a:t> Cinema (</a:t>
            </a:r>
            <a:r>
              <a:rPr lang="en-US" sz="1100" dirty="0" err="1">
                <a:solidFill>
                  <a:schemeClr val="bg1"/>
                </a:solidFill>
              </a:rPr>
              <a:t>Source:Wikicommons</a:t>
            </a:r>
            <a:r>
              <a:rPr lang="en-US" sz="1100" dirty="0">
                <a:solidFill>
                  <a:schemeClr val="bg1"/>
                </a:solidFill>
              </a:rPr>
              <a:t>)</a:t>
            </a:r>
            <a:endParaRPr lang="en-AU" sz="1100" dirty="0">
              <a:solidFill>
                <a:schemeClr val="bg1"/>
              </a:solidFill>
            </a:endParaRPr>
          </a:p>
        </p:txBody>
      </p:sp>
    </p:spTree>
    <p:extLst>
      <p:ext uri="{BB962C8B-B14F-4D97-AF65-F5344CB8AC3E}">
        <p14:creationId xmlns:p14="http://schemas.microsoft.com/office/powerpoint/2010/main" val="3296888567"/>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286CC-7F37-AA6A-A044-885FDAE7FCB6}"/>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4D4E87CD-4386-C950-3E45-E258912A9734}"/>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E4A859D9-A7D1-11C5-1B1F-E27D4242D0C4}"/>
              </a:ext>
            </a:extLst>
          </p:cNvPr>
          <p:cNvSpPr txBox="1">
            <a:spLocks noChangeArrowheads="1"/>
          </p:cNvSpPr>
          <p:nvPr/>
        </p:nvSpPr>
        <p:spPr bwMode="auto">
          <a:xfrm>
            <a:off x="512687" y="1124744"/>
            <a:ext cx="71073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marL="342900" indent="-342900">
              <a:spcBef>
                <a:spcPts val="800"/>
              </a:spcBef>
              <a:buSzPct val="100000"/>
              <a:buFont typeface="Arial" panose="020B0604020202020204" pitchFamily="34" charset="0"/>
              <a:buChar char="•"/>
              <a:defRPr/>
            </a:pPr>
            <a:r>
              <a:rPr lang="en-US" altLang="en-US" sz="1867" dirty="0">
                <a:latin typeface="+mn-lt"/>
              </a:rPr>
              <a:t>The third limb – that the decision was “so absurd that no sensible person could ever dream that it lay within the powers of the authority” [229] has become known as </a:t>
            </a:r>
            <a:r>
              <a:rPr lang="en-US" altLang="en-US" sz="1867" dirty="0" err="1">
                <a:latin typeface="+mn-lt"/>
              </a:rPr>
              <a:t>Wednesbury</a:t>
            </a:r>
            <a:r>
              <a:rPr lang="en-US" altLang="en-US" sz="1867" dirty="0">
                <a:latin typeface="+mn-lt"/>
              </a:rPr>
              <a:t> Unreasonableness.</a:t>
            </a:r>
          </a:p>
          <a:p>
            <a:pPr marL="342900" indent="-342900">
              <a:spcBef>
                <a:spcPts val="800"/>
              </a:spcBef>
              <a:buSzPct val="100000"/>
              <a:buFont typeface="Arial" panose="020B0604020202020204" pitchFamily="34" charset="0"/>
              <a:buChar char="•"/>
              <a:defRPr/>
            </a:pPr>
            <a:r>
              <a:rPr lang="en-US" altLang="en-US" sz="1867" dirty="0">
                <a:latin typeface="+mn-lt"/>
              </a:rPr>
              <a:t>In this particular case, whether or not the Court thought the condition was fair or the best outcome was irrelevant – it is only relevant whether it was lawful, and it was.  This was because the Parliament wants the decision maker to make the decision, not the Court. Therefore </a:t>
            </a:r>
            <a:r>
              <a:rPr lang="en-US" altLang="en-US" sz="1867" dirty="0" err="1">
                <a:latin typeface="+mn-lt"/>
              </a:rPr>
              <a:t>Associated’s</a:t>
            </a:r>
            <a:r>
              <a:rPr lang="en-US" altLang="en-US" sz="1867" dirty="0">
                <a:latin typeface="+mn-lt"/>
              </a:rPr>
              <a:t> case failed.</a:t>
            </a:r>
          </a:p>
          <a:p>
            <a:pPr marL="342900" indent="-342900">
              <a:spcBef>
                <a:spcPts val="800"/>
              </a:spcBef>
              <a:buSzPct val="100000"/>
              <a:buFont typeface="Arial" panose="020B0604020202020204" pitchFamily="34" charset="0"/>
              <a:buChar char="•"/>
              <a:defRPr/>
            </a:pPr>
            <a:r>
              <a:rPr lang="en-US" altLang="en-US" sz="1867" dirty="0">
                <a:latin typeface="+mn-lt"/>
              </a:rPr>
              <a:t>This case therefore shows that a Court can only intervene in very limited circumstances. This is what is known as “judicial review”.</a:t>
            </a:r>
          </a:p>
          <a:p>
            <a:pPr>
              <a:spcBef>
                <a:spcPts val="800"/>
              </a:spcBef>
              <a:buSzPct val="100000"/>
              <a:defRPr/>
            </a:pPr>
            <a:endParaRPr lang="en-US" altLang="en-US" sz="1867" dirty="0">
              <a:latin typeface="+mn-lt"/>
            </a:endParaRPr>
          </a:p>
        </p:txBody>
      </p:sp>
      <p:sp>
        <p:nvSpPr>
          <p:cNvPr id="3" name="TextBox 2">
            <a:extLst>
              <a:ext uri="{FF2B5EF4-FFF2-40B4-BE49-F238E27FC236}">
                <a16:creationId xmlns:a16="http://schemas.microsoft.com/office/drawing/2014/main" id="{D5B0174B-724D-695C-99F6-62DD9B161449}"/>
              </a:ext>
            </a:extLst>
          </p:cNvPr>
          <p:cNvSpPr txBox="1"/>
          <p:nvPr/>
        </p:nvSpPr>
        <p:spPr>
          <a:xfrm>
            <a:off x="152400" y="256814"/>
            <a:ext cx="10307713" cy="867930"/>
          </a:xfrm>
          <a:prstGeom prst="rect">
            <a:avLst/>
          </a:prstGeom>
          <a:noFill/>
        </p:spPr>
        <p:txBody>
          <a:bodyPr wrap="square">
            <a:spAutoFit/>
          </a:bodyPr>
          <a:lstStyle/>
          <a:p>
            <a:pPr marL="342891"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US" sz="2800" b="1" i="1" dirty="0">
                <a:solidFill>
                  <a:schemeClr val="bg1"/>
                </a:solidFill>
                <a:latin typeface="Arial" panose="020B0604020202020204" pitchFamily="34" charset="0"/>
                <a:cs typeface="Arial" panose="020B0604020202020204" pitchFamily="34" charset="0"/>
              </a:rPr>
              <a:t>Associated Provincial Picture Houses Ltd v </a:t>
            </a:r>
            <a:r>
              <a:rPr lang="en-US" sz="2800" b="1" i="1" dirty="0" err="1">
                <a:solidFill>
                  <a:schemeClr val="bg1"/>
                </a:solidFill>
                <a:latin typeface="Arial" panose="020B0604020202020204" pitchFamily="34" charset="0"/>
                <a:cs typeface="Arial" panose="020B0604020202020204" pitchFamily="34" charset="0"/>
              </a:rPr>
              <a:t>Wednesbury</a:t>
            </a:r>
            <a:r>
              <a:rPr lang="en-US" sz="2800" b="1" i="1" dirty="0">
                <a:solidFill>
                  <a:schemeClr val="bg1"/>
                </a:solidFill>
                <a:latin typeface="Arial" panose="020B0604020202020204" pitchFamily="34" charset="0"/>
                <a:cs typeface="Arial" panose="020B0604020202020204" pitchFamily="34" charset="0"/>
              </a:rPr>
              <a:t> Corporation</a:t>
            </a:r>
          </a:p>
        </p:txBody>
      </p:sp>
      <p:pic>
        <p:nvPicPr>
          <p:cNvPr id="2" name="Picture 2">
            <a:extLst>
              <a:ext uri="{FF2B5EF4-FFF2-40B4-BE49-F238E27FC236}">
                <a16:creationId xmlns:a16="http://schemas.microsoft.com/office/drawing/2014/main" id="{3060BA78-44EA-79D4-D3FA-61F3E5481E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0" y="1078078"/>
            <a:ext cx="3581400" cy="292242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72046A2-EBC6-96C6-1EDF-F849215E25BA}"/>
              </a:ext>
            </a:extLst>
          </p:cNvPr>
          <p:cNvSpPr txBox="1"/>
          <p:nvPr/>
        </p:nvSpPr>
        <p:spPr>
          <a:xfrm>
            <a:off x="8305800" y="4325893"/>
            <a:ext cx="3190297" cy="261610"/>
          </a:xfrm>
          <a:prstGeom prst="rect">
            <a:avLst/>
          </a:prstGeom>
          <a:noFill/>
        </p:spPr>
        <p:txBody>
          <a:bodyPr wrap="none" rtlCol="0">
            <a:spAutoFit/>
          </a:bodyPr>
          <a:lstStyle/>
          <a:p>
            <a:r>
              <a:rPr lang="en-US" sz="1100" dirty="0">
                <a:solidFill>
                  <a:schemeClr val="bg1"/>
                </a:solidFill>
              </a:rPr>
              <a:t>Former </a:t>
            </a:r>
            <a:r>
              <a:rPr lang="en-US" sz="1100" dirty="0" err="1">
                <a:solidFill>
                  <a:schemeClr val="bg1"/>
                </a:solidFill>
              </a:rPr>
              <a:t>Wednesbury</a:t>
            </a:r>
            <a:r>
              <a:rPr lang="en-US" sz="1100" dirty="0">
                <a:solidFill>
                  <a:schemeClr val="bg1"/>
                </a:solidFill>
              </a:rPr>
              <a:t> Cinema (</a:t>
            </a:r>
            <a:r>
              <a:rPr lang="en-US" sz="1100" dirty="0" err="1">
                <a:solidFill>
                  <a:schemeClr val="bg1"/>
                </a:solidFill>
              </a:rPr>
              <a:t>Source:Wikicommons</a:t>
            </a:r>
            <a:r>
              <a:rPr lang="en-US" sz="1100" dirty="0">
                <a:solidFill>
                  <a:schemeClr val="bg1"/>
                </a:solidFill>
              </a:rPr>
              <a:t>)</a:t>
            </a:r>
            <a:endParaRPr lang="en-AU" sz="1100" dirty="0">
              <a:solidFill>
                <a:schemeClr val="bg1"/>
              </a:solidFill>
            </a:endParaRPr>
          </a:p>
        </p:txBody>
      </p:sp>
    </p:spTree>
    <p:extLst>
      <p:ext uri="{BB962C8B-B14F-4D97-AF65-F5344CB8AC3E}">
        <p14:creationId xmlns:p14="http://schemas.microsoft.com/office/powerpoint/2010/main" val="1802482392"/>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F3770-49A9-F577-B7EE-8DF2E7F2BAF0}"/>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C080C5F9-579C-ADDB-31E4-2BD58CAFA05A}"/>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FBAF4E45-87B1-A81F-DDBF-45BABC54FF4C}"/>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marL="342900" indent="-342900">
              <a:spcBef>
                <a:spcPts val="800"/>
              </a:spcBef>
              <a:buSzPct val="100000"/>
              <a:buFont typeface="Arial" panose="020B0604020202020204" pitchFamily="34" charset="0"/>
              <a:buChar char="•"/>
              <a:defRPr/>
            </a:pPr>
            <a:r>
              <a:rPr lang="en-US" altLang="en-US" sz="1867" dirty="0">
                <a:latin typeface="+mn-lt"/>
              </a:rPr>
              <a:t>In addition to its common law jurisdiction, the Federal Court also has statutory jurisdiction to undertake judicial review pursuant to the ADJR Act. the conferring of this jurisdiction on the Federal Court itself had a significant effect on the development of judicial review, including common law judicial review.</a:t>
            </a:r>
          </a:p>
          <a:p>
            <a:pPr marL="342900" indent="-342900">
              <a:spcBef>
                <a:spcPts val="800"/>
              </a:spcBef>
              <a:buSzPct val="100000"/>
              <a:buFont typeface="Arial" panose="020B0604020202020204" pitchFamily="34" charset="0"/>
              <a:buChar char="•"/>
              <a:defRPr/>
            </a:pPr>
            <a:r>
              <a:rPr lang="en-US" altLang="en-US" sz="1867" dirty="0">
                <a:latin typeface="+mn-lt"/>
              </a:rPr>
              <a:t>ADJR Act codifies and simplifies the common law </a:t>
            </a:r>
          </a:p>
          <a:p>
            <a:pPr marL="342900" indent="-342900">
              <a:spcBef>
                <a:spcPts val="800"/>
              </a:spcBef>
              <a:buSzPct val="100000"/>
              <a:buFont typeface="Arial" panose="020B0604020202020204" pitchFamily="34" charset="0"/>
              <a:buChar char="•"/>
              <a:defRPr/>
            </a:pPr>
            <a:r>
              <a:rPr lang="en-US" altLang="en-US" sz="1867" dirty="0">
                <a:latin typeface="+mn-lt"/>
              </a:rPr>
              <a:t>The ADJR Act did three important things:</a:t>
            </a:r>
          </a:p>
          <a:p>
            <a:pPr>
              <a:spcBef>
                <a:spcPts val="800"/>
              </a:spcBef>
              <a:buSzPct val="100000"/>
              <a:defRPr/>
            </a:pPr>
            <a:r>
              <a:rPr lang="en-US" altLang="en-US" sz="1867" dirty="0">
                <a:latin typeface="+mn-lt"/>
              </a:rPr>
              <a:t>	1. It removed the technical requirements of the prerogative writs - review was available for error of 	law simpler. The remedies available were expanded. </a:t>
            </a:r>
          </a:p>
          <a:p>
            <a:pPr>
              <a:spcBef>
                <a:spcPts val="800"/>
              </a:spcBef>
              <a:buSzPct val="100000"/>
              <a:defRPr/>
            </a:pPr>
            <a:r>
              <a:rPr lang="en-US" altLang="en-US" sz="1867" dirty="0">
                <a:latin typeface="+mn-lt"/>
              </a:rPr>
              <a:t>	2. It set out in simple terms the grounds which would establish error of law (ss 5 &amp; 6).</a:t>
            </a:r>
          </a:p>
          <a:p>
            <a:pPr>
              <a:spcBef>
                <a:spcPts val="800"/>
              </a:spcBef>
              <a:buSzPct val="100000"/>
              <a:defRPr/>
            </a:pPr>
            <a:r>
              <a:rPr lang="en-US" altLang="en-US" sz="1867" dirty="0">
                <a:latin typeface="+mn-lt"/>
              </a:rPr>
              <a:t>	3. It imposed an obligation on most decision-makers to give reasons for their decisions (s 13).</a:t>
            </a:r>
          </a:p>
          <a:p>
            <a:pPr marL="342900" indent="-342900">
              <a:spcBef>
                <a:spcPts val="800"/>
              </a:spcBef>
              <a:buSzPct val="100000"/>
              <a:buFont typeface="Arial" panose="020B0604020202020204" pitchFamily="34" charset="0"/>
              <a:buChar char="•"/>
              <a:defRPr/>
            </a:pPr>
            <a:r>
              <a:rPr lang="en-US" altLang="en-US" sz="1867" dirty="0">
                <a:latin typeface="+mn-lt"/>
              </a:rPr>
              <a:t>If statutory review not available, may still be able to make original jurisdiction application</a:t>
            </a:r>
          </a:p>
          <a:p>
            <a:pPr>
              <a:spcBef>
                <a:spcPts val="800"/>
              </a:spcBef>
              <a:buSzPct val="100000"/>
              <a:defRPr/>
            </a:pPr>
            <a:endParaRPr lang="en-US" altLang="en-US" sz="1867" dirty="0">
              <a:latin typeface="+mn-lt"/>
            </a:endParaRPr>
          </a:p>
        </p:txBody>
      </p:sp>
      <p:sp>
        <p:nvSpPr>
          <p:cNvPr id="3" name="TextBox 2">
            <a:extLst>
              <a:ext uri="{FF2B5EF4-FFF2-40B4-BE49-F238E27FC236}">
                <a16:creationId xmlns:a16="http://schemas.microsoft.com/office/drawing/2014/main" id="{17B69797-55A6-7887-E525-C04D0042775F}"/>
              </a:ext>
            </a:extLst>
          </p:cNvPr>
          <p:cNvSpPr txBox="1"/>
          <p:nvPr/>
        </p:nvSpPr>
        <p:spPr>
          <a:xfrm>
            <a:off x="152400" y="256814"/>
            <a:ext cx="10307713" cy="480131"/>
          </a:xfrm>
          <a:prstGeom prst="rect">
            <a:avLst/>
          </a:prstGeom>
          <a:noFill/>
        </p:spPr>
        <p:txBody>
          <a:bodyPr wrap="square">
            <a:spAutoFit/>
          </a:bodyPr>
          <a:lstStyle/>
          <a:p>
            <a:pPr marL="342891"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US" sz="2800" b="1" i="1" dirty="0">
                <a:solidFill>
                  <a:schemeClr val="bg1"/>
                </a:solidFill>
                <a:latin typeface="Arial" panose="020B0604020202020204" pitchFamily="34" charset="0"/>
                <a:cs typeface="Arial" panose="020B0604020202020204" pitchFamily="34" charset="0"/>
              </a:rPr>
              <a:t>ADJR Act</a:t>
            </a:r>
          </a:p>
        </p:txBody>
      </p:sp>
    </p:spTree>
    <p:extLst>
      <p:ext uri="{BB962C8B-B14F-4D97-AF65-F5344CB8AC3E}">
        <p14:creationId xmlns:p14="http://schemas.microsoft.com/office/powerpoint/2010/main" val="271781442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826B9-EBC8-9F38-7B36-84C4C88730F2}"/>
            </a:ext>
          </a:extLst>
        </p:cNvPr>
        <p:cNvGrpSpPr/>
        <p:nvPr/>
      </p:nvGrpSpPr>
      <p:grpSpPr>
        <a:xfrm>
          <a:off x="0" y="0"/>
          <a:ext cx="0" cy="0"/>
          <a:chOff x="0" y="0"/>
          <a:chExt cx="0" cy="0"/>
        </a:xfrm>
      </p:grpSpPr>
      <p:sp>
        <p:nvSpPr>
          <p:cNvPr id="69634" name="Text Box 1">
            <a:extLst>
              <a:ext uri="{FF2B5EF4-FFF2-40B4-BE49-F238E27FC236}">
                <a16:creationId xmlns:a16="http://schemas.microsoft.com/office/drawing/2014/main" id="{F93C71FE-661F-A75B-4595-2C2BAA077E88}"/>
              </a:ext>
            </a:extLst>
          </p:cNvPr>
          <p:cNvSpPr txBox="1">
            <a:spLocks noChangeArrowheads="1"/>
          </p:cNvSpPr>
          <p:nvPr/>
        </p:nvSpPr>
        <p:spPr bwMode="auto">
          <a:xfrm>
            <a:off x="2351090" y="2349500"/>
            <a:ext cx="7597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9155" name="Text Box 2">
            <a:extLst>
              <a:ext uri="{FF2B5EF4-FFF2-40B4-BE49-F238E27FC236}">
                <a16:creationId xmlns:a16="http://schemas.microsoft.com/office/drawing/2014/main" id="{8AC93A5C-8F51-2F47-93ED-376D3D1289AC}"/>
              </a:ext>
            </a:extLst>
          </p:cNvPr>
          <p:cNvSpPr txBox="1">
            <a:spLocks noChangeArrowheads="1"/>
          </p:cNvSpPr>
          <p:nvPr/>
        </p:nvSpPr>
        <p:spPr bwMode="auto">
          <a:xfrm>
            <a:off x="512687" y="1124744"/>
            <a:ext cx="10307713" cy="537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1pPr>
            <a:lvl2pPr marL="1085850" indent="-342900">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2pPr>
            <a:lvl3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3pPr>
            <a:lvl4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4pPr>
            <a:lvl5pPr>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5pPr>
            <a:lvl6pPr marL="25146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6pPr>
            <a:lvl7pPr marL="29718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7pPr>
            <a:lvl8pPr marL="34290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8pPr>
            <a:lvl9pPr marL="3886200" indent="-228600" defTabSz="449263" eaLnBrk="0" fontAlgn="base" hangingPunct="0">
              <a:spcBef>
                <a:spcPct val="0"/>
              </a:spcBef>
              <a:spcAft>
                <a:spcPct val="0"/>
              </a:spcAft>
              <a:tabLst>
                <a:tab pos="569913" algn="l"/>
                <a:tab pos="1484313" algn="l"/>
                <a:tab pos="2398713" algn="l"/>
                <a:tab pos="3313113" algn="l"/>
                <a:tab pos="4227513" algn="l"/>
                <a:tab pos="5141913" algn="l"/>
                <a:tab pos="6056313" algn="l"/>
                <a:tab pos="6970713" algn="l"/>
                <a:tab pos="7885113" algn="l"/>
                <a:tab pos="8799513" algn="l"/>
                <a:tab pos="9713913" algn="l"/>
              </a:tabLst>
              <a:defRPr>
                <a:solidFill>
                  <a:schemeClr val="bg1"/>
                </a:solidFill>
                <a:latin typeface="Arial" panose="020B0604020202020204" pitchFamily="34" charset="0"/>
                <a:cs typeface="Arial Unicode MS" panose="020B0604020202020204" pitchFamily="34" charset="-128"/>
              </a:defRPr>
            </a:lvl9pPr>
          </a:lstStyle>
          <a:p>
            <a:pPr marL="342900" indent="-342900">
              <a:spcBef>
                <a:spcPts val="800"/>
              </a:spcBef>
              <a:buSzPct val="100000"/>
              <a:buFont typeface="Arial" panose="020B0604020202020204" pitchFamily="34" charset="0"/>
              <a:buChar char="•"/>
              <a:defRPr/>
            </a:pPr>
            <a:r>
              <a:rPr lang="en-US" altLang="en-US" sz="1867" dirty="0">
                <a:latin typeface="+mn-lt"/>
              </a:rPr>
              <a:t>What is the importance of the provisions of ss 32 and 44(2A) of the Judiciary Act 1903 (</a:t>
            </a:r>
            <a:r>
              <a:rPr lang="en-US" altLang="en-US" sz="1867" dirty="0" err="1">
                <a:latin typeface="+mn-lt"/>
              </a:rPr>
              <a:t>Cth</a:t>
            </a:r>
            <a:r>
              <a:rPr lang="en-US" altLang="en-US" sz="1867" dirty="0">
                <a:latin typeface="+mn-lt"/>
              </a:rPr>
              <a:t>)? Discuss and explain.</a:t>
            </a:r>
          </a:p>
          <a:p>
            <a:pPr marL="342900" indent="-342900">
              <a:spcBef>
                <a:spcPts val="800"/>
              </a:spcBef>
              <a:buSzPct val="100000"/>
              <a:buFont typeface="Arial" panose="020B0604020202020204" pitchFamily="34" charset="0"/>
              <a:buChar char="•"/>
              <a:defRPr/>
            </a:pPr>
            <a:r>
              <a:rPr lang="en-US" altLang="en-US" sz="1867" dirty="0">
                <a:latin typeface="+mn-lt"/>
              </a:rPr>
              <a:t>Discuss the provisions of ss 3,5,6,7,10,15 and 16 of the Administrative Decisions (Judicial Review) Act 1977 (</a:t>
            </a:r>
            <a:r>
              <a:rPr lang="en-US" altLang="en-US" sz="1867" dirty="0" err="1">
                <a:latin typeface="+mn-lt"/>
              </a:rPr>
              <a:t>Cth</a:t>
            </a:r>
            <a:r>
              <a:rPr lang="en-US" altLang="en-US" sz="1867" dirty="0">
                <a:latin typeface="+mn-lt"/>
              </a:rPr>
              <a:t>) and the role they play in statutory judicial review.</a:t>
            </a:r>
          </a:p>
          <a:p>
            <a:pPr marL="342900" indent="-342900">
              <a:spcBef>
                <a:spcPts val="800"/>
              </a:spcBef>
              <a:buSzPct val="100000"/>
              <a:buFont typeface="Arial" panose="020B0604020202020204" pitchFamily="34" charset="0"/>
              <a:buChar char="•"/>
              <a:defRPr/>
            </a:pPr>
            <a:r>
              <a:rPr lang="en-US" altLang="en-US" sz="1867" dirty="0">
                <a:latin typeface="+mn-lt"/>
              </a:rPr>
              <a:t>What is the difference between a judicial decision and an administrative decision?</a:t>
            </a:r>
          </a:p>
          <a:p>
            <a:pPr>
              <a:spcBef>
                <a:spcPts val="800"/>
              </a:spcBef>
              <a:buSzPct val="100000"/>
              <a:defRPr/>
            </a:pPr>
            <a:endParaRPr lang="en-US" altLang="en-US" sz="1867" dirty="0">
              <a:latin typeface="+mn-lt"/>
            </a:endParaRPr>
          </a:p>
        </p:txBody>
      </p:sp>
      <p:sp>
        <p:nvSpPr>
          <p:cNvPr id="3" name="TextBox 2">
            <a:extLst>
              <a:ext uri="{FF2B5EF4-FFF2-40B4-BE49-F238E27FC236}">
                <a16:creationId xmlns:a16="http://schemas.microsoft.com/office/drawing/2014/main" id="{A013B643-1D3A-7DC9-A88B-A8942AA8C280}"/>
              </a:ext>
            </a:extLst>
          </p:cNvPr>
          <p:cNvSpPr txBox="1"/>
          <p:nvPr/>
        </p:nvSpPr>
        <p:spPr>
          <a:xfrm>
            <a:off x="152400" y="256814"/>
            <a:ext cx="10307713" cy="480131"/>
          </a:xfrm>
          <a:prstGeom prst="rect">
            <a:avLst/>
          </a:prstGeom>
          <a:noFill/>
        </p:spPr>
        <p:txBody>
          <a:bodyPr wrap="square">
            <a:spAutoFit/>
          </a:bodyPr>
          <a:lstStyle/>
          <a:p>
            <a:pPr marL="342891" defTabSz="1219170">
              <a:lnSpc>
                <a:spcPct val="90000"/>
              </a:lnSpc>
              <a:spcAft>
                <a:spcPts val="1200"/>
              </a:spcAft>
              <a:buSzPct val="100000"/>
              <a:tabLst>
                <a:tab pos="342891" algn="l"/>
                <a:tab pos="912791" algn="l"/>
                <a:tab pos="1827168" algn="l"/>
                <a:tab pos="2741545" algn="l"/>
                <a:tab pos="3655922" algn="l"/>
                <a:tab pos="4570299" algn="l"/>
                <a:tab pos="5484676" algn="l"/>
                <a:tab pos="6399053" algn="l"/>
                <a:tab pos="7313430" algn="l"/>
                <a:tab pos="8227808" algn="l"/>
                <a:tab pos="9142185" algn="l"/>
                <a:tab pos="10056562" algn="l"/>
              </a:tabLst>
              <a:defRPr/>
            </a:pPr>
            <a:r>
              <a:rPr lang="en-US" sz="2800" b="1" dirty="0">
                <a:solidFill>
                  <a:schemeClr val="bg1"/>
                </a:solidFill>
                <a:latin typeface="Arial" panose="020B0604020202020204" pitchFamily="34" charset="0"/>
                <a:cs typeface="Arial" panose="020B0604020202020204" pitchFamily="34" charset="0"/>
              </a:rPr>
              <a:t>ADJR Act - Questions</a:t>
            </a:r>
          </a:p>
        </p:txBody>
      </p:sp>
    </p:spTree>
    <p:extLst>
      <p:ext uri="{BB962C8B-B14F-4D97-AF65-F5344CB8AC3E}">
        <p14:creationId xmlns:p14="http://schemas.microsoft.com/office/powerpoint/2010/main" val="2547314128"/>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 y="0"/>
            <a:ext cx="9144000" cy="1146433"/>
            <a:chOff x="0" y="0"/>
            <a:chExt cx="13004800" cy="1630482"/>
          </a:xfrm>
        </p:grpSpPr>
        <p:sp>
          <p:nvSpPr>
            <p:cNvPr id="3" name="Freeform 3"/>
            <p:cNvSpPr/>
            <p:nvPr/>
          </p:nvSpPr>
          <p:spPr>
            <a:xfrm>
              <a:off x="0" y="0"/>
              <a:ext cx="13004800" cy="1630426"/>
            </a:xfrm>
            <a:custGeom>
              <a:avLst/>
              <a:gdLst/>
              <a:ahLst/>
              <a:cxnLst/>
              <a:rect l="l" t="t" r="r" b="b"/>
              <a:pathLst>
                <a:path w="13004800" h="1630426">
                  <a:moveTo>
                    <a:pt x="0" y="0"/>
                  </a:moveTo>
                  <a:lnTo>
                    <a:pt x="13004800" y="0"/>
                  </a:lnTo>
                  <a:lnTo>
                    <a:pt x="13004800" y="1630426"/>
                  </a:lnTo>
                  <a:lnTo>
                    <a:pt x="0" y="1630426"/>
                  </a:lnTo>
                  <a:close/>
                </a:path>
              </a:pathLst>
            </a:custGeom>
            <a:solidFill>
              <a:srgbClr val="000054"/>
            </a:solidFill>
          </p:spPr>
          <p:txBody>
            <a:bodyPr/>
            <a:lstStyle/>
            <a:p>
              <a:endParaRPr lang="en-AU"/>
            </a:p>
          </p:txBody>
        </p:sp>
      </p:grpSp>
      <p:grpSp>
        <p:nvGrpSpPr>
          <p:cNvPr id="4" name="Group 4"/>
          <p:cNvGrpSpPr/>
          <p:nvPr/>
        </p:nvGrpSpPr>
        <p:grpSpPr>
          <a:xfrm>
            <a:off x="1524000" y="6065520"/>
            <a:ext cx="792480" cy="792480"/>
            <a:chOff x="0" y="0"/>
            <a:chExt cx="1127083" cy="1127083"/>
          </a:xfrm>
        </p:grpSpPr>
        <p:sp>
          <p:nvSpPr>
            <p:cNvPr id="5" name="Freeform 5"/>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grpSp>
        <p:nvGrpSpPr>
          <p:cNvPr id="6" name="Group 6"/>
          <p:cNvGrpSpPr/>
          <p:nvPr/>
        </p:nvGrpSpPr>
        <p:grpSpPr>
          <a:xfrm rot="-10800000">
            <a:off x="9521567" y="-12700"/>
            <a:ext cx="1146433" cy="1146433"/>
            <a:chOff x="0" y="0"/>
            <a:chExt cx="1630482" cy="1630482"/>
          </a:xfrm>
        </p:grpSpPr>
        <p:sp>
          <p:nvSpPr>
            <p:cNvPr id="7" name="Freeform 7"/>
            <p:cNvSpPr/>
            <p:nvPr/>
          </p:nvSpPr>
          <p:spPr>
            <a:xfrm>
              <a:off x="0" y="0"/>
              <a:ext cx="1630426" cy="1630426"/>
            </a:xfrm>
            <a:custGeom>
              <a:avLst/>
              <a:gdLst/>
              <a:ahLst/>
              <a:cxnLst/>
              <a:rect l="l" t="t" r="r" b="b"/>
              <a:pathLst>
                <a:path w="1630426" h="1630426">
                  <a:moveTo>
                    <a:pt x="0" y="0"/>
                  </a:moveTo>
                  <a:lnTo>
                    <a:pt x="543433" y="0"/>
                  </a:lnTo>
                  <a:lnTo>
                    <a:pt x="543433" y="543433"/>
                  </a:lnTo>
                  <a:lnTo>
                    <a:pt x="1086993" y="543433"/>
                  </a:lnTo>
                  <a:lnTo>
                    <a:pt x="1086993" y="1086993"/>
                  </a:lnTo>
                  <a:lnTo>
                    <a:pt x="1630426" y="1086993"/>
                  </a:lnTo>
                  <a:lnTo>
                    <a:pt x="1630426" y="1630426"/>
                  </a:lnTo>
                  <a:lnTo>
                    <a:pt x="0" y="1630426"/>
                  </a:lnTo>
                  <a:lnTo>
                    <a:pt x="0" y="1086993"/>
                  </a:lnTo>
                  <a:lnTo>
                    <a:pt x="0" y="543433"/>
                  </a:lnTo>
                  <a:close/>
                </a:path>
              </a:pathLst>
            </a:custGeom>
            <a:solidFill>
              <a:srgbClr val="AA00AA"/>
            </a:solidFill>
          </p:spPr>
          <p:txBody>
            <a:bodyPr/>
            <a:lstStyle/>
            <a:p>
              <a:endParaRPr lang="en-AU"/>
            </a:p>
          </p:txBody>
        </p:sp>
      </p:grpSp>
      <p:sp>
        <p:nvSpPr>
          <p:cNvPr id="8" name="Freeform 8"/>
          <p:cNvSpPr/>
          <p:nvPr/>
        </p:nvSpPr>
        <p:spPr>
          <a:xfrm>
            <a:off x="8815018" y="6096112"/>
            <a:ext cx="1405942" cy="629767"/>
          </a:xfrm>
          <a:custGeom>
            <a:avLst/>
            <a:gdLst/>
            <a:ahLst/>
            <a:cxnLst/>
            <a:rect l="l" t="t" r="r" b="b"/>
            <a:pathLst>
              <a:path w="1405942" h="629767">
                <a:moveTo>
                  <a:pt x="0" y="0"/>
                </a:moveTo>
                <a:lnTo>
                  <a:pt x="1405942" y="0"/>
                </a:lnTo>
                <a:lnTo>
                  <a:pt x="1405942" y="629767"/>
                </a:lnTo>
                <a:lnTo>
                  <a:pt x="0" y="629767"/>
                </a:lnTo>
                <a:lnTo>
                  <a:pt x="0" y="0"/>
                </a:lnTo>
                <a:close/>
              </a:path>
            </a:pathLst>
          </a:custGeom>
          <a:blipFill>
            <a:blip r:embed="rId2"/>
            <a:stretch>
              <a:fillRect l="-229" r="-229"/>
            </a:stretch>
          </a:blipFill>
        </p:spPr>
        <p:txBody>
          <a:bodyPr/>
          <a:lstStyle/>
          <a:p>
            <a:endParaRPr lang="en-AU"/>
          </a:p>
        </p:txBody>
      </p:sp>
      <p:grpSp>
        <p:nvGrpSpPr>
          <p:cNvPr id="9" name="Group 9"/>
          <p:cNvGrpSpPr/>
          <p:nvPr/>
        </p:nvGrpSpPr>
        <p:grpSpPr>
          <a:xfrm>
            <a:off x="0" y="1"/>
            <a:ext cx="12192000" cy="6858000"/>
            <a:chOff x="0" y="0"/>
            <a:chExt cx="17339733" cy="9753600"/>
          </a:xfrm>
        </p:grpSpPr>
        <p:sp>
          <p:nvSpPr>
            <p:cNvPr id="10" name="Freeform 10"/>
            <p:cNvSpPr/>
            <p:nvPr/>
          </p:nvSpPr>
          <p:spPr>
            <a:xfrm>
              <a:off x="0" y="0"/>
              <a:ext cx="17339734" cy="9753600"/>
            </a:xfrm>
            <a:custGeom>
              <a:avLst/>
              <a:gdLst/>
              <a:ahLst/>
              <a:cxnLst/>
              <a:rect l="l" t="t" r="r" b="b"/>
              <a:pathLst>
                <a:path w="17339734" h="9753600">
                  <a:moveTo>
                    <a:pt x="0" y="0"/>
                  </a:moveTo>
                  <a:lnTo>
                    <a:pt x="17339734" y="0"/>
                  </a:lnTo>
                  <a:lnTo>
                    <a:pt x="17339734" y="9753600"/>
                  </a:lnTo>
                  <a:lnTo>
                    <a:pt x="0" y="9753600"/>
                  </a:lnTo>
                  <a:close/>
                </a:path>
              </a:pathLst>
            </a:custGeom>
            <a:solidFill>
              <a:srgbClr val="000054"/>
            </a:solidFill>
          </p:spPr>
          <p:txBody>
            <a:bodyPr/>
            <a:lstStyle/>
            <a:p>
              <a:endParaRPr lang="en-AU"/>
            </a:p>
          </p:txBody>
        </p:sp>
      </p:grpSp>
      <p:grpSp>
        <p:nvGrpSpPr>
          <p:cNvPr id="11" name="Group 11"/>
          <p:cNvGrpSpPr/>
          <p:nvPr/>
        </p:nvGrpSpPr>
        <p:grpSpPr>
          <a:xfrm>
            <a:off x="0" y="6065520"/>
            <a:ext cx="792480" cy="792480"/>
            <a:chOff x="0" y="0"/>
            <a:chExt cx="1127083" cy="1127083"/>
          </a:xfrm>
        </p:grpSpPr>
        <p:sp>
          <p:nvSpPr>
            <p:cNvPr id="12" name="Freeform 12"/>
            <p:cNvSpPr/>
            <p:nvPr/>
          </p:nvSpPr>
          <p:spPr>
            <a:xfrm>
              <a:off x="0" y="0"/>
              <a:ext cx="1127125" cy="1127125"/>
            </a:xfrm>
            <a:custGeom>
              <a:avLst/>
              <a:gdLst/>
              <a:ahLst/>
              <a:cxnLst/>
              <a:rect l="l" t="t" r="r" b="b"/>
              <a:pathLst>
                <a:path w="1127125" h="1127125">
                  <a:moveTo>
                    <a:pt x="0" y="0"/>
                  </a:moveTo>
                  <a:lnTo>
                    <a:pt x="563499" y="0"/>
                  </a:lnTo>
                  <a:lnTo>
                    <a:pt x="563499" y="563499"/>
                  </a:lnTo>
                  <a:lnTo>
                    <a:pt x="1127125" y="563499"/>
                  </a:lnTo>
                  <a:lnTo>
                    <a:pt x="1127125" y="1127125"/>
                  </a:lnTo>
                  <a:lnTo>
                    <a:pt x="0" y="1127125"/>
                  </a:lnTo>
                  <a:close/>
                </a:path>
              </a:pathLst>
            </a:custGeom>
            <a:solidFill>
              <a:srgbClr val="E60028"/>
            </a:solidFill>
          </p:spPr>
          <p:txBody>
            <a:bodyPr/>
            <a:lstStyle/>
            <a:p>
              <a:endParaRPr lang="en-AU"/>
            </a:p>
          </p:txBody>
        </p:sp>
      </p:grpSp>
      <p:sp>
        <p:nvSpPr>
          <p:cNvPr id="13" name="Freeform 13"/>
          <p:cNvSpPr/>
          <p:nvPr/>
        </p:nvSpPr>
        <p:spPr>
          <a:xfrm>
            <a:off x="10381972" y="5925709"/>
            <a:ext cx="1405942" cy="629768"/>
          </a:xfrm>
          <a:custGeom>
            <a:avLst/>
            <a:gdLst/>
            <a:ahLst/>
            <a:cxnLst/>
            <a:rect l="l" t="t" r="r" b="b"/>
            <a:pathLst>
              <a:path w="1405942" h="629768">
                <a:moveTo>
                  <a:pt x="0" y="0"/>
                </a:moveTo>
                <a:lnTo>
                  <a:pt x="1405942" y="0"/>
                </a:lnTo>
                <a:lnTo>
                  <a:pt x="1405942" y="629768"/>
                </a:lnTo>
                <a:lnTo>
                  <a:pt x="0" y="629768"/>
                </a:lnTo>
                <a:lnTo>
                  <a:pt x="0" y="0"/>
                </a:lnTo>
                <a:close/>
              </a:path>
            </a:pathLst>
          </a:custGeom>
          <a:blipFill>
            <a:blip r:embed="rId3"/>
            <a:stretch>
              <a:fillRect l="-229" r="-229"/>
            </a:stretch>
          </a:blipFill>
        </p:spPr>
        <p:txBody>
          <a:bodyPr/>
          <a:lstStyle/>
          <a:p>
            <a:endParaRPr lang="en-AU"/>
          </a:p>
        </p:txBody>
      </p:sp>
      <p:grpSp>
        <p:nvGrpSpPr>
          <p:cNvPr id="14" name="Group 14"/>
          <p:cNvGrpSpPr/>
          <p:nvPr/>
        </p:nvGrpSpPr>
        <p:grpSpPr>
          <a:xfrm rot="5400000">
            <a:off x="8991603" y="0"/>
            <a:ext cx="3200396" cy="3200398"/>
            <a:chOff x="0" y="0"/>
            <a:chExt cx="4551674" cy="4551677"/>
          </a:xfrm>
        </p:grpSpPr>
        <p:sp>
          <p:nvSpPr>
            <p:cNvPr id="15" name="Freeform 15"/>
            <p:cNvSpPr/>
            <p:nvPr/>
          </p:nvSpPr>
          <p:spPr>
            <a:xfrm>
              <a:off x="0" y="0"/>
              <a:ext cx="4551680" cy="4551680"/>
            </a:xfrm>
            <a:custGeom>
              <a:avLst/>
              <a:gdLst/>
              <a:ahLst/>
              <a:cxnLst/>
              <a:rect l="l" t="t" r="r" b="b"/>
              <a:pathLst>
                <a:path w="4551680" h="4551680">
                  <a:moveTo>
                    <a:pt x="0" y="0"/>
                  </a:moveTo>
                  <a:lnTo>
                    <a:pt x="4551680" y="0"/>
                  </a:lnTo>
                  <a:cubicBezTo>
                    <a:pt x="4551680" y="2513838"/>
                    <a:pt x="2513838" y="4551680"/>
                    <a:pt x="0" y="4551680"/>
                  </a:cubicBezTo>
                  <a:close/>
                </a:path>
              </a:pathLst>
            </a:custGeom>
            <a:solidFill>
              <a:srgbClr val="7AE1AA"/>
            </a:solidFill>
          </p:spPr>
          <p:txBody>
            <a:bodyPr/>
            <a:lstStyle/>
            <a:p>
              <a:endParaRPr lang="en-AU"/>
            </a:p>
          </p:txBody>
        </p:sp>
      </p:grpSp>
      <p:sp>
        <p:nvSpPr>
          <p:cNvPr id="16" name="TextBox 16"/>
          <p:cNvSpPr txBox="1"/>
          <p:nvPr/>
        </p:nvSpPr>
        <p:spPr>
          <a:xfrm>
            <a:off x="2537901" y="1616936"/>
            <a:ext cx="6187757" cy="3183731"/>
          </a:xfrm>
          <a:prstGeom prst="rect">
            <a:avLst/>
          </a:prstGeom>
        </p:spPr>
        <p:txBody>
          <a:bodyPr lIns="0" tIns="0" rIns="0" bIns="0" rtlCol="0" anchor="t">
            <a:spAutoFit/>
          </a:bodyPr>
          <a:lstStyle/>
          <a:p>
            <a:pPr algn="l">
              <a:lnSpc>
                <a:spcPts val="4320"/>
              </a:lnSpc>
            </a:pPr>
            <a:r>
              <a:rPr lang="en-US" sz="3600" b="1">
                <a:solidFill>
                  <a:srgbClr val="7AE1AA"/>
                </a:solidFill>
                <a:latin typeface="Arial Bold"/>
                <a:ea typeface="Arial Bold"/>
                <a:cs typeface="Arial Bold"/>
                <a:sym typeface="Arial Bold"/>
              </a:rPr>
              <a:t>—</a:t>
            </a:r>
          </a:p>
          <a:p>
            <a:pPr algn="l">
              <a:lnSpc>
                <a:spcPts val="4320"/>
              </a:lnSpc>
            </a:pPr>
            <a:r>
              <a:rPr lang="en-US" sz="3600" b="1">
                <a:solidFill>
                  <a:srgbClr val="FFFFFF"/>
                </a:solidFill>
                <a:latin typeface="Arial Bold"/>
                <a:ea typeface="Arial Bold"/>
                <a:cs typeface="Arial Bold"/>
                <a:sym typeface="Arial Bold"/>
              </a:rPr>
              <a:t>Questions?</a:t>
            </a:r>
          </a:p>
          <a:p>
            <a:pPr algn="l">
              <a:lnSpc>
                <a:spcPts val="4320"/>
              </a:lnSpc>
            </a:pPr>
            <a:endParaRPr lang="en-US" sz="3600" b="1">
              <a:solidFill>
                <a:srgbClr val="FFFFFF"/>
              </a:solidFill>
              <a:latin typeface="Arial Bold"/>
              <a:ea typeface="Arial Bold"/>
              <a:cs typeface="Arial Bold"/>
              <a:sym typeface="Arial Bold"/>
            </a:endParaRPr>
          </a:p>
          <a:p>
            <a:pPr algn="l">
              <a:lnSpc>
                <a:spcPts val="2375"/>
              </a:lnSpc>
            </a:pPr>
            <a:r>
              <a:rPr lang="en-US" sz="1979" b="1">
                <a:solidFill>
                  <a:srgbClr val="FFFFFF"/>
                </a:solidFill>
                <a:latin typeface="Arial Bold"/>
                <a:ea typeface="Arial Bold"/>
                <a:cs typeface="Arial Bold"/>
                <a:sym typeface="Arial Bold"/>
              </a:rPr>
              <a:t>Email</a:t>
            </a:r>
          </a:p>
          <a:p>
            <a:pPr algn="l">
              <a:lnSpc>
                <a:spcPts val="2375"/>
              </a:lnSpc>
            </a:pPr>
            <a:r>
              <a:rPr lang="en-US" sz="1979" b="1">
                <a:solidFill>
                  <a:srgbClr val="FFFFFF"/>
                </a:solidFill>
                <a:latin typeface="Arial Bold"/>
                <a:ea typeface="Arial Bold"/>
                <a:cs typeface="Arial Bold"/>
                <a:sym typeface="Arial Bold"/>
              </a:rPr>
              <a:t>richard.taylor2@rmit.edu.au</a:t>
            </a:r>
          </a:p>
          <a:p>
            <a:pPr algn="l">
              <a:lnSpc>
                <a:spcPts val="2375"/>
              </a:lnSpc>
            </a:pPr>
            <a:endParaRPr lang="en-US" sz="1979" b="1">
              <a:solidFill>
                <a:srgbClr val="FFFFFF"/>
              </a:solidFill>
              <a:latin typeface="Arial Bold"/>
              <a:ea typeface="Arial Bold"/>
              <a:cs typeface="Arial Bold"/>
              <a:sym typeface="Arial Bold"/>
            </a:endParaRPr>
          </a:p>
          <a:p>
            <a:pPr algn="l">
              <a:lnSpc>
                <a:spcPts val="2375"/>
              </a:lnSpc>
            </a:pPr>
            <a:endParaRPr lang="en-US" sz="1979" b="1">
              <a:solidFill>
                <a:srgbClr val="FFFFFF"/>
              </a:solidFill>
              <a:latin typeface="Arial Bold"/>
              <a:ea typeface="Arial Bold"/>
              <a:cs typeface="Arial Bold"/>
              <a:sym typeface="Arial Bold"/>
            </a:endParaRPr>
          </a:p>
          <a:p>
            <a:pPr algn="l">
              <a:lnSpc>
                <a:spcPts val="2375"/>
              </a:lnSpc>
            </a:pPr>
            <a:endParaRPr lang="en-US" sz="1979" b="1">
              <a:solidFill>
                <a:srgbClr val="FFFFFF"/>
              </a:solidFill>
              <a:latin typeface="Arial Bold"/>
              <a:ea typeface="Arial Bold"/>
              <a:cs typeface="Arial Bold"/>
              <a:sym typeface="Arial Bold"/>
            </a:endParaRPr>
          </a:p>
        </p:txBody>
      </p:sp>
      <p:sp>
        <p:nvSpPr>
          <p:cNvPr id="17" name="AutoShape 17"/>
          <p:cNvSpPr/>
          <p:nvPr/>
        </p:nvSpPr>
        <p:spPr>
          <a:xfrm rot="47869">
            <a:off x="2533397" y="5904079"/>
            <a:ext cx="1824172" cy="0"/>
          </a:xfrm>
          <a:prstGeom prst="line">
            <a:avLst/>
          </a:prstGeom>
          <a:ln w="19050" cap="rnd">
            <a:solidFill>
              <a:srgbClr val="7AE1AA"/>
            </a:solidFill>
            <a:prstDash val="solid"/>
            <a:headEnd type="none" w="sm" len="sm"/>
            <a:tailEnd type="none" w="sm" len="sm"/>
          </a:ln>
        </p:spPr>
        <p:txBody>
          <a:bodyPr/>
          <a:lstStyle/>
          <a:p>
            <a:endParaRPr lang="en-A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daa77bc-0157-46a4-82a6-8fc765694bc9}" enabled="1" method="Standard" siteId="{d1323671-cdbe-4417-b4d4-bdb24b51316b}" removed="0"/>
</clbl:labelList>
</file>

<file path=docProps/app.xml><?xml version="1.0" encoding="utf-8"?>
<Properties xmlns="http://schemas.openxmlformats.org/officeDocument/2006/extended-properties" xmlns:vt="http://schemas.openxmlformats.org/officeDocument/2006/docPropsVTypes">
  <TotalTime>1360</TotalTime>
  <Words>3640</Words>
  <Application>Microsoft Office PowerPoint</Application>
  <PresentationFormat>Widescreen</PresentationFormat>
  <Paragraphs>295</Paragraphs>
  <Slides>31</Slides>
  <Notes>13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31</vt:i4>
      </vt:variant>
    </vt:vector>
  </HeadingPairs>
  <TitlesOfParts>
    <vt:vector size="40" baseType="lpstr">
      <vt:lpstr>Wingdings</vt:lpstr>
      <vt:lpstr>Arial</vt:lpstr>
      <vt:lpstr>Times New Roman</vt:lpstr>
      <vt:lpstr>Arial Bold</vt:lpstr>
      <vt:lpstr>Calibri</vt:lpstr>
      <vt:lpstr>Segoe UI</vt:lpstr>
      <vt:lpstr>Aptos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Week 1 Old Slides.pdf</dc:title>
  <dc:creator>richj_4aa5khv</dc:creator>
  <cp:lastModifiedBy>Richard Taylor</cp:lastModifiedBy>
  <cp:revision>14</cp:revision>
  <dcterms:created xsi:type="dcterms:W3CDTF">2006-08-16T00:00:00Z</dcterms:created>
  <dcterms:modified xsi:type="dcterms:W3CDTF">2025-07-14T03:34:03Z</dcterms:modified>
  <dc:identifier>DAGpupLjq9o</dc:identifier>
</cp:coreProperties>
</file>