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716" r:id="rId2"/>
  </p:sldMasterIdLst>
  <p:notesMasterIdLst>
    <p:notesMasterId r:id="rId27"/>
  </p:notesMasterIdLst>
  <p:sldIdLst>
    <p:sldId id="256" r:id="rId3"/>
    <p:sldId id="428" r:id="rId4"/>
    <p:sldId id="378" r:id="rId5"/>
    <p:sldId id="383" r:id="rId6"/>
    <p:sldId id="406" r:id="rId7"/>
    <p:sldId id="430" r:id="rId8"/>
    <p:sldId id="427" r:id="rId9"/>
    <p:sldId id="376" r:id="rId10"/>
    <p:sldId id="464" r:id="rId11"/>
    <p:sldId id="465" r:id="rId12"/>
    <p:sldId id="469" r:id="rId13"/>
    <p:sldId id="466" r:id="rId14"/>
    <p:sldId id="467" r:id="rId15"/>
    <p:sldId id="468" r:id="rId16"/>
    <p:sldId id="470" r:id="rId17"/>
    <p:sldId id="471" r:id="rId18"/>
    <p:sldId id="472" r:id="rId19"/>
    <p:sldId id="473" r:id="rId20"/>
    <p:sldId id="474" r:id="rId21"/>
    <p:sldId id="380" r:id="rId22"/>
    <p:sldId id="381" r:id="rId23"/>
    <p:sldId id="429" r:id="rId24"/>
    <p:sldId id="475" r:id="rId25"/>
    <p:sldId id="280" r:id="rId26"/>
  </p:sldIdLst>
  <p:sldSz cx="12192000" cy="6858000"/>
  <p:notesSz cx="6858000" cy="9144000"/>
  <p:embeddedFontLst>
    <p:embeddedFont>
      <p:font typeface="Arial Bold" panose="020B0704020202020204" pitchFamily="34" charset="0"/>
      <p:regular r:id="rId28"/>
      <p:bold r:id="rId29"/>
    </p:embeddedFont>
    <p:embeddedFont>
      <p:font typeface="Segoe UI" panose="020B0502040204020203" pitchFamily="3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AF5B6D-3D29-428C-B06F-37DC3C4D08EE}" v="69" dt="2025-07-14T06:23:24.0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51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Taylor" userId="fbfc1553-b23d-457b-a859-b112eb014c8c" providerId="ADAL" clId="{EBB483C0-9DDE-4E14-9CF4-4D066CBDE887}"/>
    <pc:docChg chg="undo custSel addSld delSld modSld sldOrd delMainMaster">
      <pc:chgData name="Richard Taylor" userId="fbfc1553-b23d-457b-a859-b112eb014c8c" providerId="ADAL" clId="{EBB483C0-9DDE-4E14-9CF4-4D066CBDE887}" dt="2025-07-08T02:50:44.894" v="476" actId="14100"/>
      <pc:docMkLst>
        <pc:docMk/>
      </pc:docMkLst>
      <pc:sldChg chg="modSp mod">
        <pc:chgData name="Richard Taylor" userId="fbfc1553-b23d-457b-a859-b112eb014c8c" providerId="ADAL" clId="{EBB483C0-9DDE-4E14-9CF4-4D066CBDE887}" dt="2025-07-06T23:30:57.455" v="70" actId="20577"/>
        <pc:sldMkLst>
          <pc:docMk/>
          <pc:sldMk cId="0" sldId="256"/>
        </pc:sldMkLst>
        <pc:spChg chg="mod">
          <ac:chgData name="Richard Taylor" userId="fbfc1553-b23d-457b-a859-b112eb014c8c" providerId="ADAL" clId="{EBB483C0-9DDE-4E14-9CF4-4D066CBDE887}" dt="2025-07-06T23:30:57.455" v="70" actId="20577"/>
          <ac:spMkLst>
            <pc:docMk/>
            <pc:sldMk cId="0" sldId="256"/>
            <ac:spMk id="16" creationId="{00000000-0000-0000-0000-000000000000}"/>
          </ac:spMkLst>
        </pc:spChg>
      </pc:sldChg>
      <pc:sldChg chg="add">
        <pc:chgData name="Richard Taylor" userId="fbfc1553-b23d-457b-a859-b112eb014c8c" providerId="ADAL" clId="{EBB483C0-9DDE-4E14-9CF4-4D066CBDE887}" dt="2025-07-08T02:13:09.407" v="173"/>
        <pc:sldMkLst>
          <pc:docMk/>
          <pc:sldMk cId="0" sldId="257"/>
        </pc:sldMkLst>
      </pc:sldChg>
      <pc:sldChg chg="del">
        <pc:chgData name="Richard Taylor" userId="fbfc1553-b23d-457b-a859-b112eb014c8c" providerId="ADAL" clId="{EBB483C0-9DDE-4E14-9CF4-4D066CBDE887}" dt="2025-07-06T23:30:24.247" v="13" actId="47"/>
        <pc:sldMkLst>
          <pc:docMk/>
          <pc:sldMk cId="0" sldId="259"/>
        </pc:sldMkLst>
      </pc:sldChg>
      <pc:sldChg chg="del">
        <pc:chgData name="Richard Taylor" userId="fbfc1553-b23d-457b-a859-b112eb014c8c" providerId="ADAL" clId="{EBB483C0-9DDE-4E14-9CF4-4D066CBDE887}" dt="2025-07-06T23:30:15.159" v="0" actId="47"/>
        <pc:sldMkLst>
          <pc:docMk/>
          <pc:sldMk cId="31610262" sldId="267"/>
        </pc:sldMkLst>
      </pc:sldChg>
      <pc:sldChg chg="del">
        <pc:chgData name="Richard Taylor" userId="fbfc1553-b23d-457b-a859-b112eb014c8c" providerId="ADAL" clId="{EBB483C0-9DDE-4E14-9CF4-4D066CBDE887}" dt="2025-07-06T23:30:25.015" v="14" actId="47"/>
        <pc:sldMkLst>
          <pc:docMk/>
          <pc:sldMk cId="0" sldId="272"/>
        </pc:sldMkLst>
      </pc:sldChg>
      <pc:sldChg chg="add del">
        <pc:chgData name="Richard Taylor" userId="fbfc1553-b23d-457b-a859-b112eb014c8c" providerId="ADAL" clId="{EBB483C0-9DDE-4E14-9CF4-4D066CBDE887}" dt="2025-07-06T23:30:44.340" v="57" actId="47"/>
        <pc:sldMkLst>
          <pc:docMk/>
          <pc:sldMk cId="0" sldId="280"/>
        </pc:sldMkLst>
      </pc:sldChg>
      <pc:sldChg chg="del">
        <pc:chgData name="Richard Taylor" userId="fbfc1553-b23d-457b-a859-b112eb014c8c" providerId="ADAL" clId="{EBB483C0-9DDE-4E14-9CF4-4D066CBDE887}" dt="2025-07-06T23:30:26.371" v="16" actId="47"/>
        <pc:sldMkLst>
          <pc:docMk/>
          <pc:sldMk cId="0" sldId="297"/>
        </pc:sldMkLst>
      </pc:sldChg>
      <pc:sldChg chg="del">
        <pc:chgData name="Richard Taylor" userId="fbfc1553-b23d-457b-a859-b112eb014c8c" providerId="ADAL" clId="{EBB483C0-9DDE-4E14-9CF4-4D066CBDE887}" dt="2025-07-06T23:30:27.572" v="17" actId="47"/>
        <pc:sldMkLst>
          <pc:docMk/>
          <pc:sldMk cId="0" sldId="298"/>
        </pc:sldMkLst>
      </pc:sldChg>
      <pc:sldChg chg="del">
        <pc:chgData name="Richard Taylor" userId="fbfc1553-b23d-457b-a859-b112eb014c8c" providerId="ADAL" clId="{EBB483C0-9DDE-4E14-9CF4-4D066CBDE887}" dt="2025-07-06T23:30:28.147" v="19" actId="47"/>
        <pc:sldMkLst>
          <pc:docMk/>
          <pc:sldMk cId="0" sldId="299"/>
        </pc:sldMkLst>
      </pc:sldChg>
      <pc:sldChg chg="del">
        <pc:chgData name="Richard Taylor" userId="fbfc1553-b23d-457b-a859-b112eb014c8c" providerId="ADAL" clId="{EBB483C0-9DDE-4E14-9CF4-4D066CBDE887}" dt="2025-07-06T23:30:27.853" v="18" actId="47"/>
        <pc:sldMkLst>
          <pc:docMk/>
          <pc:sldMk cId="0" sldId="300"/>
        </pc:sldMkLst>
      </pc:sldChg>
      <pc:sldChg chg="del">
        <pc:chgData name="Richard Taylor" userId="fbfc1553-b23d-457b-a859-b112eb014c8c" providerId="ADAL" clId="{EBB483C0-9DDE-4E14-9CF4-4D066CBDE887}" dt="2025-07-06T23:30:28.785" v="21" actId="47"/>
        <pc:sldMkLst>
          <pc:docMk/>
          <pc:sldMk cId="0" sldId="301"/>
        </pc:sldMkLst>
      </pc:sldChg>
      <pc:sldChg chg="del">
        <pc:chgData name="Richard Taylor" userId="fbfc1553-b23d-457b-a859-b112eb014c8c" providerId="ADAL" clId="{EBB483C0-9DDE-4E14-9CF4-4D066CBDE887}" dt="2025-07-06T23:30:29.185" v="22" actId="47"/>
        <pc:sldMkLst>
          <pc:docMk/>
          <pc:sldMk cId="0" sldId="302"/>
        </pc:sldMkLst>
      </pc:sldChg>
      <pc:sldChg chg="del">
        <pc:chgData name="Richard Taylor" userId="fbfc1553-b23d-457b-a859-b112eb014c8c" providerId="ADAL" clId="{EBB483C0-9DDE-4E14-9CF4-4D066CBDE887}" dt="2025-07-06T23:30:35.440" v="39" actId="47"/>
        <pc:sldMkLst>
          <pc:docMk/>
          <pc:sldMk cId="0" sldId="314"/>
        </pc:sldMkLst>
      </pc:sldChg>
      <pc:sldChg chg="del">
        <pc:chgData name="Richard Taylor" userId="fbfc1553-b23d-457b-a859-b112eb014c8c" providerId="ADAL" clId="{EBB483C0-9DDE-4E14-9CF4-4D066CBDE887}" dt="2025-07-06T23:30:35.740" v="40" actId="47"/>
        <pc:sldMkLst>
          <pc:docMk/>
          <pc:sldMk cId="0" sldId="315"/>
        </pc:sldMkLst>
      </pc:sldChg>
      <pc:sldChg chg="del">
        <pc:chgData name="Richard Taylor" userId="fbfc1553-b23d-457b-a859-b112eb014c8c" providerId="ADAL" clId="{EBB483C0-9DDE-4E14-9CF4-4D066CBDE887}" dt="2025-07-06T23:30:36.247" v="42" actId="47"/>
        <pc:sldMkLst>
          <pc:docMk/>
          <pc:sldMk cId="0" sldId="317"/>
        </pc:sldMkLst>
      </pc:sldChg>
      <pc:sldChg chg="add del">
        <pc:chgData name="Richard Taylor" userId="fbfc1553-b23d-457b-a859-b112eb014c8c" providerId="ADAL" clId="{EBB483C0-9DDE-4E14-9CF4-4D066CBDE887}" dt="2025-07-08T02:21:25.240" v="191" actId="47"/>
        <pc:sldMkLst>
          <pc:docMk/>
          <pc:sldMk cId="3831589150" sldId="317"/>
        </pc:sldMkLst>
      </pc:sldChg>
      <pc:sldChg chg="del">
        <pc:chgData name="Richard Taylor" userId="fbfc1553-b23d-457b-a859-b112eb014c8c" providerId="ADAL" clId="{EBB483C0-9DDE-4E14-9CF4-4D066CBDE887}" dt="2025-07-06T23:30:35.975" v="41" actId="47"/>
        <pc:sldMkLst>
          <pc:docMk/>
          <pc:sldMk cId="0" sldId="318"/>
        </pc:sldMkLst>
      </pc:sldChg>
      <pc:sldChg chg="del">
        <pc:chgData name="Richard Taylor" userId="fbfc1553-b23d-457b-a859-b112eb014c8c" providerId="ADAL" clId="{EBB483C0-9DDE-4E14-9CF4-4D066CBDE887}" dt="2025-07-06T23:30:36.806" v="43" actId="47"/>
        <pc:sldMkLst>
          <pc:docMk/>
          <pc:sldMk cId="0" sldId="319"/>
        </pc:sldMkLst>
      </pc:sldChg>
      <pc:sldChg chg="del">
        <pc:chgData name="Richard Taylor" userId="fbfc1553-b23d-457b-a859-b112eb014c8c" providerId="ADAL" clId="{EBB483C0-9DDE-4E14-9CF4-4D066CBDE887}" dt="2025-07-06T23:30:37.524" v="44" actId="47"/>
        <pc:sldMkLst>
          <pc:docMk/>
          <pc:sldMk cId="0" sldId="320"/>
        </pc:sldMkLst>
      </pc:sldChg>
      <pc:sldChg chg="add del ord">
        <pc:chgData name="Richard Taylor" userId="fbfc1553-b23d-457b-a859-b112eb014c8c" providerId="ADAL" clId="{EBB483C0-9DDE-4E14-9CF4-4D066CBDE887}" dt="2025-07-08T02:25:14.238" v="218" actId="47"/>
        <pc:sldMkLst>
          <pc:docMk/>
          <pc:sldMk cId="1709532087" sldId="321"/>
        </pc:sldMkLst>
      </pc:sldChg>
      <pc:sldChg chg="add del">
        <pc:chgData name="Richard Taylor" userId="fbfc1553-b23d-457b-a859-b112eb014c8c" providerId="ADAL" clId="{EBB483C0-9DDE-4E14-9CF4-4D066CBDE887}" dt="2025-07-08T02:41:08.411" v="406" actId="47"/>
        <pc:sldMkLst>
          <pc:docMk/>
          <pc:sldMk cId="2624735673" sldId="322"/>
        </pc:sldMkLst>
      </pc:sldChg>
      <pc:sldChg chg="add del">
        <pc:chgData name="Richard Taylor" userId="fbfc1553-b23d-457b-a859-b112eb014c8c" providerId="ADAL" clId="{EBB483C0-9DDE-4E14-9CF4-4D066CBDE887}" dt="2025-07-08T02:41:07.514" v="405" actId="47"/>
        <pc:sldMkLst>
          <pc:docMk/>
          <pc:sldMk cId="2984902792" sldId="324"/>
        </pc:sldMkLst>
      </pc:sldChg>
      <pc:sldChg chg="add del">
        <pc:chgData name="Richard Taylor" userId="fbfc1553-b23d-457b-a859-b112eb014c8c" providerId="ADAL" clId="{EBB483C0-9DDE-4E14-9CF4-4D066CBDE887}" dt="2025-07-08T02:42:09.401" v="425" actId="47"/>
        <pc:sldMkLst>
          <pc:docMk/>
          <pc:sldMk cId="1392784846" sldId="326"/>
        </pc:sldMkLst>
      </pc:sldChg>
      <pc:sldChg chg="del">
        <pc:chgData name="Richard Taylor" userId="fbfc1553-b23d-457b-a859-b112eb014c8c" providerId="ADAL" clId="{EBB483C0-9DDE-4E14-9CF4-4D066CBDE887}" dt="2025-07-06T23:30:25.829" v="15" actId="47"/>
        <pc:sldMkLst>
          <pc:docMk/>
          <pc:sldMk cId="3638332411" sldId="326"/>
        </pc:sldMkLst>
      </pc:sldChg>
      <pc:sldChg chg="del">
        <pc:chgData name="Richard Taylor" userId="fbfc1553-b23d-457b-a859-b112eb014c8c" providerId="ADAL" clId="{EBB483C0-9DDE-4E14-9CF4-4D066CBDE887}" dt="2025-07-06T23:30:28.450" v="20" actId="47"/>
        <pc:sldMkLst>
          <pc:docMk/>
          <pc:sldMk cId="3291369066" sldId="327"/>
        </pc:sldMkLst>
      </pc:sldChg>
      <pc:sldChg chg="del">
        <pc:chgData name="Richard Taylor" userId="fbfc1553-b23d-457b-a859-b112eb014c8c" providerId="ADAL" clId="{EBB483C0-9DDE-4E14-9CF4-4D066CBDE887}" dt="2025-07-06T23:30:29.519" v="23" actId="47"/>
        <pc:sldMkLst>
          <pc:docMk/>
          <pc:sldMk cId="1737399537" sldId="328"/>
        </pc:sldMkLst>
      </pc:sldChg>
      <pc:sldChg chg="del">
        <pc:chgData name="Richard Taylor" userId="fbfc1553-b23d-457b-a859-b112eb014c8c" providerId="ADAL" clId="{EBB483C0-9DDE-4E14-9CF4-4D066CBDE887}" dt="2025-07-06T23:30:38.251" v="46" actId="47"/>
        <pc:sldMkLst>
          <pc:docMk/>
          <pc:sldMk cId="3211722930" sldId="329"/>
        </pc:sldMkLst>
      </pc:sldChg>
      <pc:sldChg chg="del">
        <pc:chgData name="Richard Taylor" userId="fbfc1553-b23d-457b-a859-b112eb014c8c" providerId="ADAL" clId="{EBB483C0-9DDE-4E14-9CF4-4D066CBDE887}" dt="2025-07-06T23:30:38.633" v="47" actId="47"/>
        <pc:sldMkLst>
          <pc:docMk/>
          <pc:sldMk cId="372762776" sldId="330"/>
        </pc:sldMkLst>
      </pc:sldChg>
      <pc:sldChg chg="del">
        <pc:chgData name="Richard Taylor" userId="fbfc1553-b23d-457b-a859-b112eb014c8c" providerId="ADAL" clId="{EBB483C0-9DDE-4E14-9CF4-4D066CBDE887}" dt="2025-07-06T23:30:39.014" v="48" actId="47"/>
        <pc:sldMkLst>
          <pc:docMk/>
          <pc:sldMk cId="606728757" sldId="331"/>
        </pc:sldMkLst>
      </pc:sldChg>
      <pc:sldChg chg="del">
        <pc:chgData name="Richard Taylor" userId="fbfc1553-b23d-457b-a859-b112eb014c8c" providerId="ADAL" clId="{EBB483C0-9DDE-4E14-9CF4-4D066CBDE887}" dt="2025-07-06T23:30:39.427" v="49" actId="47"/>
        <pc:sldMkLst>
          <pc:docMk/>
          <pc:sldMk cId="2454893632" sldId="333"/>
        </pc:sldMkLst>
      </pc:sldChg>
      <pc:sldChg chg="del">
        <pc:chgData name="Richard Taylor" userId="fbfc1553-b23d-457b-a859-b112eb014c8c" providerId="ADAL" clId="{EBB483C0-9DDE-4E14-9CF4-4D066CBDE887}" dt="2025-07-06T23:30:39.803" v="50" actId="47"/>
        <pc:sldMkLst>
          <pc:docMk/>
          <pc:sldMk cId="4107206282" sldId="334"/>
        </pc:sldMkLst>
      </pc:sldChg>
      <pc:sldChg chg="add del">
        <pc:chgData name="Richard Taylor" userId="fbfc1553-b23d-457b-a859-b112eb014c8c" providerId="ADAL" clId="{EBB483C0-9DDE-4E14-9CF4-4D066CBDE887}" dt="2025-07-08T02:21:23.751" v="190" actId="47"/>
        <pc:sldMkLst>
          <pc:docMk/>
          <pc:sldMk cId="3429314609" sldId="335"/>
        </pc:sldMkLst>
      </pc:sldChg>
      <pc:sldChg chg="del">
        <pc:chgData name="Richard Taylor" userId="fbfc1553-b23d-457b-a859-b112eb014c8c" providerId="ADAL" clId="{EBB483C0-9DDE-4E14-9CF4-4D066CBDE887}" dt="2025-07-06T23:30:40.444" v="51" actId="47"/>
        <pc:sldMkLst>
          <pc:docMk/>
          <pc:sldMk cId="3243129837" sldId="336"/>
        </pc:sldMkLst>
      </pc:sldChg>
      <pc:sldChg chg="del">
        <pc:chgData name="Richard Taylor" userId="fbfc1553-b23d-457b-a859-b112eb014c8c" providerId="ADAL" clId="{EBB483C0-9DDE-4E14-9CF4-4D066CBDE887}" dt="2025-07-06T23:30:40.652" v="52" actId="47"/>
        <pc:sldMkLst>
          <pc:docMk/>
          <pc:sldMk cId="4285175617" sldId="337"/>
        </pc:sldMkLst>
      </pc:sldChg>
      <pc:sldChg chg="del">
        <pc:chgData name="Richard Taylor" userId="fbfc1553-b23d-457b-a859-b112eb014c8c" providerId="ADAL" clId="{EBB483C0-9DDE-4E14-9CF4-4D066CBDE887}" dt="2025-07-06T23:30:41.036" v="53" actId="47"/>
        <pc:sldMkLst>
          <pc:docMk/>
          <pc:sldMk cId="3500747228" sldId="338"/>
        </pc:sldMkLst>
      </pc:sldChg>
      <pc:sldChg chg="add del">
        <pc:chgData name="Richard Taylor" userId="fbfc1553-b23d-457b-a859-b112eb014c8c" providerId="ADAL" clId="{EBB483C0-9DDE-4E14-9CF4-4D066CBDE887}" dt="2025-07-08T02:27:15.013" v="263" actId="47"/>
        <pc:sldMkLst>
          <pc:docMk/>
          <pc:sldMk cId="1725474338" sldId="341"/>
        </pc:sldMkLst>
      </pc:sldChg>
      <pc:sldChg chg="add">
        <pc:chgData name="Richard Taylor" userId="fbfc1553-b23d-457b-a859-b112eb014c8c" providerId="ADAL" clId="{EBB483C0-9DDE-4E14-9CF4-4D066CBDE887}" dt="2025-07-08T02:15:06.689" v="176"/>
        <pc:sldMkLst>
          <pc:docMk/>
          <pc:sldMk cId="3716306935" sldId="342"/>
        </pc:sldMkLst>
      </pc:sldChg>
      <pc:sldChg chg="del">
        <pc:chgData name="Richard Taylor" userId="fbfc1553-b23d-457b-a859-b112eb014c8c" providerId="ADAL" clId="{EBB483C0-9DDE-4E14-9CF4-4D066CBDE887}" dt="2025-07-06T23:30:33.275" v="32" actId="47"/>
        <pc:sldMkLst>
          <pc:docMk/>
          <pc:sldMk cId="4136367970" sldId="342"/>
        </pc:sldMkLst>
      </pc:sldChg>
      <pc:sldChg chg="del">
        <pc:chgData name="Richard Taylor" userId="fbfc1553-b23d-457b-a859-b112eb014c8c" providerId="ADAL" clId="{EBB483C0-9DDE-4E14-9CF4-4D066CBDE887}" dt="2025-07-06T23:30:32.932" v="31" actId="47"/>
        <pc:sldMkLst>
          <pc:docMk/>
          <pc:sldMk cId="577482639" sldId="343"/>
        </pc:sldMkLst>
      </pc:sldChg>
      <pc:sldChg chg="del">
        <pc:chgData name="Richard Taylor" userId="fbfc1553-b23d-457b-a859-b112eb014c8c" providerId="ADAL" clId="{EBB483C0-9DDE-4E14-9CF4-4D066CBDE887}" dt="2025-07-06T23:30:37.829" v="45" actId="47"/>
        <pc:sldMkLst>
          <pc:docMk/>
          <pc:sldMk cId="3884706129" sldId="344"/>
        </pc:sldMkLst>
      </pc:sldChg>
      <pc:sldChg chg="del">
        <pc:chgData name="Richard Taylor" userId="fbfc1553-b23d-457b-a859-b112eb014c8c" providerId="ADAL" clId="{EBB483C0-9DDE-4E14-9CF4-4D066CBDE887}" dt="2025-07-06T23:30:41.658" v="54" actId="47"/>
        <pc:sldMkLst>
          <pc:docMk/>
          <pc:sldMk cId="3131985629" sldId="346"/>
        </pc:sldMkLst>
      </pc:sldChg>
      <pc:sldChg chg="del">
        <pc:chgData name="Richard Taylor" userId="fbfc1553-b23d-457b-a859-b112eb014c8c" providerId="ADAL" clId="{EBB483C0-9DDE-4E14-9CF4-4D066CBDE887}" dt="2025-07-06T23:30:29.836" v="24" actId="47"/>
        <pc:sldMkLst>
          <pc:docMk/>
          <pc:sldMk cId="3268581168" sldId="347"/>
        </pc:sldMkLst>
      </pc:sldChg>
      <pc:sldChg chg="del">
        <pc:chgData name="Richard Taylor" userId="fbfc1553-b23d-457b-a859-b112eb014c8c" providerId="ADAL" clId="{EBB483C0-9DDE-4E14-9CF4-4D066CBDE887}" dt="2025-07-06T23:30:33.601" v="33" actId="47"/>
        <pc:sldMkLst>
          <pc:docMk/>
          <pc:sldMk cId="722409714" sldId="348"/>
        </pc:sldMkLst>
      </pc:sldChg>
      <pc:sldChg chg="del">
        <pc:chgData name="Richard Taylor" userId="fbfc1553-b23d-457b-a859-b112eb014c8c" providerId="ADAL" clId="{EBB483C0-9DDE-4E14-9CF4-4D066CBDE887}" dt="2025-07-06T23:30:41.968" v="55" actId="47"/>
        <pc:sldMkLst>
          <pc:docMk/>
          <pc:sldMk cId="3679928210" sldId="350"/>
        </pc:sldMkLst>
      </pc:sldChg>
      <pc:sldChg chg="del">
        <pc:chgData name="Richard Taylor" userId="fbfc1553-b23d-457b-a859-b112eb014c8c" providerId="ADAL" clId="{EBB483C0-9DDE-4E14-9CF4-4D066CBDE887}" dt="2025-07-06T23:30:33.935" v="34" actId="47"/>
        <pc:sldMkLst>
          <pc:docMk/>
          <pc:sldMk cId="3823928259" sldId="351"/>
        </pc:sldMkLst>
      </pc:sldChg>
      <pc:sldChg chg="add del">
        <pc:chgData name="Richard Taylor" userId="fbfc1553-b23d-457b-a859-b112eb014c8c" providerId="ADAL" clId="{EBB483C0-9DDE-4E14-9CF4-4D066CBDE887}" dt="2025-07-08T02:27:29.821" v="264" actId="47"/>
        <pc:sldMkLst>
          <pc:docMk/>
          <pc:sldMk cId="2371682987" sldId="354"/>
        </pc:sldMkLst>
      </pc:sldChg>
      <pc:sldChg chg="add">
        <pc:chgData name="Richard Taylor" userId="fbfc1553-b23d-457b-a859-b112eb014c8c" providerId="ADAL" clId="{EBB483C0-9DDE-4E14-9CF4-4D066CBDE887}" dt="2025-07-08T02:21:16.927" v="189"/>
        <pc:sldMkLst>
          <pc:docMk/>
          <pc:sldMk cId="1598394352" sldId="355"/>
        </pc:sldMkLst>
      </pc:sldChg>
      <pc:sldChg chg="del">
        <pc:chgData name="Richard Taylor" userId="fbfc1553-b23d-457b-a859-b112eb014c8c" providerId="ADAL" clId="{EBB483C0-9DDE-4E14-9CF4-4D066CBDE887}" dt="2025-07-06T23:30:20.923" v="6" actId="47"/>
        <pc:sldMkLst>
          <pc:docMk/>
          <pc:sldMk cId="1338071889" sldId="356"/>
        </pc:sldMkLst>
      </pc:sldChg>
      <pc:sldChg chg="add del">
        <pc:chgData name="Richard Taylor" userId="fbfc1553-b23d-457b-a859-b112eb014c8c" providerId="ADAL" clId="{EBB483C0-9DDE-4E14-9CF4-4D066CBDE887}" dt="2025-07-08T02:41:00.006" v="404" actId="47"/>
        <pc:sldMkLst>
          <pc:docMk/>
          <pc:sldMk cId="3154237381" sldId="357"/>
        </pc:sldMkLst>
      </pc:sldChg>
      <pc:sldChg chg="add">
        <pc:chgData name="Richard Taylor" userId="fbfc1553-b23d-457b-a859-b112eb014c8c" providerId="ADAL" clId="{EBB483C0-9DDE-4E14-9CF4-4D066CBDE887}" dt="2025-07-08T02:49:40.018" v="448"/>
        <pc:sldMkLst>
          <pc:docMk/>
          <pc:sldMk cId="1744659353" sldId="358"/>
        </pc:sldMkLst>
      </pc:sldChg>
      <pc:sldChg chg="add del">
        <pc:chgData name="Richard Taylor" userId="fbfc1553-b23d-457b-a859-b112eb014c8c" providerId="ADAL" clId="{EBB483C0-9DDE-4E14-9CF4-4D066CBDE887}" dt="2025-07-08T02:21:31.413" v="192" actId="47"/>
        <pc:sldMkLst>
          <pc:docMk/>
          <pc:sldMk cId="3044970583" sldId="360"/>
        </pc:sldMkLst>
      </pc:sldChg>
      <pc:sldChg chg="add ord setBg">
        <pc:chgData name="Richard Taylor" userId="fbfc1553-b23d-457b-a859-b112eb014c8c" providerId="ADAL" clId="{EBB483C0-9DDE-4E14-9CF4-4D066CBDE887}" dt="2025-07-08T02:19:16.630" v="185"/>
        <pc:sldMkLst>
          <pc:docMk/>
          <pc:sldMk cId="1268176173" sldId="362"/>
        </pc:sldMkLst>
      </pc:sldChg>
      <pc:sldChg chg="add del">
        <pc:chgData name="Richard Taylor" userId="fbfc1553-b23d-457b-a859-b112eb014c8c" providerId="ADAL" clId="{EBB483C0-9DDE-4E14-9CF4-4D066CBDE887}" dt="2025-07-08T02:41:33.786" v="419" actId="47"/>
        <pc:sldMkLst>
          <pc:docMk/>
          <pc:sldMk cId="3813993028" sldId="363"/>
        </pc:sldMkLst>
      </pc:sldChg>
      <pc:sldChg chg="add del">
        <pc:chgData name="Richard Taylor" userId="fbfc1553-b23d-457b-a859-b112eb014c8c" providerId="ADAL" clId="{EBB483C0-9DDE-4E14-9CF4-4D066CBDE887}" dt="2025-07-08T02:42:08.149" v="424" actId="47"/>
        <pc:sldMkLst>
          <pc:docMk/>
          <pc:sldMk cId="2086138382" sldId="364"/>
        </pc:sldMkLst>
      </pc:sldChg>
      <pc:sldChg chg="add del">
        <pc:chgData name="Richard Taylor" userId="fbfc1553-b23d-457b-a859-b112eb014c8c" providerId="ADAL" clId="{EBB483C0-9DDE-4E14-9CF4-4D066CBDE887}" dt="2025-07-08T02:43:51.562" v="430" actId="47"/>
        <pc:sldMkLst>
          <pc:docMk/>
          <pc:sldMk cId="3086448704" sldId="365"/>
        </pc:sldMkLst>
      </pc:sldChg>
      <pc:sldChg chg="add del">
        <pc:chgData name="Richard Taylor" userId="fbfc1553-b23d-457b-a859-b112eb014c8c" providerId="ADAL" clId="{EBB483C0-9DDE-4E14-9CF4-4D066CBDE887}" dt="2025-07-08T02:43:51.562" v="430" actId="47"/>
        <pc:sldMkLst>
          <pc:docMk/>
          <pc:sldMk cId="4265878447" sldId="366"/>
        </pc:sldMkLst>
      </pc:sldChg>
      <pc:sldChg chg="add">
        <pc:chgData name="Richard Taylor" userId="fbfc1553-b23d-457b-a859-b112eb014c8c" providerId="ADAL" clId="{EBB483C0-9DDE-4E14-9CF4-4D066CBDE887}" dt="2025-07-08T02:23:54.583" v="202"/>
        <pc:sldMkLst>
          <pc:docMk/>
          <pc:sldMk cId="864327182" sldId="367"/>
        </pc:sldMkLst>
      </pc:sldChg>
      <pc:sldChg chg="add del">
        <pc:chgData name="Richard Taylor" userId="fbfc1553-b23d-457b-a859-b112eb014c8c" providerId="ADAL" clId="{EBB483C0-9DDE-4E14-9CF4-4D066CBDE887}" dt="2025-07-08T02:41:00.006" v="404" actId="47"/>
        <pc:sldMkLst>
          <pc:docMk/>
          <pc:sldMk cId="2583750233" sldId="368"/>
        </pc:sldMkLst>
      </pc:sldChg>
      <pc:sldChg chg="add del">
        <pc:chgData name="Richard Taylor" userId="fbfc1553-b23d-457b-a859-b112eb014c8c" providerId="ADAL" clId="{EBB483C0-9DDE-4E14-9CF4-4D066CBDE887}" dt="2025-07-08T02:41:00.006" v="404" actId="47"/>
        <pc:sldMkLst>
          <pc:docMk/>
          <pc:sldMk cId="1232904946" sldId="369"/>
        </pc:sldMkLst>
      </pc:sldChg>
      <pc:sldChg chg="add del">
        <pc:chgData name="Richard Taylor" userId="fbfc1553-b23d-457b-a859-b112eb014c8c" providerId="ADAL" clId="{EBB483C0-9DDE-4E14-9CF4-4D066CBDE887}" dt="2025-07-08T02:21:42.819" v="194" actId="47"/>
        <pc:sldMkLst>
          <pc:docMk/>
          <pc:sldMk cId="1332306565" sldId="370"/>
        </pc:sldMkLst>
      </pc:sldChg>
      <pc:sldChg chg="add del">
        <pc:chgData name="Richard Taylor" userId="fbfc1553-b23d-457b-a859-b112eb014c8c" providerId="ADAL" clId="{EBB483C0-9DDE-4E14-9CF4-4D066CBDE887}" dt="2025-07-08T02:21:37.658" v="193" actId="47"/>
        <pc:sldMkLst>
          <pc:docMk/>
          <pc:sldMk cId="960350459" sldId="371"/>
        </pc:sldMkLst>
      </pc:sldChg>
      <pc:sldChg chg="add del">
        <pc:chgData name="Richard Taylor" userId="fbfc1553-b23d-457b-a859-b112eb014c8c" providerId="ADAL" clId="{EBB483C0-9DDE-4E14-9CF4-4D066CBDE887}" dt="2025-07-08T02:43:51.562" v="430" actId="47"/>
        <pc:sldMkLst>
          <pc:docMk/>
          <pc:sldMk cId="2365984807" sldId="372"/>
        </pc:sldMkLst>
      </pc:sldChg>
      <pc:sldChg chg="add del">
        <pc:chgData name="Richard Taylor" userId="fbfc1553-b23d-457b-a859-b112eb014c8c" providerId="ADAL" clId="{EBB483C0-9DDE-4E14-9CF4-4D066CBDE887}" dt="2025-07-08T02:43:51.562" v="430" actId="47"/>
        <pc:sldMkLst>
          <pc:docMk/>
          <pc:sldMk cId="2014807480" sldId="373"/>
        </pc:sldMkLst>
      </pc:sldChg>
      <pc:sldChg chg="add del">
        <pc:chgData name="Richard Taylor" userId="fbfc1553-b23d-457b-a859-b112eb014c8c" providerId="ADAL" clId="{EBB483C0-9DDE-4E14-9CF4-4D066CBDE887}" dt="2025-07-08T02:43:51.562" v="430" actId="47"/>
        <pc:sldMkLst>
          <pc:docMk/>
          <pc:sldMk cId="3248783752" sldId="374"/>
        </pc:sldMkLst>
      </pc:sldChg>
      <pc:sldChg chg="add del">
        <pc:chgData name="Richard Taylor" userId="fbfc1553-b23d-457b-a859-b112eb014c8c" providerId="ADAL" clId="{EBB483C0-9DDE-4E14-9CF4-4D066CBDE887}" dt="2025-07-08T02:43:51.562" v="430" actId="47"/>
        <pc:sldMkLst>
          <pc:docMk/>
          <pc:sldMk cId="2393411135" sldId="377"/>
        </pc:sldMkLst>
      </pc:sldChg>
      <pc:sldChg chg="modSp add mod">
        <pc:chgData name="Richard Taylor" userId="fbfc1553-b23d-457b-a859-b112eb014c8c" providerId="ADAL" clId="{EBB483C0-9DDE-4E14-9CF4-4D066CBDE887}" dt="2025-07-08T02:50:44.894" v="476" actId="14100"/>
        <pc:sldMkLst>
          <pc:docMk/>
          <pc:sldMk cId="2310698529" sldId="378"/>
        </pc:sldMkLst>
        <pc:spChg chg="mod">
          <ac:chgData name="Richard Taylor" userId="fbfc1553-b23d-457b-a859-b112eb014c8c" providerId="ADAL" clId="{EBB483C0-9DDE-4E14-9CF4-4D066CBDE887}" dt="2025-07-08T02:50:44.894" v="476" actId="14100"/>
          <ac:spMkLst>
            <pc:docMk/>
            <pc:sldMk cId="2310698529" sldId="378"/>
            <ac:spMk id="8" creationId="{17946EAF-2F0E-8BE5-11D2-50CA746EA024}"/>
          </ac:spMkLst>
        </pc:spChg>
      </pc:sldChg>
      <pc:sldChg chg="add del">
        <pc:chgData name="Richard Taylor" userId="fbfc1553-b23d-457b-a859-b112eb014c8c" providerId="ADAL" clId="{EBB483C0-9DDE-4E14-9CF4-4D066CBDE887}" dt="2025-07-08T02:43:51.562" v="430" actId="47"/>
        <pc:sldMkLst>
          <pc:docMk/>
          <pc:sldMk cId="4256698259" sldId="378"/>
        </pc:sldMkLst>
      </pc:sldChg>
      <pc:sldChg chg="add del">
        <pc:chgData name="Richard Taylor" userId="fbfc1553-b23d-457b-a859-b112eb014c8c" providerId="ADAL" clId="{EBB483C0-9DDE-4E14-9CF4-4D066CBDE887}" dt="2025-07-08T02:41:00.006" v="404" actId="47"/>
        <pc:sldMkLst>
          <pc:docMk/>
          <pc:sldMk cId="4069775942" sldId="379"/>
        </pc:sldMkLst>
      </pc:sldChg>
      <pc:sldChg chg="add del">
        <pc:chgData name="Richard Taylor" userId="fbfc1553-b23d-457b-a859-b112eb014c8c" providerId="ADAL" clId="{EBB483C0-9DDE-4E14-9CF4-4D066CBDE887}" dt="2025-07-08T02:41:00.006" v="404" actId="47"/>
        <pc:sldMkLst>
          <pc:docMk/>
          <pc:sldMk cId="96813502" sldId="380"/>
        </pc:sldMkLst>
      </pc:sldChg>
      <pc:sldChg chg="add del">
        <pc:chgData name="Richard Taylor" userId="fbfc1553-b23d-457b-a859-b112eb014c8c" providerId="ADAL" clId="{EBB483C0-9DDE-4E14-9CF4-4D066CBDE887}" dt="2025-07-08T02:41:00.006" v="404" actId="47"/>
        <pc:sldMkLst>
          <pc:docMk/>
          <pc:sldMk cId="946808202" sldId="381"/>
        </pc:sldMkLst>
      </pc:sldChg>
      <pc:sldChg chg="del">
        <pc:chgData name="Richard Taylor" userId="fbfc1553-b23d-457b-a859-b112eb014c8c" providerId="ADAL" clId="{EBB483C0-9DDE-4E14-9CF4-4D066CBDE887}" dt="2025-07-06T23:30:30.569" v="25" actId="47"/>
        <pc:sldMkLst>
          <pc:docMk/>
          <pc:sldMk cId="221806663" sldId="382"/>
        </pc:sldMkLst>
      </pc:sldChg>
      <pc:sldChg chg="add del">
        <pc:chgData name="Richard Taylor" userId="fbfc1553-b23d-457b-a859-b112eb014c8c" providerId="ADAL" clId="{EBB483C0-9DDE-4E14-9CF4-4D066CBDE887}" dt="2025-07-08T02:43:51.562" v="430" actId="47"/>
        <pc:sldMkLst>
          <pc:docMk/>
          <pc:sldMk cId="2402972891" sldId="382"/>
        </pc:sldMkLst>
      </pc:sldChg>
      <pc:sldChg chg="del">
        <pc:chgData name="Richard Taylor" userId="fbfc1553-b23d-457b-a859-b112eb014c8c" providerId="ADAL" clId="{EBB483C0-9DDE-4E14-9CF4-4D066CBDE887}" dt="2025-07-06T23:30:30.824" v="26" actId="47"/>
        <pc:sldMkLst>
          <pc:docMk/>
          <pc:sldMk cId="296230035" sldId="383"/>
        </pc:sldMkLst>
      </pc:sldChg>
      <pc:sldChg chg="addSp delSp modSp add del mod">
        <pc:chgData name="Richard Taylor" userId="fbfc1553-b23d-457b-a859-b112eb014c8c" providerId="ADAL" clId="{EBB483C0-9DDE-4E14-9CF4-4D066CBDE887}" dt="2025-07-08T02:24:23.723" v="203" actId="2696"/>
        <pc:sldMkLst>
          <pc:docMk/>
          <pc:sldMk cId="782683573" sldId="383"/>
        </pc:sldMkLst>
      </pc:sldChg>
      <pc:sldChg chg="modSp add mod">
        <pc:chgData name="Richard Taylor" userId="fbfc1553-b23d-457b-a859-b112eb014c8c" providerId="ADAL" clId="{EBB483C0-9DDE-4E14-9CF4-4D066CBDE887}" dt="2025-07-08T02:25:55.135" v="262" actId="1035"/>
        <pc:sldMkLst>
          <pc:docMk/>
          <pc:sldMk cId="3469652351" sldId="383"/>
        </pc:sldMkLst>
      </pc:sldChg>
      <pc:sldChg chg="add del">
        <pc:chgData name="Richard Taylor" userId="fbfc1553-b23d-457b-a859-b112eb014c8c" providerId="ADAL" clId="{EBB483C0-9DDE-4E14-9CF4-4D066CBDE887}" dt="2025-07-08T02:43:51.562" v="430" actId="47"/>
        <pc:sldMkLst>
          <pc:docMk/>
          <pc:sldMk cId="2486961009" sldId="384"/>
        </pc:sldMkLst>
      </pc:sldChg>
      <pc:sldChg chg="del">
        <pc:chgData name="Richard Taylor" userId="fbfc1553-b23d-457b-a859-b112eb014c8c" providerId="ADAL" clId="{EBB483C0-9DDE-4E14-9CF4-4D066CBDE887}" dt="2025-07-06T23:30:31.175" v="27" actId="47"/>
        <pc:sldMkLst>
          <pc:docMk/>
          <pc:sldMk cId="2839095811" sldId="384"/>
        </pc:sldMkLst>
      </pc:sldChg>
      <pc:sldChg chg="add setBg">
        <pc:chgData name="Richard Taylor" userId="fbfc1553-b23d-457b-a859-b112eb014c8c" providerId="ADAL" clId="{EBB483C0-9DDE-4E14-9CF4-4D066CBDE887}" dt="2025-07-08T02:18:44.410" v="179"/>
        <pc:sldMkLst>
          <pc:docMk/>
          <pc:sldMk cId="1027794411" sldId="385"/>
        </pc:sldMkLst>
      </pc:sldChg>
      <pc:sldChg chg="del">
        <pc:chgData name="Richard Taylor" userId="fbfc1553-b23d-457b-a859-b112eb014c8c" providerId="ADAL" clId="{EBB483C0-9DDE-4E14-9CF4-4D066CBDE887}" dt="2025-07-06T23:30:31.560" v="28" actId="47"/>
        <pc:sldMkLst>
          <pc:docMk/>
          <pc:sldMk cId="2456787111" sldId="385"/>
        </pc:sldMkLst>
      </pc:sldChg>
      <pc:sldChg chg="add setBg">
        <pc:chgData name="Richard Taylor" userId="fbfc1553-b23d-457b-a859-b112eb014c8c" providerId="ADAL" clId="{EBB483C0-9DDE-4E14-9CF4-4D066CBDE887}" dt="2025-07-08T02:18:44.410" v="179"/>
        <pc:sldMkLst>
          <pc:docMk/>
          <pc:sldMk cId="2545615719" sldId="386"/>
        </pc:sldMkLst>
      </pc:sldChg>
      <pc:sldChg chg="del">
        <pc:chgData name="Richard Taylor" userId="fbfc1553-b23d-457b-a859-b112eb014c8c" providerId="ADAL" clId="{EBB483C0-9DDE-4E14-9CF4-4D066CBDE887}" dt="2025-07-06T23:30:31.928" v="29" actId="47"/>
        <pc:sldMkLst>
          <pc:docMk/>
          <pc:sldMk cId="2602361392" sldId="386"/>
        </pc:sldMkLst>
      </pc:sldChg>
      <pc:sldChg chg="del">
        <pc:chgData name="Richard Taylor" userId="fbfc1553-b23d-457b-a859-b112eb014c8c" providerId="ADAL" clId="{EBB483C0-9DDE-4E14-9CF4-4D066CBDE887}" dt="2025-07-06T23:30:32.613" v="30" actId="47"/>
        <pc:sldMkLst>
          <pc:docMk/>
          <pc:sldMk cId="625573847" sldId="387"/>
        </pc:sldMkLst>
      </pc:sldChg>
      <pc:sldChg chg="add del">
        <pc:chgData name="Richard Taylor" userId="fbfc1553-b23d-457b-a859-b112eb014c8c" providerId="ADAL" clId="{EBB483C0-9DDE-4E14-9CF4-4D066CBDE887}" dt="2025-07-08T02:43:51.562" v="430" actId="47"/>
        <pc:sldMkLst>
          <pc:docMk/>
          <pc:sldMk cId="1074159619" sldId="387"/>
        </pc:sldMkLst>
      </pc:sldChg>
      <pc:sldChg chg="del">
        <pc:chgData name="Richard Taylor" userId="fbfc1553-b23d-457b-a859-b112eb014c8c" providerId="ADAL" clId="{EBB483C0-9DDE-4E14-9CF4-4D066CBDE887}" dt="2025-07-06T23:30:34.221" v="35" actId="47"/>
        <pc:sldMkLst>
          <pc:docMk/>
          <pc:sldMk cId="633983068" sldId="388"/>
        </pc:sldMkLst>
      </pc:sldChg>
      <pc:sldChg chg="add del">
        <pc:chgData name="Richard Taylor" userId="fbfc1553-b23d-457b-a859-b112eb014c8c" providerId="ADAL" clId="{EBB483C0-9DDE-4E14-9CF4-4D066CBDE887}" dt="2025-07-08T02:43:51.562" v="430" actId="47"/>
        <pc:sldMkLst>
          <pc:docMk/>
          <pc:sldMk cId="1457387049" sldId="388"/>
        </pc:sldMkLst>
      </pc:sldChg>
      <pc:sldChg chg="del">
        <pc:chgData name="Richard Taylor" userId="fbfc1553-b23d-457b-a859-b112eb014c8c" providerId="ADAL" clId="{EBB483C0-9DDE-4E14-9CF4-4D066CBDE887}" dt="2025-07-06T23:30:34.524" v="36" actId="47"/>
        <pc:sldMkLst>
          <pc:docMk/>
          <pc:sldMk cId="3749274317" sldId="389"/>
        </pc:sldMkLst>
      </pc:sldChg>
      <pc:sldChg chg="del">
        <pc:chgData name="Richard Taylor" userId="fbfc1553-b23d-457b-a859-b112eb014c8c" providerId="ADAL" clId="{EBB483C0-9DDE-4E14-9CF4-4D066CBDE887}" dt="2025-07-06T23:30:34.796" v="37" actId="47"/>
        <pc:sldMkLst>
          <pc:docMk/>
          <pc:sldMk cId="3892341444" sldId="390"/>
        </pc:sldMkLst>
      </pc:sldChg>
      <pc:sldChg chg="add setBg">
        <pc:chgData name="Richard Taylor" userId="fbfc1553-b23d-457b-a859-b112eb014c8c" providerId="ADAL" clId="{EBB483C0-9DDE-4E14-9CF4-4D066CBDE887}" dt="2025-07-08T02:18:44.410" v="179"/>
        <pc:sldMkLst>
          <pc:docMk/>
          <pc:sldMk cId="4230212025" sldId="390"/>
        </pc:sldMkLst>
      </pc:sldChg>
      <pc:sldChg chg="del">
        <pc:chgData name="Richard Taylor" userId="fbfc1553-b23d-457b-a859-b112eb014c8c" providerId="ADAL" clId="{EBB483C0-9DDE-4E14-9CF4-4D066CBDE887}" dt="2025-07-06T23:30:35.126" v="38" actId="47"/>
        <pc:sldMkLst>
          <pc:docMk/>
          <pc:sldMk cId="4175654292" sldId="391"/>
        </pc:sldMkLst>
      </pc:sldChg>
      <pc:sldChg chg="del">
        <pc:chgData name="Richard Taylor" userId="fbfc1553-b23d-457b-a859-b112eb014c8c" providerId="ADAL" clId="{EBB483C0-9DDE-4E14-9CF4-4D066CBDE887}" dt="2025-07-06T23:30:18.840" v="1" actId="47"/>
        <pc:sldMkLst>
          <pc:docMk/>
          <pc:sldMk cId="814340366" sldId="392"/>
        </pc:sldMkLst>
      </pc:sldChg>
      <pc:sldChg chg="del">
        <pc:chgData name="Richard Taylor" userId="fbfc1553-b23d-457b-a859-b112eb014c8c" providerId="ADAL" clId="{EBB483C0-9DDE-4E14-9CF4-4D066CBDE887}" dt="2025-07-06T23:30:19.445" v="2" actId="47"/>
        <pc:sldMkLst>
          <pc:docMk/>
          <pc:sldMk cId="3791516320" sldId="393"/>
        </pc:sldMkLst>
      </pc:sldChg>
      <pc:sldChg chg="del">
        <pc:chgData name="Richard Taylor" userId="fbfc1553-b23d-457b-a859-b112eb014c8c" providerId="ADAL" clId="{EBB483C0-9DDE-4E14-9CF4-4D066CBDE887}" dt="2025-07-06T23:30:19.762" v="3" actId="47"/>
        <pc:sldMkLst>
          <pc:docMk/>
          <pc:sldMk cId="1652497184" sldId="394"/>
        </pc:sldMkLst>
      </pc:sldChg>
      <pc:sldChg chg="del">
        <pc:chgData name="Richard Taylor" userId="fbfc1553-b23d-457b-a859-b112eb014c8c" providerId="ADAL" clId="{EBB483C0-9DDE-4E14-9CF4-4D066CBDE887}" dt="2025-07-06T23:30:20.094" v="4" actId="47"/>
        <pc:sldMkLst>
          <pc:docMk/>
          <pc:sldMk cId="3831589150" sldId="395"/>
        </pc:sldMkLst>
      </pc:sldChg>
      <pc:sldChg chg="del">
        <pc:chgData name="Richard Taylor" userId="fbfc1553-b23d-457b-a859-b112eb014c8c" providerId="ADAL" clId="{EBB483C0-9DDE-4E14-9CF4-4D066CBDE887}" dt="2025-07-06T23:30:20.429" v="5" actId="47"/>
        <pc:sldMkLst>
          <pc:docMk/>
          <pc:sldMk cId="2436973905" sldId="396"/>
        </pc:sldMkLst>
      </pc:sldChg>
      <pc:sldChg chg="del">
        <pc:chgData name="Richard Taylor" userId="fbfc1553-b23d-457b-a859-b112eb014c8c" providerId="ADAL" clId="{EBB483C0-9DDE-4E14-9CF4-4D066CBDE887}" dt="2025-07-06T23:30:23.209" v="11" actId="47"/>
        <pc:sldMkLst>
          <pc:docMk/>
          <pc:sldMk cId="2031888979" sldId="400"/>
        </pc:sldMkLst>
      </pc:sldChg>
      <pc:sldChg chg="del">
        <pc:chgData name="Richard Taylor" userId="fbfc1553-b23d-457b-a859-b112eb014c8c" providerId="ADAL" clId="{EBB483C0-9DDE-4E14-9CF4-4D066CBDE887}" dt="2025-07-06T23:30:21.655" v="8" actId="47"/>
        <pc:sldMkLst>
          <pc:docMk/>
          <pc:sldMk cId="2946716986" sldId="403"/>
        </pc:sldMkLst>
      </pc:sldChg>
      <pc:sldChg chg="del">
        <pc:chgData name="Richard Taylor" userId="fbfc1553-b23d-457b-a859-b112eb014c8c" providerId="ADAL" clId="{EBB483C0-9DDE-4E14-9CF4-4D066CBDE887}" dt="2025-07-06T23:30:21.258" v="7" actId="47"/>
        <pc:sldMkLst>
          <pc:docMk/>
          <pc:sldMk cId="3458058254" sldId="404"/>
        </pc:sldMkLst>
      </pc:sldChg>
      <pc:sldChg chg="del">
        <pc:chgData name="Richard Taylor" userId="fbfc1553-b23d-457b-a859-b112eb014c8c" providerId="ADAL" clId="{EBB483C0-9DDE-4E14-9CF4-4D066CBDE887}" dt="2025-07-06T23:30:22.149" v="9" actId="47"/>
        <pc:sldMkLst>
          <pc:docMk/>
          <pc:sldMk cId="1490516982" sldId="405"/>
        </pc:sldMkLst>
      </pc:sldChg>
      <pc:sldChg chg="modSp mod">
        <pc:chgData name="Richard Taylor" userId="fbfc1553-b23d-457b-a859-b112eb014c8c" providerId="ADAL" clId="{EBB483C0-9DDE-4E14-9CF4-4D066CBDE887}" dt="2025-07-08T02:45:51.798" v="436" actId="114"/>
        <pc:sldMkLst>
          <pc:docMk/>
          <pc:sldMk cId="3943369309" sldId="406"/>
        </pc:sldMkLst>
        <pc:spChg chg="mod">
          <ac:chgData name="Richard Taylor" userId="fbfc1553-b23d-457b-a859-b112eb014c8c" providerId="ADAL" clId="{EBB483C0-9DDE-4E14-9CF4-4D066CBDE887}" dt="2025-07-08T02:45:51.798" v="436" actId="114"/>
          <ac:spMkLst>
            <pc:docMk/>
            <pc:sldMk cId="3943369309" sldId="406"/>
            <ac:spMk id="49155" creationId="{C819BC3C-1CC3-8997-60B3-94121772C77D}"/>
          </ac:spMkLst>
        </pc:spChg>
      </pc:sldChg>
      <pc:sldChg chg="modSp mod ord">
        <pc:chgData name="Richard Taylor" userId="fbfc1553-b23d-457b-a859-b112eb014c8c" providerId="ADAL" clId="{EBB483C0-9DDE-4E14-9CF4-4D066CBDE887}" dt="2025-07-08T02:49:01.678" v="447" actId="20577"/>
        <pc:sldMkLst>
          <pc:docMk/>
          <pc:sldMk cId="253208168" sldId="408"/>
        </pc:sldMkLst>
      </pc:sldChg>
      <pc:sldChg chg="modSp mod ord">
        <pc:chgData name="Richard Taylor" userId="fbfc1553-b23d-457b-a859-b112eb014c8c" providerId="ADAL" clId="{EBB483C0-9DDE-4E14-9CF4-4D066CBDE887}" dt="2025-07-08T02:47:39.026" v="441" actId="20577"/>
        <pc:sldMkLst>
          <pc:docMk/>
          <pc:sldMk cId="1453941062" sldId="409"/>
        </pc:sldMkLst>
      </pc:sldChg>
      <pc:sldChg chg="modSp mod">
        <pc:chgData name="Richard Taylor" userId="fbfc1553-b23d-457b-a859-b112eb014c8c" providerId="ADAL" clId="{EBB483C0-9DDE-4E14-9CF4-4D066CBDE887}" dt="2025-07-08T02:47:51.493" v="443" actId="14100"/>
        <pc:sldMkLst>
          <pc:docMk/>
          <pc:sldMk cId="551074973" sldId="410"/>
        </pc:sldMkLst>
      </pc:sldChg>
      <pc:sldChg chg="add del">
        <pc:chgData name="Richard Taylor" userId="fbfc1553-b23d-457b-a859-b112eb014c8c" providerId="ADAL" clId="{EBB483C0-9DDE-4E14-9CF4-4D066CBDE887}" dt="2025-07-08T02:43:51.562" v="430" actId="47"/>
        <pc:sldMkLst>
          <pc:docMk/>
          <pc:sldMk cId="3483145964" sldId="411"/>
        </pc:sldMkLst>
      </pc:sldChg>
      <pc:sldChg chg="add">
        <pc:chgData name="Richard Taylor" userId="fbfc1553-b23d-457b-a859-b112eb014c8c" providerId="ADAL" clId="{EBB483C0-9DDE-4E14-9CF4-4D066CBDE887}" dt="2025-07-08T02:13:38.671" v="174"/>
        <pc:sldMkLst>
          <pc:docMk/>
          <pc:sldMk cId="2507606489" sldId="412"/>
        </pc:sldMkLst>
      </pc:sldChg>
      <pc:sldChg chg="add">
        <pc:chgData name="Richard Taylor" userId="fbfc1553-b23d-457b-a859-b112eb014c8c" providerId="ADAL" clId="{EBB483C0-9DDE-4E14-9CF4-4D066CBDE887}" dt="2025-07-08T02:14:17.069" v="175"/>
        <pc:sldMkLst>
          <pc:docMk/>
          <pc:sldMk cId="2652869421" sldId="413"/>
        </pc:sldMkLst>
      </pc:sldChg>
      <pc:sldChg chg="add">
        <pc:chgData name="Richard Taylor" userId="fbfc1553-b23d-457b-a859-b112eb014c8c" providerId="ADAL" clId="{EBB483C0-9DDE-4E14-9CF4-4D066CBDE887}" dt="2025-07-08T02:15:35.965" v="177"/>
        <pc:sldMkLst>
          <pc:docMk/>
          <pc:sldMk cId="130653088" sldId="414"/>
        </pc:sldMkLst>
      </pc:sldChg>
      <pc:sldChg chg="add">
        <pc:chgData name="Richard Taylor" userId="fbfc1553-b23d-457b-a859-b112eb014c8c" providerId="ADAL" clId="{EBB483C0-9DDE-4E14-9CF4-4D066CBDE887}" dt="2025-07-08T02:16:37.374" v="178"/>
        <pc:sldMkLst>
          <pc:docMk/>
          <pc:sldMk cId="3405060869" sldId="415"/>
        </pc:sldMkLst>
      </pc:sldChg>
      <pc:sldChg chg="add setBg">
        <pc:chgData name="Richard Taylor" userId="fbfc1553-b23d-457b-a859-b112eb014c8c" providerId="ADAL" clId="{EBB483C0-9DDE-4E14-9CF4-4D066CBDE887}" dt="2025-07-08T02:18:44.410" v="179"/>
        <pc:sldMkLst>
          <pc:docMk/>
          <pc:sldMk cId="244894394" sldId="416"/>
        </pc:sldMkLst>
      </pc:sldChg>
      <pc:sldChg chg="add setBg">
        <pc:chgData name="Richard Taylor" userId="fbfc1553-b23d-457b-a859-b112eb014c8c" providerId="ADAL" clId="{EBB483C0-9DDE-4E14-9CF4-4D066CBDE887}" dt="2025-07-08T02:18:44.410" v="179"/>
        <pc:sldMkLst>
          <pc:docMk/>
          <pc:sldMk cId="1639637412" sldId="417"/>
        </pc:sldMkLst>
      </pc:sldChg>
      <pc:sldChg chg="add setBg">
        <pc:chgData name="Richard Taylor" userId="fbfc1553-b23d-457b-a859-b112eb014c8c" providerId="ADAL" clId="{EBB483C0-9DDE-4E14-9CF4-4D066CBDE887}" dt="2025-07-08T02:18:44.410" v="179"/>
        <pc:sldMkLst>
          <pc:docMk/>
          <pc:sldMk cId="845478301" sldId="418"/>
        </pc:sldMkLst>
      </pc:sldChg>
      <pc:sldChg chg="add setBg">
        <pc:chgData name="Richard Taylor" userId="fbfc1553-b23d-457b-a859-b112eb014c8c" providerId="ADAL" clId="{EBB483C0-9DDE-4E14-9CF4-4D066CBDE887}" dt="2025-07-08T02:18:44.410" v="179"/>
        <pc:sldMkLst>
          <pc:docMk/>
          <pc:sldMk cId="1067854965" sldId="419"/>
        </pc:sldMkLst>
      </pc:sldChg>
      <pc:sldChg chg="add setBg">
        <pc:chgData name="Richard Taylor" userId="fbfc1553-b23d-457b-a859-b112eb014c8c" providerId="ADAL" clId="{EBB483C0-9DDE-4E14-9CF4-4D066CBDE887}" dt="2025-07-08T02:23:15.906" v="201"/>
        <pc:sldMkLst>
          <pc:docMk/>
          <pc:sldMk cId="2066071568" sldId="420"/>
        </pc:sldMkLst>
      </pc:sldChg>
      <pc:sldChg chg="add setBg">
        <pc:chgData name="Richard Taylor" userId="fbfc1553-b23d-457b-a859-b112eb014c8c" providerId="ADAL" clId="{EBB483C0-9DDE-4E14-9CF4-4D066CBDE887}" dt="2025-07-08T02:23:15.906" v="201"/>
        <pc:sldMkLst>
          <pc:docMk/>
          <pc:sldMk cId="231866686" sldId="421"/>
        </pc:sldMkLst>
      </pc:sldChg>
      <pc:sldChg chg="add">
        <pc:chgData name="Richard Taylor" userId="fbfc1553-b23d-457b-a859-b112eb014c8c" providerId="ADAL" clId="{EBB483C0-9DDE-4E14-9CF4-4D066CBDE887}" dt="2025-07-08T02:23:54.583" v="202"/>
        <pc:sldMkLst>
          <pc:docMk/>
          <pc:sldMk cId="2981381657" sldId="422"/>
        </pc:sldMkLst>
      </pc:sldChg>
      <pc:sldChg chg="modSp add mod ord">
        <pc:chgData name="Richard Taylor" userId="fbfc1553-b23d-457b-a859-b112eb014c8c" providerId="ADAL" clId="{EBB483C0-9DDE-4E14-9CF4-4D066CBDE887}" dt="2025-07-08T02:25:38.206" v="259" actId="20577"/>
        <pc:sldMkLst>
          <pc:docMk/>
          <pc:sldMk cId="3352915028" sldId="423"/>
        </pc:sldMkLst>
      </pc:sldChg>
      <pc:sldChg chg="modSp add del mod">
        <pc:chgData name="Richard Taylor" userId="fbfc1553-b23d-457b-a859-b112eb014c8c" providerId="ADAL" clId="{EBB483C0-9DDE-4E14-9CF4-4D066CBDE887}" dt="2025-07-08T02:40:46.669" v="403" actId="47"/>
        <pc:sldMkLst>
          <pc:docMk/>
          <pc:sldMk cId="1582934308" sldId="424"/>
        </pc:sldMkLst>
      </pc:sldChg>
      <pc:sldChg chg="modSp add mod">
        <pc:chgData name="Richard Taylor" userId="fbfc1553-b23d-457b-a859-b112eb014c8c" providerId="ADAL" clId="{EBB483C0-9DDE-4E14-9CF4-4D066CBDE887}" dt="2025-07-08T02:39:29.397" v="385" actId="27636"/>
        <pc:sldMkLst>
          <pc:docMk/>
          <pc:sldMk cId="1867447773" sldId="425"/>
        </pc:sldMkLst>
      </pc:sldChg>
      <pc:sldChg chg="modSp add mod">
        <pc:chgData name="Richard Taylor" userId="fbfc1553-b23d-457b-a859-b112eb014c8c" providerId="ADAL" clId="{EBB483C0-9DDE-4E14-9CF4-4D066CBDE887}" dt="2025-07-08T02:44:50.640" v="431" actId="1076"/>
        <pc:sldMkLst>
          <pc:docMk/>
          <pc:sldMk cId="3298557018" sldId="426"/>
        </pc:sldMkLst>
      </pc:sldChg>
      <pc:sldChg chg="modSp add mod">
        <pc:chgData name="Richard Taylor" userId="fbfc1553-b23d-457b-a859-b112eb014c8c" providerId="ADAL" clId="{EBB483C0-9DDE-4E14-9CF4-4D066CBDE887}" dt="2025-07-08T02:44:53.870" v="432" actId="1076"/>
        <pc:sldMkLst>
          <pc:docMk/>
          <pc:sldMk cId="618643936" sldId="427"/>
        </pc:sldMkLst>
      </pc:sldChg>
      <pc:sldChg chg="modSp add mod">
        <pc:chgData name="Richard Taylor" userId="fbfc1553-b23d-457b-a859-b112eb014c8c" providerId="ADAL" clId="{EBB483C0-9DDE-4E14-9CF4-4D066CBDE887}" dt="2025-07-08T02:44:57.646" v="433" actId="1076"/>
        <pc:sldMkLst>
          <pc:docMk/>
          <pc:sldMk cId="1209957430" sldId="428"/>
        </pc:sldMkLst>
      </pc:sldChg>
      <pc:sldChg chg="modSp add mod">
        <pc:chgData name="Richard Taylor" userId="fbfc1553-b23d-457b-a859-b112eb014c8c" providerId="ADAL" clId="{EBB483C0-9DDE-4E14-9CF4-4D066CBDE887}" dt="2025-07-08T02:45:01.344" v="434" actId="1076"/>
        <pc:sldMkLst>
          <pc:docMk/>
          <pc:sldMk cId="2259232645" sldId="429"/>
        </pc:sldMkLst>
      </pc:sldChg>
      <pc:sldChg chg="modSp add mod ord">
        <pc:chgData name="Richard Taylor" userId="fbfc1553-b23d-457b-a859-b112eb014c8c" providerId="ADAL" clId="{EBB483C0-9DDE-4E14-9CF4-4D066CBDE887}" dt="2025-07-08T02:47:07.364" v="440" actId="207"/>
        <pc:sldMkLst>
          <pc:docMk/>
          <pc:sldMk cId="1754982825" sldId="430"/>
        </pc:sldMkLst>
      </pc:sldChg>
      <pc:sldChg chg="modSp add mod">
        <pc:chgData name="Richard Taylor" userId="fbfc1553-b23d-457b-a859-b112eb014c8c" providerId="ADAL" clId="{EBB483C0-9DDE-4E14-9CF4-4D066CBDE887}" dt="2025-07-08T02:40:42.833" v="402" actId="20577"/>
        <pc:sldMkLst>
          <pc:docMk/>
          <pc:sldMk cId="3899518367" sldId="431"/>
        </pc:sldMkLst>
      </pc:sldChg>
      <pc:sldChg chg="addSp delSp modSp add mod">
        <pc:chgData name="Richard Taylor" userId="fbfc1553-b23d-457b-a859-b112eb014c8c" providerId="ADAL" clId="{EBB483C0-9DDE-4E14-9CF4-4D066CBDE887}" dt="2025-07-08T02:41:57.577" v="423" actId="255"/>
        <pc:sldMkLst>
          <pc:docMk/>
          <pc:sldMk cId="4085959686" sldId="432"/>
        </pc:sldMkLst>
      </pc:sldChg>
      <pc:sldChg chg="modSp add mod">
        <pc:chgData name="Richard Taylor" userId="fbfc1553-b23d-457b-a859-b112eb014c8c" providerId="ADAL" clId="{EBB483C0-9DDE-4E14-9CF4-4D066CBDE887}" dt="2025-07-08T02:43:38.915" v="429" actId="207"/>
        <pc:sldMkLst>
          <pc:docMk/>
          <pc:sldMk cId="2845875589" sldId="433"/>
        </pc:sldMkLst>
      </pc:sldChg>
      <pc:sldMasterChg chg="delSldLayout">
        <pc:chgData name="Richard Taylor" userId="fbfc1553-b23d-457b-a859-b112eb014c8c" providerId="ADAL" clId="{EBB483C0-9DDE-4E14-9CF4-4D066CBDE887}" dt="2025-07-08T02:40:46.669" v="403" actId="47"/>
        <pc:sldMasterMkLst>
          <pc:docMk/>
          <pc:sldMasterMk cId="0" sldId="2147483648"/>
        </pc:sldMasterMkLst>
        <pc:sldLayoutChg chg="del">
          <pc:chgData name="Richard Taylor" userId="fbfc1553-b23d-457b-a859-b112eb014c8c" providerId="ADAL" clId="{EBB483C0-9DDE-4E14-9CF4-4D066CBDE887}" dt="2025-07-08T02:40:46.669" v="403" actId="47"/>
          <pc:sldLayoutMkLst>
            <pc:docMk/>
            <pc:sldMasterMk cId="0" sldId="2147483648"/>
            <pc:sldLayoutMk cId="1825865364" sldId="2147483728"/>
          </pc:sldLayoutMkLst>
        </pc:sldLayoutChg>
      </pc:sldMasterChg>
      <pc:sldMasterChg chg="del delSldLayout">
        <pc:chgData name="Richard Taylor" userId="fbfc1553-b23d-457b-a859-b112eb014c8c" providerId="ADAL" clId="{EBB483C0-9DDE-4E14-9CF4-4D066CBDE887}" dt="2025-07-06T23:30:23.639" v="12" actId="47"/>
        <pc:sldMasterMkLst>
          <pc:docMk/>
          <pc:sldMasterMk cId="1339231548" sldId="2147483660"/>
        </pc:sldMasterMkLst>
        <pc:sldLayoutChg chg="del">
          <pc:chgData name="Richard Taylor" userId="fbfc1553-b23d-457b-a859-b112eb014c8c" providerId="ADAL" clId="{EBB483C0-9DDE-4E14-9CF4-4D066CBDE887}" dt="2025-07-06T23:30:23.639" v="12" actId="47"/>
          <pc:sldLayoutMkLst>
            <pc:docMk/>
            <pc:sldMasterMk cId="1339231548" sldId="2147483660"/>
            <pc:sldLayoutMk cId="2589648400" sldId="214748366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585025802" sldId="214748366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517483055" sldId="214748366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176696308" sldId="214748366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964398111" sldId="214748366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514503121" sldId="214748366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293558143" sldId="214748366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211864131" sldId="214748366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974389487" sldId="214748366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33744670" sldId="214748367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936982572" sldId="214748367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35975020" sldId="214748367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609611641" sldId="214748367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510597422" sldId="214748367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83048263" sldId="214748367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176783381" sldId="214748367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208099159" sldId="214748367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48469252" sldId="214748367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818006020" sldId="214748367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281694609" sldId="214748368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822749266" sldId="214748368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607294836" sldId="214748368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15146850" sldId="214748368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934698790" sldId="214748368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576738232" sldId="214748368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979761240" sldId="214748368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694178806" sldId="214748368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28121131" sldId="214748368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055401609" sldId="214748368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05962473" sldId="214748369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806125206" sldId="214748369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104487919" sldId="214748369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172100465" sldId="214748369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269593831" sldId="214748369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818724189" sldId="214748369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499775227" sldId="214748369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937833106" sldId="214748369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594810981" sldId="214748369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640626093" sldId="214748369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30906903" sldId="214748370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972803686" sldId="214748370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946085007" sldId="214748370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768348402" sldId="2147483703"/>
          </pc:sldLayoutMkLst>
        </pc:sldLayoutChg>
      </pc:sldMasterChg>
      <pc:sldMasterChg chg="del delSldLayout">
        <pc:chgData name="Richard Taylor" userId="fbfc1553-b23d-457b-a859-b112eb014c8c" providerId="ADAL" clId="{EBB483C0-9DDE-4E14-9CF4-4D066CBDE887}" dt="2025-07-08T02:24:23.723" v="203" actId="2696"/>
        <pc:sldMasterMkLst>
          <pc:docMk/>
          <pc:sldMasterMk cId="2175758082" sldId="2147483660"/>
        </pc:sldMasterMkLst>
        <pc:sldLayoutChg chg="del">
          <pc:chgData name="Richard Taylor" userId="fbfc1553-b23d-457b-a859-b112eb014c8c" providerId="ADAL" clId="{EBB483C0-9DDE-4E14-9CF4-4D066CBDE887}" dt="2025-07-08T02:24:23.723" v="203" actId="2696"/>
          <pc:sldLayoutMkLst>
            <pc:docMk/>
            <pc:sldMasterMk cId="2175758082" sldId="2147483660"/>
            <pc:sldLayoutMk cId="1899151062" sldId="2147483661"/>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851186501" sldId="2147483662"/>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973164396" sldId="2147483663"/>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138752779" sldId="2147483664"/>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4280740897" sldId="2147483665"/>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215594569" sldId="2147483666"/>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666958340" sldId="2147483667"/>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322922305" sldId="2147483668"/>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071824427" sldId="2147483669"/>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2985590391" sldId="2147483670"/>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195041632" sldId="2147483671"/>
          </pc:sldLayoutMkLst>
        </pc:sldLayoutChg>
      </pc:sldMasterChg>
      <pc:sldMasterChg chg="del delSldLayout">
        <pc:chgData name="Richard Taylor" userId="fbfc1553-b23d-457b-a859-b112eb014c8c" providerId="ADAL" clId="{EBB483C0-9DDE-4E14-9CF4-4D066CBDE887}" dt="2025-07-08T02:43:51.562" v="430" actId="47"/>
        <pc:sldMasterMkLst>
          <pc:docMk/>
          <pc:sldMasterMk cId="2630047761" sldId="2147483672"/>
        </pc:sldMasterMkLst>
        <pc:sldLayoutChg chg="del">
          <pc:chgData name="Richard Taylor" userId="fbfc1553-b23d-457b-a859-b112eb014c8c" providerId="ADAL" clId="{EBB483C0-9DDE-4E14-9CF4-4D066CBDE887}" dt="2025-07-08T02:43:51.562" v="430" actId="47"/>
          <pc:sldLayoutMkLst>
            <pc:docMk/>
            <pc:sldMasterMk cId="2630047761" sldId="2147483672"/>
            <pc:sldLayoutMk cId="314345799" sldId="214748367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960169120" sldId="214748367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215549813" sldId="214748367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656757496" sldId="214748367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093323198" sldId="214748367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860549584" sldId="214748367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28596114" sldId="214748367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5057366" sldId="214748368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57732945" sldId="214748368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720562616" sldId="214748368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64327241" sldId="214748368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424513170" sldId="214748368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439526636" sldId="214748368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344498025" sldId="214748368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224114034" sldId="214748368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321252102" sldId="214748368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93055960" sldId="214748368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809743797" sldId="214748369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15486567" sldId="214748369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661004794" sldId="214748369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287835308" sldId="214748369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035095414" sldId="214748369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831068939" sldId="214748369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044542775" sldId="214748369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18420908" sldId="214748369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840440390" sldId="214748369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373881328" sldId="214748369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560663517" sldId="214748370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467519980" sldId="214748370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756853887" sldId="214748370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379283033" sldId="214748370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18514873" sldId="214748370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893397153" sldId="214748370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248678932" sldId="214748370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825419037" sldId="214748370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254679170" sldId="214748370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583196191" sldId="214748370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013322620" sldId="214748371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319150501" sldId="214748371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30683520" sldId="214748371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685170172" sldId="214748371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562038696" sldId="214748371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73128847" sldId="2147483715"/>
          </pc:sldLayoutMkLst>
        </pc:sldLayoutChg>
      </pc:sldMasterChg>
    </pc:docChg>
  </pc:docChgLst>
  <pc:docChgLst>
    <pc:chgData name="Richard Taylor" userId="fbfc1553-b23d-457b-a859-b112eb014c8c" providerId="ADAL" clId="{A77F282A-7C6B-4368-A37E-704D8CF7BA8A}"/>
    <pc:docChg chg="undo custSel addSld delSld modSld">
      <pc:chgData name="Richard Taylor" userId="fbfc1553-b23d-457b-a859-b112eb014c8c" providerId="ADAL" clId="{A77F282A-7C6B-4368-A37E-704D8CF7BA8A}" dt="2025-07-09T04:54:01.717" v="152" actId="47"/>
      <pc:docMkLst>
        <pc:docMk/>
      </pc:docMkLst>
      <pc:sldChg chg="modSp mod">
        <pc:chgData name="Richard Taylor" userId="fbfc1553-b23d-457b-a859-b112eb014c8c" providerId="ADAL" clId="{A77F282A-7C6B-4368-A37E-704D8CF7BA8A}" dt="2025-07-09T04:41:01.208" v="65" actId="20577"/>
        <pc:sldMkLst>
          <pc:docMk/>
          <pc:sldMk cId="0" sldId="256"/>
        </pc:sldMkLst>
        <pc:spChg chg="mod">
          <ac:chgData name="Richard Taylor" userId="fbfc1553-b23d-457b-a859-b112eb014c8c" providerId="ADAL" clId="{A77F282A-7C6B-4368-A37E-704D8CF7BA8A}" dt="2025-07-09T04:41:01.208" v="65" actId="20577"/>
          <ac:spMkLst>
            <pc:docMk/>
            <pc:sldMk cId="0" sldId="256"/>
            <ac:spMk id="16" creationId="{00000000-0000-0000-0000-000000000000}"/>
          </ac:spMkLst>
        </pc:spChg>
      </pc:sldChg>
      <pc:sldChg chg="del">
        <pc:chgData name="Richard Taylor" userId="fbfc1553-b23d-457b-a859-b112eb014c8c" providerId="ADAL" clId="{A77F282A-7C6B-4368-A37E-704D8CF7BA8A}" dt="2025-07-09T04:41:21.244" v="68" actId="47"/>
        <pc:sldMkLst>
          <pc:docMk/>
          <pc:sldMk cId="0" sldId="257"/>
        </pc:sldMkLst>
      </pc:sldChg>
      <pc:sldChg chg="add del">
        <pc:chgData name="Richard Taylor" userId="fbfc1553-b23d-457b-a859-b112eb014c8c" providerId="ADAL" clId="{A77F282A-7C6B-4368-A37E-704D8CF7BA8A}" dt="2025-07-09T04:51:51.744" v="141" actId="47"/>
        <pc:sldMkLst>
          <pc:docMk/>
          <pc:sldMk cId="2003456868" sldId="286"/>
        </pc:sldMkLst>
      </pc:sldChg>
      <pc:sldChg chg="add del">
        <pc:chgData name="Richard Taylor" userId="fbfc1553-b23d-457b-a859-b112eb014c8c" providerId="ADAL" clId="{A77F282A-7C6B-4368-A37E-704D8CF7BA8A}" dt="2025-07-09T04:51:53.738" v="142" actId="47"/>
        <pc:sldMkLst>
          <pc:docMk/>
          <pc:sldMk cId="1273630780" sldId="287"/>
        </pc:sldMkLst>
      </pc:sldChg>
      <pc:sldChg chg="add del">
        <pc:chgData name="Richard Taylor" userId="fbfc1553-b23d-457b-a859-b112eb014c8c" providerId="ADAL" clId="{A77F282A-7C6B-4368-A37E-704D8CF7BA8A}" dt="2025-07-09T04:51:56.461" v="143" actId="47"/>
        <pc:sldMkLst>
          <pc:docMk/>
          <pc:sldMk cId="2471166483" sldId="288"/>
        </pc:sldMkLst>
      </pc:sldChg>
      <pc:sldChg chg="add del">
        <pc:chgData name="Richard Taylor" userId="fbfc1553-b23d-457b-a859-b112eb014c8c" providerId="ADAL" clId="{A77F282A-7C6B-4368-A37E-704D8CF7BA8A}" dt="2025-07-09T04:51:57.994" v="144" actId="47"/>
        <pc:sldMkLst>
          <pc:docMk/>
          <pc:sldMk cId="897866384" sldId="289"/>
        </pc:sldMkLst>
      </pc:sldChg>
      <pc:sldChg chg="add del">
        <pc:chgData name="Richard Taylor" userId="fbfc1553-b23d-457b-a859-b112eb014c8c" providerId="ADAL" clId="{A77F282A-7C6B-4368-A37E-704D8CF7BA8A}" dt="2025-07-09T04:48:26.254" v="134" actId="47"/>
        <pc:sldMkLst>
          <pc:docMk/>
          <pc:sldMk cId="1709532087" sldId="321"/>
        </pc:sldMkLst>
      </pc:sldChg>
      <pc:sldChg chg="add del">
        <pc:chgData name="Richard Taylor" userId="fbfc1553-b23d-457b-a859-b112eb014c8c" providerId="ADAL" clId="{A77F282A-7C6B-4368-A37E-704D8CF7BA8A}" dt="2025-07-09T04:48:27.112" v="135" actId="47"/>
        <pc:sldMkLst>
          <pc:docMk/>
          <pc:sldMk cId="1725474338" sldId="341"/>
        </pc:sldMkLst>
      </pc:sldChg>
      <pc:sldChg chg="del">
        <pc:chgData name="Richard Taylor" userId="fbfc1553-b23d-457b-a859-b112eb014c8c" providerId="ADAL" clId="{A77F282A-7C6B-4368-A37E-704D8CF7BA8A}" dt="2025-07-09T04:41:21.244" v="68" actId="47"/>
        <pc:sldMkLst>
          <pc:docMk/>
          <pc:sldMk cId="3716306935" sldId="342"/>
        </pc:sldMkLst>
      </pc:sldChg>
      <pc:sldChg chg="del">
        <pc:chgData name="Richard Taylor" userId="fbfc1553-b23d-457b-a859-b112eb014c8c" providerId="ADAL" clId="{A77F282A-7C6B-4368-A37E-704D8CF7BA8A}" dt="2025-07-09T04:41:21.244" v="68" actId="47"/>
        <pc:sldMkLst>
          <pc:docMk/>
          <pc:sldMk cId="1598394352" sldId="355"/>
        </pc:sldMkLst>
      </pc:sldChg>
      <pc:sldChg chg="del">
        <pc:chgData name="Richard Taylor" userId="fbfc1553-b23d-457b-a859-b112eb014c8c" providerId="ADAL" clId="{A77F282A-7C6B-4368-A37E-704D8CF7BA8A}" dt="2025-07-09T04:41:21.244" v="68" actId="47"/>
        <pc:sldMkLst>
          <pc:docMk/>
          <pc:sldMk cId="1744659353" sldId="358"/>
        </pc:sldMkLst>
      </pc:sldChg>
      <pc:sldChg chg="del">
        <pc:chgData name="Richard Taylor" userId="fbfc1553-b23d-457b-a859-b112eb014c8c" providerId="ADAL" clId="{A77F282A-7C6B-4368-A37E-704D8CF7BA8A}" dt="2025-07-09T04:41:21.244" v="68" actId="47"/>
        <pc:sldMkLst>
          <pc:docMk/>
          <pc:sldMk cId="1268176173" sldId="362"/>
        </pc:sldMkLst>
      </pc:sldChg>
      <pc:sldChg chg="add del">
        <pc:chgData name="Richard Taylor" userId="fbfc1553-b23d-457b-a859-b112eb014c8c" providerId="ADAL" clId="{A77F282A-7C6B-4368-A37E-704D8CF7BA8A}" dt="2025-07-09T04:53:54.632" v="151" actId="47"/>
        <pc:sldMkLst>
          <pc:docMk/>
          <pc:sldMk cId="3086448704" sldId="365"/>
        </pc:sldMkLst>
      </pc:sldChg>
      <pc:sldChg chg="del">
        <pc:chgData name="Richard Taylor" userId="fbfc1553-b23d-457b-a859-b112eb014c8c" providerId="ADAL" clId="{A77F282A-7C6B-4368-A37E-704D8CF7BA8A}" dt="2025-07-09T04:41:21.244" v="68" actId="47"/>
        <pc:sldMkLst>
          <pc:docMk/>
          <pc:sldMk cId="864327182" sldId="367"/>
        </pc:sldMkLst>
      </pc:sldChg>
      <pc:sldChg chg="add del">
        <pc:chgData name="Richard Taylor" userId="fbfc1553-b23d-457b-a859-b112eb014c8c" providerId="ADAL" clId="{A77F282A-7C6B-4368-A37E-704D8CF7BA8A}" dt="2025-07-09T04:54:01.717" v="152" actId="47"/>
        <pc:sldMkLst>
          <pc:docMk/>
          <pc:sldMk cId="2393411135" sldId="377"/>
        </pc:sldMkLst>
      </pc:sldChg>
      <pc:sldChg chg="del">
        <pc:chgData name="Richard Taylor" userId="fbfc1553-b23d-457b-a859-b112eb014c8c" providerId="ADAL" clId="{A77F282A-7C6B-4368-A37E-704D8CF7BA8A}" dt="2025-07-09T04:41:15.904" v="67" actId="47"/>
        <pc:sldMkLst>
          <pc:docMk/>
          <pc:sldMk cId="3469652351" sldId="383"/>
        </pc:sldMkLst>
      </pc:sldChg>
      <pc:sldChg chg="add del">
        <pc:chgData name="Richard Taylor" userId="fbfc1553-b23d-457b-a859-b112eb014c8c" providerId="ADAL" clId="{A77F282A-7C6B-4368-A37E-704D8CF7BA8A}" dt="2025-07-09T04:50:45.921" v="136" actId="47"/>
        <pc:sldMkLst>
          <pc:docMk/>
          <pc:sldMk cId="814340366" sldId="385"/>
        </pc:sldMkLst>
      </pc:sldChg>
      <pc:sldChg chg="del">
        <pc:chgData name="Richard Taylor" userId="fbfc1553-b23d-457b-a859-b112eb014c8c" providerId="ADAL" clId="{A77F282A-7C6B-4368-A37E-704D8CF7BA8A}" dt="2025-07-09T04:41:21.244" v="68" actId="47"/>
        <pc:sldMkLst>
          <pc:docMk/>
          <pc:sldMk cId="1027794411" sldId="385"/>
        </pc:sldMkLst>
      </pc:sldChg>
      <pc:sldChg chg="del">
        <pc:chgData name="Richard Taylor" userId="fbfc1553-b23d-457b-a859-b112eb014c8c" providerId="ADAL" clId="{A77F282A-7C6B-4368-A37E-704D8CF7BA8A}" dt="2025-07-09T04:41:21.244" v="68" actId="47"/>
        <pc:sldMkLst>
          <pc:docMk/>
          <pc:sldMk cId="2545615719" sldId="386"/>
        </pc:sldMkLst>
      </pc:sldChg>
      <pc:sldChg chg="del">
        <pc:chgData name="Richard Taylor" userId="fbfc1553-b23d-457b-a859-b112eb014c8c" providerId="ADAL" clId="{A77F282A-7C6B-4368-A37E-704D8CF7BA8A}" dt="2025-07-09T04:41:21.244" v="68" actId="47"/>
        <pc:sldMkLst>
          <pc:docMk/>
          <pc:sldMk cId="4230212025" sldId="390"/>
        </pc:sldMkLst>
      </pc:sldChg>
      <pc:sldChg chg="add del">
        <pc:chgData name="Richard Taylor" userId="fbfc1553-b23d-457b-a859-b112eb014c8c" providerId="ADAL" clId="{A77F282A-7C6B-4368-A37E-704D8CF7BA8A}" dt="2025-07-09T04:50:46.732" v="137" actId="47"/>
        <pc:sldMkLst>
          <pc:docMk/>
          <pc:sldMk cId="2933103190" sldId="399"/>
        </pc:sldMkLst>
      </pc:sldChg>
      <pc:sldChg chg="add del">
        <pc:chgData name="Richard Taylor" userId="fbfc1553-b23d-457b-a859-b112eb014c8c" providerId="ADAL" clId="{A77F282A-7C6B-4368-A37E-704D8CF7BA8A}" dt="2025-07-09T04:50:52.335" v="138" actId="47"/>
        <pc:sldMkLst>
          <pc:docMk/>
          <pc:sldMk cId="2361712349" sldId="400"/>
        </pc:sldMkLst>
      </pc:sldChg>
      <pc:sldChg chg="add">
        <pc:chgData name="Richard Taylor" userId="fbfc1553-b23d-457b-a859-b112eb014c8c" providerId="ADAL" clId="{A77F282A-7C6B-4368-A37E-704D8CF7BA8A}" dt="2025-07-09T04:41:56.995" v="69"/>
        <pc:sldMkLst>
          <pc:docMk/>
          <pc:sldMk cId="148454743" sldId="401"/>
        </pc:sldMkLst>
      </pc:sldChg>
      <pc:sldChg chg="add">
        <pc:chgData name="Richard Taylor" userId="fbfc1553-b23d-457b-a859-b112eb014c8c" providerId="ADAL" clId="{A77F282A-7C6B-4368-A37E-704D8CF7BA8A}" dt="2025-07-09T04:41:56.995" v="69"/>
        <pc:sldMkLst>
          <pc:docMk/>
          <pc:sldMk cId="1356086571" sldId="402"/>
        </pc:sldMkLst>
      </pc:sldChg>
      <pc:sldChg chg="add">
        <pc:chgData name="Richard Taylor" userId="fbfc1553-b23d-457b-a859-b112eb014c8c" providerId="ADAL" clId="{A77F282A-7C6B-4368-A37E-704D8CF7BA8A}" dt="2025-07-09T04:41:56.995" v="69"/>
        <pc:sldMkLst>
          <pc:docMk/>
          <pc:sldMk cId="2627215249" sldId="403"/>
        </pc:sldMkLst>
      </pc:sldChg>
      <pc:sldChg chg="add">
        <pc:chgData name="Richard Taylor" userId="fbfc1553-b23d-457b-a859-b112eb014c8c" providerId="ADAL" clId="{A77F282A-7C6B-4368-A37E-704D8CF7BA8A}" dt="2025-07-09T04:41:56.995" v="69"/>
        <pc:sldMkLst>
          <pc:docMk/>
          <pc:sldMk cId="3371391187" sldId="404"/>
        </pc:sldMkLst>
      </pc:sldChg>
      <pc:sldChg chg="add">
        <pc:chgData name="Richard Taylor" userId="fbfc1553-b23d-457b-a859-b112eb014c8c" providerId="ADAL" clId="{A77F282A-7C6B-4368-A37E-704D8CF7BA8A}" dt="2025-07-09T04:41:56.995" v="69"/>
        <pc:sldMkLst>
          <pc:docMk/>
          <pc:sldMk cId="397980116" sldId="405"/>
        </pc:sldMkLst>
      </pc:sldChg>
      <pc:sldChg chg="modSp mod">
        <pc:chgData name="Richard Taylor" userId="fbfc1553-b23d-457b-a859-b112eb014c8c" providerId="ADAL" clId="{A77F282A-7C6B-4368-A37E-704D8CF7BA8A}" dt="2025-07-09T04:53:02.298" v="149" actId="114"/>
        <pc:sldMkLst>
          <pc:docMk/>
          <pc:sldMk cId="3943369309" sldId="406"/>
        </pc:sldMkLst>
        <pc:spChg chg="mod">
          <ac:chgData name="Richard Taylor" userId="fbfc1553-b23d-457b-a859-b112eb014c8c" providerId="ADAL" clId="{A77F282A-7C6B-4368-A37E-704D8CF7BA8A}" dt="2025-07-09T04:53:02.298" v="149" actId="114"/>
          <ac:spMkLst>
            <pc:docMk/>
            <pc:sldMk cId="3943369309" sldId="406"/>
            <ac:spMk id="49155" creationId="{C819BC3C-1CC3-8997-60B3-94121772C77D}"/>
          </ac:spMkLst>
        </pc:spChg>
      </pc:sldChg>
      <pc:sldChg chg="del">
        <pc:chgData name="Richard Taylor" userId="fbfc1553-b23d-457b-a859-b112eb014c8c" providerId="ADAL" clId="{A77F282A-7C6B-4368-A37E-704D8CF7BA8A}" dt="2025-07-09T04:41:21.244" v="68" actId="47"/>
        <pc:sldMkLst>
          <pc:docMk/>
          <pc:sldMk cId="253208168" sldId="408"/>
        </pc:sldMkLst>
      </pc:sldChg>
      <pc:sldChg chg="del">
        <pc:chgData name="Richard Taylor" userId="fbfc1553-b23d-457b-a859-b112eb014c8c" providerId="ADAL" clId="{A77F282A-7C6B-4368-A37E-704D8CF7BA8A}" dt="2025-07-09T04:41:21.244" v="68" actId="47"/>
        <pc:sldMkLst>
          <pc:docMk/>
          <pc:sldMk cId="1453941062" sldId="409"/>
        </pc:sldMkLst>
      </pc:sldChg>
      <pc:sldChg chg="del">
        <pc:chgData name="Richard Taylor" userId="fbfc1553-b23d-457b-a859-b112eb014c8c" providerId="ADAL" clId="{A77F282A-7C6B-4368-A37E-704D8CF7BA8A}" dt="2025-07-09T04:41:21.244" v="68" actId="47"/>
        <pc:sldMkLst>
          <pc:docMk/>
          <pc:sldMk cId="551074973" sldId="410"/>
        </pc:sldMkLst>
      </pc:sldChg>
      <pc:sldChg chg="add del">
        <pc:chgData name="Richard Taylor" userId="fbfc1553-b23d-457b-a859-b112eb014c8c" providerId="ADAL" clId="{A77F282A-7C6B-4368-A37E-704D8CF7BA8A}" dt="2025-07-09T04:51:45.016" v="139" actId="47"/>
        <pc:sldMkLst>
          <pc:docMk/>
          <pc:sldMk cId="1568986561" sldId="411"/>
        </pc:sldMkLst>
      </pc:sldChg>
      <pc:sldChg chg="add">
        <pc:chgData name="Richard Taylor" userId="fbfc1553-b23d-457b-a859-b112eb014c8c" providerId="ADAL" clId="{A77F282A-7C6B-4368-A37E-704D8CF7BA8A}" dt="2025-07-09T04:41:56.995" v="69"/>
        <pc:sldMkLst>
          <pc:docMk/>
          <pc:sldMk cId="1442929136" sldId="412"/>
        </pc:sldMkLst>
      </pc:sldChg>
      <pc:sldChg chg="del">
        <pc:chgData name="Richard Taylor" userId="fbfc1553-b23d-457b-a859-b112eb014c8c" providerId="ADAL" clId="{A77F282A-7C6B-4368-A37E-704D8CF7BA8A}" dt="2025-07-09T04:41:21.244" v="68" actId="47"/>
        <pc:sldMkLst>
          <pc:docMk/>
          <pc:sldMk cId="2507606489" sldId="412"/>
        </pc:sldMkLst>
      </pc:sldChg>
      <pc:sldChg chg="del">
        <pc:chgData name="Richard Taylor" userId="fbfc1553-b23d-457b-a859-b112eb014c8c" providerId="ADAL" clId="{A77F282A-7C6B-4368-A37E-704D8CF7BA8A}" dt="2025-07-09T04:41:21.244" v="68" actId="47"/>
        <pc:sldMkLst>
          <pc:docMk/>
          <pc:sldMk cId="2652869421" sldId="413"/>
        </pc:sldMkLst>
      </pc:sldChg>
      <pc:sldChg chg="del">
        <pc:chgData name="Richard Taylor" userId="fbfc1553-b23d-457b-a859-b112eb014c8c" providerId="ADAL" clId="{A77F282A-7C6B-4368-A37E-704D8CF7BA8A}" dt="2025-07-09T04:41:21.244" v="68" actId="47"/>
        <pc:sldMkLst>
          <pc:docMk/>
          <pc:sldMk cId="130653088" sldId="414"/>
        </pc:sldMkLst>
      </pc:sldChg>
      <pc:sldChg chg="del">
        <pc:chgData name="Richard Taylor" userId="fbfc1553-b23d-457b-a859-b112eb014c8c" providerId="ADAL" clId="{A77F282A-7C6B-4368-A37E-704D8CF7BA8A}" dt="2025-07-09T04:41:21.244" v="68" actId="47"/>
        <pc:sldMkLst>
          <pc:docMk/>
          <pc:sldMk cId="3405060869" sldId="415"/>
        </pc:sldMkLst>
      </pc:sldChg>
      <pc:sldChg chg="del">
        <pc:chgData name="Richard Taylor" userId="fbfc1553-b23d-457b-a859-b112eb014c8c" providerId="ADAL" clId="{A77F282A-7C6B-4368-A37E-704D8CF7BA8A}" dt="2025-07-09T04:41:21.244" v="68" actId="47"/>
        <pc:sldMkLst>
          <pc:docMk/>
          <pc:sldMk cId="244894394" sldId="416"/>
        </pc:sldMkLst>
      </pc:sldChg>
      <pc:sldChg chg="del">
        <pc:chgData name="Richard Taylor" userId="fbfc1553-b23d-457b-a859-b112eb014c8c" providerId="ADAL" clId="{A77F282A-7C6B-4368-A37E-704D8CF7BA8A}" dt="2025-07-09T04:41:21.244" v="68" actId="47"/>
        <pc:sldMkLst>
          <pc:docMk/>
          <pc:sldMk cId="1639637412" sldId="417"/>
        </pc:sldMkLst>
      </pc:sldChg>
      <pc:sldChg chg="del">
        <pc:chgData name="Richard Taylor" userId="fbfc1553-b23d-457b-a859-b112eb014c8c" providerId="ADAL" clId="{A77F282A-7C6B-4368-A37E-704D8CF7BA8A}" dt="2025-07-09T04:41:21.244" v="68" actId="47"/>
        <pc:sldMkLst>
          <pc:docMk/>
          <pc:sldMk cId="845478301" sldId="418"/>
        </pc:sldMkLst>
      </pc:sldChg>
      <pc:sldChg chg="del">
        <pc:chgData name="Richard Taylor" userId="fbfc1553-b23d-457b-a859-b112eb014c8c" providerId="ADAL" clId="{A77F282A-7C6B-4368-A37E-704D8CF7BA8A}" dt="2025-07-09T04:41:21.244" v="68" actId="47"/>
        <pc:sldMkLst>
          <pc:docMk/>
          <pc:sldMk cId="1067854965" sldId="419"/>
        </pc:sldMkLst>
      </pc:sldChg>
      <pc:sldChg chg="add del">
        <pc:chgData name="Richard Taylor" userId="fbfc1553-b23d-457b-a859-b112eb014c8c" providerId="ADAL" clId="{A77F282A-7C6B-4368-A37E-704D8CF7BA8A}" dt="2025-07-09T04:51:50.128" v="140" actId="47"/>
        <pc:sldMkLst>
          <pc:docMk/>
          <pc:sldMk cId="728044309" sldId="420"/>
        </pc:sldMkLst>
      </pc:sldChg>
      <pc:sldChg chg="del">
        <pc:chgData name="Richard Taylor" userId="fbfc1553-b23d-457b-a859-b112eb014c8c" providerId="ADAL" clId="{A77F282A-7C6B-4368-A37E-704D8CF7BA8A}" dt="2025-07-09T04:41:21.244" v="68" actId="47"/>
        <pc:sldMkLst>
          <pc:docMk/>
          <pc:sldMk cId="2066071568" sldId="420"/>
        </pc:sldMkLst>
      </pc:sldChg>
      <pc:sldChg chg="del">
        <pc:chgData name="Richard Taylor" userId="fbfc1553-b23d-457b-a859-b112eb014c8c" providerId="ADAL" clId="{A77F282A-7C6B-4368-A37E-704D8CF7BA8A}" dt="2025-07-09T04:41:21.244" v="68" actId="47"/>
        <pc:sldMkLst>
          <pc:docMk/>
          <pc:sldMk cId="231866686" sldId="421"/>
        </pc:sldMkLst>
      </pc:sldChg>
      <pc:sldChg chg="del">
        <pc:chgData name="Richard Taylor" userId="fbfc1553-b23d-457b-a859-b112eb014c8c" providerId="ADAL" clId="{A77F282A-7C6B-4368-A37E-704D8CF7BA8A}" dt="2025-07-09T04:41:21.244" v="68" actId="47"/>
        <pc:sldMkLst>
          <pc:docMk/>
          <pc:sldMk cId="2981381657" sldId="422"/>
        </pc:sldMkLst>
      </pc:sldChg>
      <pc:sldChg chg="add">
        <pc:chgData name="Richard Taylor" userId="fbfc1553-b23d-457b-a859-b112eb014c8c" providerId="ADAL" clId="{A77F282A-7C6B-4368-A37E-704D8CF7BA8A}" dt="2025-07-09T04:41:56.995" v="69"/>
        <pc:sldMkLst>
          <pc:docMk/>
          <pc:sldMk cId="4005816744" sldId="422"/>
        </pc:sldMkLst>
      </pc:sldChg>
      <pc:sldChg chg="modSp mod">
        <pc:chgData name="Richard Taylor" userId="fbfc1553-b23d-457b-a859-b112eb014c8c" providerId="ADAL" clId="{A77F282A-7C6B-4368-A37E-704D8CF7BA8A}" dt="2025-07-09T04:48:22.053" v="133" actId="5793"/>
        <pc:sldMkLst>
          <pc:docMk/>
          <pc:sldMk cId="3352915028" sldId="423"/>
        </pc:sldMkLst>
      </pc:sldChg>
      <pc:sldChg chg="add">
        <pc:chgData name="Richard Taylor" userId="fbfc1553-b23d-457b-a859-b112eb014c8c" providerId="ADAL" clId="{A77F282A-7C6B-4368-A37E-704D8CF7BA8A}" dt="2025-07-09T04:41:56.995" v="69"/>
        <pc:sldMkLst>
          <pc:docMk/>
          <pc:sldMk cId="4256698259" sldId="424"/>
        </pc:sldMkLst>
      </pc:sldChg>
      <pc:sldChg chg="new del">
        <pc:chgData name="Richard Taylor" userId="fbfc1553-b23d-457b-a859-b112eb014c8c" providerId="ADAL" clId="{A77F282A-7C6B-4368-A37E-704D8CF7BA8A}" dt="2025-07-09T04:43:23.703" v="71" actId="680"/>
        <pc:sldMkLst>
          <pc:docMk/>
          <pc:sldMk cId="1616246997" sldId="425"/>
        </pc:sldMkLst>
      </pc:sldChg>
      <pc:sldChg chg="del">
        <pc:chgData name="Richard Taylor" userId="fbfc1553-b23d-457b-a859-b112eb014c8c" providerId="ADAL" clId="{A77F282A-7C6B-4368-A37E-704D8CF7BA8A}" dt="2025-07-09T04:41:21.244" v="68" actId="47"/>
        <pc:sldMkLst>
          <pc:docMk/>
          <pc:sldMk cId="1867447773" sldId="425"/>
        </pc:sldMkLst>
      </pc:sldChg>
      <pc:sldChg chg="modSp add mod">
        <pc:chgData name="Richard Taylor" userId="fbfc1553-b23d-457b-a859-b112eb014c8c" providerId="ADAL" clId="{A77F282A-7C6B-4368-A37E-704D8CF7BA8A}" dt="2025-07-09T04:52:50.651" v="148" actId="114"/>
        <pc:sldMkLst>
          <pc:docMk/>
          <pc:sldMk cId="3555048574" sldId="425"/>
        </pc:sldMkLst>
      </pc:sldChg>
      <pc:sldChg chg="modSp add mod">
        <pc:chgData name="Richard Taylor" userId="fbfc1553-b23d-457b-a859-b112eb014c8c" providerId="ADAL" clId="{A77F282A-7C6B-4368-A37E-704D8CF7BA8A}" dt="2025-07-09T04:45:31.065" v="101" actId="14100"/>
        <pc:sldMkLst>
          <pc:docMk/>
          <pc:sldMk cId="2940192726" sldId="426"/>
        </pc:sldMkLst>
      </pc:sldChg>
      <pc:sldChg chg="del">
        <pc:chgData name="Richard Taylor" userId="fbfc1553-b23d-457b-a859-b112eb014c8c" providerId="ADAL" clId="{A77F282A-7C6B-4368-A37E-704D8CF7BA8A}" dt="2025-07-09T04:41:21.244" v="68" actId="47"/>
        <pc:sldMkLst>
          <pc:docMk/>
          <pc:sldMk cId="3298557018" sldId="426"/>
        </pc:sldMkLst>
      </pc:sldChg>
      <pc:sldChg chg="del">
        <pc:chgData name="Richard Taylor" userId="fbfc1553-b23d-457b-a859-b112eb014c8c" providerId="ADAL" clId="{A77F282A-7C6B-4368-A37E-704D8CF7BA8A}" dt="2025-07-09T04:41:21.244" v="68" actId="47"/>
        <pc:sldMkLst>
          <pc:docMk/>
          <pc:sldMk cId="618643936" sldId="427"/>
        </pc:sldMkLst>
      </pc:sldChg>
      <pc:sldChg chg="modSp add mod">
        <pc:chgData name="Richard Taylor" userId="fbfc1553-b23d-457b-a859-b112eb014c8c" providerId="ADAL" clId="{A77F282A-7C6B-4368-A37E-704D8CF7BA8A}" dt="2025-07-09T04:52:21.493" v="145" actId="114"/>
        <pc:sldMkLst>
          <pc:docMk/>
          <pc:sldMk cId="1068579246" sldId="427"/>
        </pc:sldMkLst>
      </pc:sldChg>
      <pc:sldChg chg="modSp add mod">
        <pc:chgData name="Richard Taylor" userId="fbfc1553-b23d-457b-a859-b112eb014c8c" providerId="ADAL" clId="{A77F282A-7C6B-4368-A37E-704D8CF7BA8A}" dt="2025-07-09T04:52:27.063" v="146" actId="114"/>
        <pc:sldMkLst>
          <pc:docMk/>
          <pc:sldMk cId="998973076" sldId="428"/>
        </pc:sldMkLst>
      </pc:sldChg>
      <pc:sldChg chg="del">
        <pc:chgData name="Richard Taylor" userId="fbfc1553-b23d-457b-a859-b112eb014c8c" providerId="ADAL" clId="{A77F282A-7C6B-4368-A37E-704D8CF7BA8A}" dt="2025-07-09T04:41:21.244" v="68" actId="47"/>
        <pc:sldMkLst>
          <pc:docMk/>
          <pc:sldMk cId="1209957430" sldId="428"/>
        </pc:sldMkLst>
      </pc:sldChg>
      <pc:sldChg chg="del">
        <pc:chgData name="Richard Taylor" userId="fbfc1553-b23d-457b-a859-b112eb014c8c" providerId="ADAL" clId="{A77F282A-7C6B-4368-A37E-704D8CF7BA8A}" dt="2025-07-09T04:41:21.244" v="68" actId="47"/>
        <pc:sldMkLst>
          <pc:docMk/>
          <pc:sldMk cId="2259232645" sldId="429"/>
        </pc:sldMkLst>
      </pc:sldChg>
      <pc:sldChg chg="add del">
        <pc:chgData name="Richard Taylor" userId="fbfc1553-b23d-457b-a859-b112eb014c8c" providerId="ADAL" clId="{A77F282A-7C6B-4368-A37E-704D8CF7BA8A}" dt="2025-07-09T04:52:41.391" v="147" actId="47"/>
        <pc:sldMkLst>
          <pc:docMk/>
          <pc:sldMk cId="3919712663" sldId="429"/>
        </pc:sldMkLst>
      </pc:sldChg>
      <pc:sldChg chg="del">
        <pc:chgData name="Richard Taylor" userId="fbfc1553-b23d-457b-a859-b112eb014c8c" providerId="ADAL" clId="{A77F282A-7C6B-4368-A37E-704D8CF7BA8A}" dt="2025-07-09T04:41:21.244" v="68" actId="47"/>
        <pc:sldMkLst>
          <pc:docMk/>
          <pc:sldMk cId="1754982825" sldId="430"/>
        </pc:sldMkLst>
      </pc:sldChg>
      <pc:sldChg chg="modSp add mod">
        <pc:chgData name="Richard Taylor" userId="fbfc1553-b23d-457b-a859-b112eb014c8c" providerId="ADAL" clId="{A77F282A-7C6B-4368-A37E-704D8CF7BA8A}" dt="2025-07-09T04:53:19.010" v="150" actId="114"/>
        <pc:sldMkLst>
          <pc:docMk/>
          <pc:sldMk cId="4092253779" sldId="430"/>
        </pc:sldMkLst>
      </pc:sldChg>
      <pc:sldChg chg="del">
        <pc:chgData name="Richard Taylor" userId="fbfc1553-b23d-457b-a859-b112eb014c8c" providerId="ADAL" clId="{A77F282A-7C6B-4368-A37E-704D8CF7BA8A}" dt="2025-07-09T04:41:21.244" v="68" actId="47"/>
        <pc:sldMkLst>
          <pc:docMk/>
          <pc:sldMk cId="3899518367" sldId="431"/>
        </pc:sldMkLst>
      </pc:sldChg>
      <pc:sldChg chg="del">
        <pc:chgData name="Richard Taylor" userId="fbfc1553-b23d-457b-a859-b112eb014c8c" providerId="ADAL" clId="{A77F282A-7C6B-4368-A37E-704D8CF7BA8A}" dt="2025-07-09T04:41:21.244" v="68" actId="47"/>
        <pc:sldMkLst>
          <pc:docMk/>
          <pc:sldMk cId="4085959686" sldId="432"/>
        </pc:sldMkLst>
      </pc:sldChg>
      <pc:sldChg chg="del">
        <pc:chgData name="Richard Taylor" userId="fbfc1553-b23d-457b-a859-b112eb014c8c" providerId="ADAL" clId="{A77F282A-7C6B-4368-A37E-704D8CF7BA8A}" dt="2025-07-09T04:41:21.244" v="68" actId="47"/>
        <pc:sldMkLst>
          <pc:docMk/>
          <pc:sldMk cId="2845875589" sldId="433"/>
        </pc:sldMkLst>
      </pc:sldChg>
      <pc:sldMasterChg chg="delSldLayout">
        <pc:chgData name="Richard Taylor" userId="fbfc1553-b23d-457b-a859-b112eb014c8c" providerId="ADAL" clId="{A77F282A-7C6B-4368-A37E-704D8CF7BA8A}" dt="2025-07-09T04:41:21.244" v="68" actId="47"/>
        <pc:sldMasterMkLst>
          <pc:docMk/>
          <pc:sldMasterMk cId="0" sldId="2147483648"/>
        </pc:sldMasterMkLst>
        <pc:sldLayoutChg chg="del">
          <pc:chgData name="Richard Taylor" userId="fbfc1553-b23d-457b-a859-b112eb014c8c" providerId="ADAL" clId="{A77F282A-7C6B-4368-A37E-704D8CF7BA8A}" dt="2025-07-09T04:41:21.244" v="68" actId="47"/>
          <pc:sldLayoutMkLst>
            <pc:docMk/>
            <pc:sldMasterMk cId="0" sldId="2147483648"/>
            <pc:sldLayoutMk cId="817684012" sldId="2147483729"/>
          </pc:sldLayoutMkLst>
        </pc:sldLayoutChg>
      </pc:sldMasterChg>
      <pc:sldMasterChg chg="delSldLayout">
        <pc:chgData name="Richard Taylor" userId="fbfc1553-b23d-457b-a859-b112eb014c8c" providerId="ADAL" clId="{A77F282A-7C6B-4368-A37E-704D8CF7BA8A}" dt="2025-07-09T04:53:54.632" v="151" actId="47"/>
        <pc:sldMasterMkLst>
          <pc:docMk/>
          <pc:sldMasterMk cId="2162915277" sldId="2147483728"/>
        </pc:sldMasterMkLst>
        <pc:sldLayoutChg chg="del">
          <pc:chgData name="Richard Taylor" userId="fbfc1553-b23d-457b-a859-b112eb014c8c" providerId="ADAL" clId="{A77F282A-7C6B-4368-A37E-704D8CF7BA8A}" dt="2025-07-09T04:53:54.632" v="151" actId="47"/>
          <pc:sldLayoutMkLst>
            <pc:docMk/>
            <pc:sldMasterMk cId="2162915277" sldId="2147483728"/>
            <pc:sldLayoutMk cId="356344670" sldId="2147483768"/>
          </pc:sldLayoutMkLst>
        </pc:sldLayoutChg>
        <pc:sldLayoutChg chg="del">
          <pc:chgData name="Richard Taylor" userId="fbfc1553-b23d-457b-a859-b112eb014c8c" providerId="ADAL" clId="{A77F282A-7C6B-4368-A37E-704D8CF7BA8A}" dt="2025-07-09T04:51:57.994" v="144" actId="47"/>
          <pc:sldLayoutMkLst>
            <pc:docMk/>
            <pc:sldMasterMk cId="2162915277" sldId="2147483728"/>
            <pc:sldLayoutMk cId="2791000314" sldId="2147483771"/>
          </pc:sldLayoutMkLst>
        </pc:sldLayoutChg>
      </pc:sldMasterChg>
    </pc:docChg>
  </pc:docChgLst>
  <pc:docChgLst>
    <pc:chgData name="Richard Taylor" userId="fbfc1553-b23d-457b-a859-b112eb014c8c" providerId="ADAL" clId="{39AF5B6D-3D29-428C-B06F-37DC3C4D08EE}"/>
    <pc:docChg chg="undo custSel addSld delSld modSld sldOrd delMainMaster">
      <pc:chgData name="Richard Taylor" userId="fbfc1553-b23d-457b-a859-b112eb014c8c" providerId="ADAL" clId="{39AF5B6D-3D29-428C-B06F-37DC3C4D08EE}" dt="2025-07-14T06:23:24.063" v="671"/>
      <pc:docMkLst>
        <pc:docMk/>
      </pc:docMkLst>
      <pc:sldChg chg="modSp mod">
        <pc:chgData name="Richard Taylor" userId="fbfc1553-b23d-457b-a859-b112eb014c8c" providerId="ADAL" clId="{39AF5B6D-3D29-428C-B06F-37DC3C4D08EE}" dt="2025-07-14T05:10:03.601" v="72" actId="20577"/>
        <pc:sldMkLst>
          <pc:docMk/>
          <pc:sldMk cId="0" sldId="256"/>
        </pc:sldMkLst>
        <pc:spChg chg="mod">
          <ac:chgData name="Richard Taylor" userId="fbfc1553-b23d-457b-a859-b112eb014c8c" providerId="ADAL" clId="{39AF5B6D-3D29-428C-B06F-37DC3C4D08EE}" dt="2025-07-14T05:10:03.601" v="72" actId="20577"/>
          <ac:spMkLst>
            <pc:docMk/>
            <pc:sldMk cId="0" sldId="256"/>
            <ac:spMk id="16" creationId="{00000000-0000-0000-0000-000000000000}"/>
          </ac:spMkLst>
        </pc:spChg>
      </pc:sldChg>
      <pc:sldChg chg="add del ord">
        <pc:chgData name="Richard Taylor" userId="fbfc1553-b23d-457b-a859-b112eb014c8c" providerId="ADAL" clId="{39AF5B6D-3D29-428C-B06F-37DC3C4D08EE}" dt="2025-07-14T06:23:11.650" v="669" actId="47"/>
        <pc:sldMkLst>
          <pc:docMk/>
          <pc:sldMk cId="1129372345" sldId="304"/>
        </pc:sldMkLst>
      </pc:sldChg>
      <pc:sldChg chg="add del">
        <pc:chgData name="Richard Taylor" userId="fbfc1553-b23d-457b-a859-b112eb014c8c" providerId="ADAL" clId="{39AF5B6D-3D29-428C-B06F-37DC3C4D08EE}" dt="2025-07-14T05:55:57.688" v="407" actId="47"/>
        <pc:sldMkLst>
          <pc:docMk/>
          <pc:sldMk cId="668507049" sldId="307"/>
        </pc:sldMkLst>
      </pc:sldChg>
      <pc:sldChg chg="add del">
        <pc:chgData name="Richard Taylor" userId="fbfc1553-b23d-457b-a859-b112eb014c8c" providerId="ADAL" clId="{39AF5B6D-3D29-428C-B06F-37DC3C4D08EE}" dt="2025-07-14T06:00:29.074" v="422" actId="47"/>
        <pc:sldMkLst>
          <pc:docMk/>
          <pc:sldMk cId="3831589150" sldId="317"/>
        </pc:sldMkLst>
      </pc:sldChg>
      <pc:sldChg chg="add del">
        <pc:chgData name="Richard Taylor" userId="fbfc1553-b23d-457b-a859-b112eb014c8c" providerId="ADAL" clId="{39AF5B6D-3D29-428C-B06F-37DC3C4D08EE}" dt="2025-07-09T05:00:46.939" v="59" actId="47"/>
        <pc:sldMkLst>
          <pc:docMk/>
          <pc:sldMk cId="1709532087" sldId="321"/>
        </pc:sldMkLst>
      </pc:sldChg>
      <pc:sldChg chg="add del">
        <pc:chgData name="Richard Taylor" userId="fbfc1553-b23d-457b-a859-b112eb014c8c" providerId="ADAL" clId="{39AF5B6D-3D29-428C-B06F-37DC3C4D08EE}" dt="2025-07-14T06:01:10.052" v="427" actId="47"/>
        <pc:sldMkLst>
          <pc:docMk/>
          <pc:sldMk cId="2624735673" sldId="322"/>
        </pc:sldMkLst>
      </pc:sldChg>
      <pc:sldChg chg="add del">
        <pc:chgData name="Richard Taylor" userId="fbfc1553-b23d-457b-a859-b112eb014c8c" providerId="ADAL" clId="{39AF5B6D-3D29-428C-B06F-37DC3C4D08EE}" dt="2025-07-09T05:02:16.034" v="65" actId="47"/>
        <pc:sldMkLst>
          <pc:docMk/>
          <pc:sldMk cId="2984902792" sldId="324"/>
        </pc:sldMkLst>
      </pc:sldChg>
      <pc:sldChg chg="add del">
        <pc:chgData name="Richard Taylor" userId="fbfc1553-b23d-457b-a859-b112eb014c8c" providerId="ADAL" clId="{39AF5B6D-3D29-428C-B06F-37DC3C4D08EE}" dt="2025-07-14T05:55:59.159" v="408" actId="47"/>
        <pc:sldMkLst>
          <pc:docMk/>
          <pc:sldMk cId="832213069" sldId="329"/>
        </pc:sldMkLst>
      </pc:sldChg>
      <pc:sldChg chg="add del">
        <pc:chgData name="Richard Taylor" userId="fbfc1553-b23d-457b-a859-b112eb014c8c" providerId="ADAL" clId="{39AF5B6D-3D29-428C-B06F-37DC3C4D08EE}" dt="2025-07-09T05:02:07.193" v="64" actId="47"/>
        <pc:sldMkLst>
          <pc:docMk/>
          <pc:sldMk cId="3429314609" sldId="335"/>
        </pc:sldMkLst>
      </pc:sldChg>
      <pc:sldChg chg="add del">
        <pc:chgData name="Richard Taylor" userId="fbfc1553-b23d-457b-a859-b112eb014c8c" providerId="ADAL" clId="{39AF5B6D-3D29-428C-B06F-37DC3C4D08EE}" dt="2025-07-09T05:00:54.677" v="61" actId="47"/>
        <pc:sldMkLst>
          <pc:docMk/>
          <pc:sldMk cId="1725474338" sldId="341"/>
        </pc:sldMkLst>
      </pc:sldChg>
      <pc:sldChg chg="add del">
        <pc:chgData name="Richard Taylor" userId="fbfc1553-b23d-457b-a859-b112eb014c8c" providerId="ADAL" clId="{39AF5B6D-3D29-428C-B06F-37DC3C4D08EE}" dt="2025-07-09T05:02:02.699" v="63" actId="47"/>
        <pc:sldMkLst>
          <pc:docMk/>
          <pc:sldMk cId="2371682987" sldId="354"/>
        </pc:sldMkLst>
      </pc:sldChg>
      <pc:sldChg chg="add del">
        <pc:chgData name="Richard Taylor" userId="fbfc1553-b23d-457b-a859-b112eb014c8c" providerId="ADAL" clId="{39AF5B6D-3D29-428C-B06F-37DC3C4D08EE}" dt="2025-07-14T05:49:34.494" v="276" actId="47"/>
        <pc:sldMkLst>
          <pc:docMk/>
          <pc:sldMk cId="3154237381" sldId="357"/>
        </pc:sldMkLst>
      </pc:sldChg>
      <pc:sldChg chg="add del">
        <pc:chgData name="Richard Taylor" userId="fbfc1553-b23d-457b-a859-b112eb014c8c" providerId="ADAL" clId="{39AF5B6D-3D29-428C-B06F-37DC3C4D08EE}" dt="2025-07-14T06:03:34.373" v="451" actId="47"/>
        <pc:sldMkLst>
          <pc:docMk/>
          <pc:sldMk cId="3813993028" sldId="363"/>
        </pc:sldMkLst>
      </pc:sldChg>
      <pc:sldChg chg="add del">
        <pc:chgData name="Richard Taylor" userId="fbfc1553-b23d-457b-a859-b112eb014c8c" providerId="ADAL" clId="{39AF5B6D-3D29-428C-B06F-37DC3C4D08EE}" dt="2025-07-14T06:08:49.591" v="507" actId="47"/>
        <pc:sldMkLst>
          <pc:docMk/>
          <pc:sldMk cId="2086138382" sldId="364"/>
        </pc:sldMkLst>
      </pc:sldChg>
      <pc:sldChg chg="add del">
        <pc:chgData name="Richard Taylor" userId="fbfc1553-b23d-457b-a859-b112eb014c8c" providerId="ADAL" clId="{39AF5B6D-3D29-428C-B06F-37DC3C4D08EE}" dt="2025-07-09T05:01:57.956" v="62" actId="47"/>
        <pc:sldMkLst>
          <pc:docMk/>
          <pc:sldMk cId="1959422416" sldId="367"/>
        </pc:sldMkLst>
      </pc:sldChg>
      <pc:sldChg chg="modSp add mod">
        <pc:chgData name="Richard Taylor" userId="fbfc1553-b23d-457b-a859-b112eb014c8c" providerId="ADAL" clId="{39AF5B6D-3D29-428C-B06F-37DC3C4D08EE}" dt="2025-07-14T06:00:23.592" v="421" actId="255"/>
        <pc:sldMkLst>
          <pc:docMk/>
          <pc:sldMk cId="3925039513" sldId="376"/>
        </pc:sldMkLst>
        <pc:spChg chg="mod">
          <ac:chgData name="Richard Taylor" userId="fbfc1553-b23d-457b-a859-b112eb014c8c" providerId="ADAL" clId="{39AF5B6D-3D29-428C-B06F-37DC3C4D08EE}" dt="2025-07-14T06:00:23.592" v="421" actId="255"/>
          <ac:spMkLst>
            <pc:docMk/>
            <pc:sldMk cId="3925039513" sldId="376"/>
            <ac:spMk id="9" creationId="{9374554B-BAD6-C653-812C-7500D426DB00}"/>
          </ac:spMkLst>
        </pc:spChg>
      </pc:sldChg>
      <pc:sldChg chg="add setBg">
        <pc:chgData name="Richard Taylor" userId="fbfc1553-b23d-457b-a859-b112eb014c8c" providerId="ADAL" clId="{39AF5B6D-3D29-428C-B06F-37DC3C4D08EE}" dt="2025-07-14T06:23:24.063" v="671"/>
        <pc:sldMkLst>
          <pc:docMk/>
          <pc:sldMk cId="3824176443" sldId="380"/>
        </pc:sldMkLst>
      </pc:sldChg>
      <pc:sldChg chg="add del">
        <pc:chgData name="Richard Taylor" userId="fbfc1553-b23d-457b-a859-b112eb014c8c" providerId="ADAL" clId="{39AF5B6D-3D29-428C-B06F-37DC3C4D08EE}" dt="2025-07-14T06:23:19.885" v="670" actId="2696"/>
        <pc:sldMkLst>
          <pc:docMk/>
          <pc:sldMk cId="4055145140" sldId="380"/>
        </pc:sldMkLst>
      </pc:sldChg>
      <pc:sldChg chg="add setBg">
        <pc:chgData name="Richard Taylor" userId="fbfc1553-b23d-457b-a859-b112eb014c8c" providerId="ADAL" clId="{39AF5B6D-3D29-428C-B06F-37DC3C4D08EE}" dt="2025-07-14T06:23:24.063" v="671"/>
        <pc:sldMkLst>
          <pc:docMk/>
          <pc:sldMk cId="1114591691" sldId="381"/>
        </pc:sldMkLst>
      </pc:sldChg>
      <pc:sldChg chg="add del">
        <pc:chgData name="Richard Taylor" userId="fbfc1553-b23d-457b-a859-b112eb014c8c" providerId="ADAL" clId="{39AF5B6D-3D29-428C-B06F-37DC3C4D08EE}" dt="2025-07-14T06:23:19.885" v="670" actId="2696"/>
        <pc:sldMkLst>
          <pc:docMk/>
          <pc:sldMk cId="3823135143" sldId="381"/>
        </pc:sldMkLst>
      </pc:sldChg>
      <pc:sldChg chg="addSp delSp modSp add mod">
        <pc:chgData name="Richard Taylor" userId="fbfc1553-b23d-457b-a859-b112eb014c8c" providerId="ADAL" clId="{39AF5B6D-3D29-428C-B06F-37DC3C4D08EE}" dt="2025-07-14T05:44:12.589" v="214" actId="14100"/>
        <pc:sldMkLst>
          <pc:docMk/>
          <pc:sldMk cId="3469652351" sldId="383"/>
        </pc:sldMkLst>
        <pc:spChg chg="mod">
          <ac:chgData name="Richard Taylor" userId="fbfc1553-b23d-457b-a859-b112eb014c8c" providerId="ADAL" clId="{39AF5B6D-3D29-428C-B06F-37DC3C4D08EE}" dt="2025-07-14T05:41:21.990" v="205" actId="20577"/>
          <ac:spMkLst>
            <pc:docMk/>
            <pc:sldMk cId="3469652351" sldId="383"/>
            <ac:spMk id="4" creationId="{07E582E2-9701-ADB8-9186-9A7731A19A02}"/>
          </ac:spMkLst>
        </pc:spChg>
        <pc:spChg chg="mod">
          <ac:chgData name="Richard Taylor" userId="fbfc1553-b23d-457b-a859-b112eb014c8c" providerId="ADAL" clId="{39AF5B6D-3D29-428C-B06F-37DC3C4D08EE}" dt="2025-07-14T05:41:04.949" v="204" actId="20577"/>
          <ac:spMkLst>
            <pc:docMk/>
            <pc:sldMk cId="3469652351" sldId="383"/>
            <ac:spMk id="5" creationId="{A31C568A-184B-8CB4-1864-BF6432499DFF}"/>
          </ac:spMkLst>
        </pc:spChg>
        <pc:spChg chg="del">
          <ac:chgData name="Richard Taylor" userId="fbfc1553-b23d-457b-a859-b112eb014c8c" providerId="ADAL" clId="{39AF5B6D-3D29-428C-B06F-37DC3C4D08EE}" dt="2025-07-14T05:43:42.933" v="206" actId="478"/>
          <ac:spMkLst>
            <pc:docMk/>
            <pc:sldMk cId="3469652351" sldId="383"/>
            <ac:spMk id="7" creationId="{D31D4580-C680-FF9C-7399-AD96B004A5D8}"/>
          </ac:spMkLst>
        </pc:spChg>
        <pc:picChg chg="del">
          <ac:chgData name="Richard Taylor" userId="fbfc1553-b23d-457b-a859-b112eb014c8c" providerId="ADAL" clId="{39AF5B6D-3D29-428C-B06F-37DC3C4D08EE}" dt="2025-07-14T05:40:39.234" v="192" actId="478"/>
          <ac:picMkLst>
            <pc:docMk/>
            <pc:sldMk cId="3469652351" sldId="383"/>
            <ac:picMk id="6" creationId="{6FD577D0-0ED7-857E-7B8F-3679EB2E7925}"/>
          </ac:picMkLst>
        </pc:picChg>
        <pc:picChg chg="add mod">
          <ac:chgData name="Richard Taylor" userId="fbfc1553-b23d-457b-a859-b112eb014c8c" providerId="ADAL" clId="{39AF5B6D-3D29-428C-B06F-37DC3C4D08EE}" dt="2025-07-14T05:44:12.589" v="214" actId="14100"/>
          <ac:picMkLst>
            <pc:docMk/>
            <pc:sldMk cId="3469652351" sldId="383"/>
            <ac:picMk id="1026" creationId="{962212A1-0085-DBAC-6BE3-AF3A7925D681}"/>
          </ac:picMkLst>
        </pc:picChg>
      </pc:sldChg>
      <pc:sldChg chg="add del">
        <pc:chgData name="Richard Taylor" userId="fbfc1553-b23d-457b-a859-b112eb014c8c" providerId="ADAL" clId="{39AF5B6D-3D29-428C-B06F-37DC3C4D08EE}" dt="2025-07-09T05:00:48.159" v="60" actId="47"/>
        <pc:sldMkLst>
          <pc:docMk/>
          <pc:sldMk cId="450627506" sldId="385"/>
        </pc:sldMkLst>
      </pc:sldChg>
      <pc:sldChg chg="add del">
        <pc:chgData name="Richard Taylor" userId="fbfc1553-b23d-457b-a859-b112eb014c8c" providerId="ADAL" clId="{39AF5B6D-3D29-428C-B06F-37DC3C4D08EE}" dt="2025-07-14T06:12:39.726" v="578" actId="47"/>
        <pc:sldMkLst>
          <pc:docMk/>
          <pc:sldMk cId="1174063511" sldId="386"/>
        </pc:sldMkLst>
      </pc:sldChg>
      <pc:sldChg chg="add del">
        <pc:chgData name="Richard Taylor" userId="fbfc1553-b23d-457b-a859-b112eb014c8c" providerId="ADAL" clId="{39AF5B6D-3D29-428C-B06F-37DC3C4D08EE}" dt="2025-07-14T06:15:12.179" v="594" actId="47"/>
        <pc:sldMkLst>
          <pc:docMk/>
          <pc:sldMk cId="686586156" sldId="387"/>
        </pc:sldMkLst>
      </pc:sldChg>
      <pc:sldChg chg="add del">
        <pc:chgData name="Richard Taylor" userId="fbfc1553-b23d-457b-a859-b112eb014c8c" providerId="ADAL" clId="{39AF5B6D-3D29-428C-B06F-37DC3C4D08EE}" dt="2025-07-14T06:18:45.245" v="632" actId="47"/>
        <pc:sldMkLst>
          <pc:docMk/>
          <pc:sldMk cId="1868606157" sldId="388"/>
        </pc:sldMkLst>
      </pc:sldChg>
      <pc:sldChg chg="add del">
        <pc:chgData name="Richard Taylor" userId="fbfc1553-b23d-457b-a859-b112eb014c8c" providerId="ADAL" clId="{39AF5B6D-3D29-428C-B06F-37DC3C4D08EE}" dt="2025-07-14T06:19:29.294" v="636" actId="47"/>
        <pc:sldMkLst>
          <pc:docMk/>
          <pc:sldMk cId="400729779" sldId="389"/>
        </pc:sldMkLst>
      </pc:sldChg>
      <pc:sldChg chg="add del">
        <pc:chgData name="Richard Taylor" userId="fbfc1553-b23d-457b-a859-b112eb014c8c" providerId="ADAL" clId="{39AF5B6D-3D29-428C-B06F-37DC3C4D08EE}" dt="2025-07-14T06:21:38.733" v="653" actId="47"/>
        <pc:sldMkLst>
          <pc:docMk/>
          <pc:sldMk cId="3231552441" sldId="390"/>
        </pc:sldMkLst>
      </pc:sldChg>
      <pc:sldChg chg="add del">
        <pc:chgData name="Richard Taylor" userId="fbfc1553-b23d-457b-a859-b112eb014c8c" providerId="ADAL" clId="{39AF5B6D-3D29-428C-B06F-37DC3C4D08EE}" dt="2025-07-09T05:03:38.623" v="68" actId="47"/>
        <pc:sldMkLst>
          <pc:docMk/>
          <pc:sldMk cId="1737207336" sldId="391"/>
        </pc:sldMkLst>
      </pc:sldChg>
      <pc:sldChg chg="add del">
        <pc:chgData name="Richard Taylor" userId="fbfc1553-b23d-457b-a859-b112eb014c8c" providerId="ADAL" clId="{39AF5B6D-3D29-428C-B06F-37DC3C4D08EE}" dt="2025-07-09T05:03:36.271" v="67" actId="2696"/>
        <pc:sldMkLst>
          <pc:docMk/>
          <pc:sldMk cId="1472282906" sldId="392"/>
        </pc:sldMkLst>
      </pc:sldChg>
      <pc:sldChg chg="modSp add del mod">
        <pc:chgData name="Richard Taylor" userId="fbfc1553-b23d-457b-a859-b112eb014c8c" providerId="ADAL" clId="{39AF5B6D-3D29-428C-B06F-37DC3C4D08EE}" dt="2025-07-14T05:47:10.346" v="242" actId="47"/>
        <pc:sldMkLst>
          <pc:docMk/>
          <pc:sldMk cId="3033575568" sldId="392"/>
        </pc:sldMkLst>
        <pc:spChg chg="mod">
          <ac:chgData name="Richard Taylor" userId="fbfc1553-b23d-457b-a859-b112eb014c8c" providerId="ADAL" clId="{39AF5B6D-3D29-428C-B06F-37DC3C4D08EE}" dt="2025-07-14T05:44:44.980" v="219" actId="21"/>
          <ac:spMkLst>
            <pc:docMk/>
            <pc:sldMk cId="3033575568" sldId="392"/>
            <ac:spMk id="2" creationId="{7BDEA73C-34AA-0948-B022-CF5980A3BE94}"/>
          </ac:spMkLst>
        </pc:spChg>
      </pc:sldChg>
      <pc:sldChg chg="add del">
        <pc:chgData name="Richard Taylor" userId="fbfc1553-b23d-457b-a859-b112eb014c8c" providerId="ADAL" clId="{39AF5B6D-3D29-428C-B06F-37DC3C4D08EE}" dt="2025-07-09T05:03:36.271" v="67" actId="2696"/>
        <pc:sldMkLst>
          <pc:docMk/>
          <pc:sldMk cId="1511398143" sldId="393"/>
        </pc:sldMkLst>
      </pc:sldChg>
      <pc:sldChg chg="add del">
        <pc:chgData name="Richard Taylor" userId="fbfc1553-b23d-457b-a859-b112eb014c8c" providerId="ADAL" clId="{39AF5B6D-3D29-428C-B06F-37DC3C4D08EE}" dt="2025-07-14T05:44:17.382" v="215" actId="47"/>
        <pc:sldMkLst>
          <pc:docMk/>
          <pc:sldMk cId="3861453210" sldId="393"/>
        </pc:sldMkLst>
      </pc:sldChg>
      <pc:sldChg chg="add del">
        <pc:chgData name="Richard Taylor" userId="fbfc1553-b23d-457b-a859-b112eb014c8c" providerId="ADAL" clId="{39AF5B6D-3D29-428C-B06F-37DC3C4D08EE}" dt="2025-07-09T05:02:38.583" v="66" actId="47"/>
        <pc:sldMkLst>
          <pc:docMk/>
          <pc:sldMk cId="2534370423" sldId="394"/>
        </pc:sldMkLst>
      </pc:sldChg>
      <pc:sldChg chg="add del">
        <pc:chgData name="Richard Taylor" userId="fbfc1553-b23d-457b-a859-b112eb014c8c" providerId="ADAL" clId="{39AF5B6D-3D29-428C-B06F-37DC3C4D08EE}" dt="2025-07-09T05:03:36.271" v="67" actId="2696"/>
        <pc:sldMkLst>
          <pc:docMk/>
          <pc:sldMk cId="167343937" sldId="395"/>
        </pc:sldMkLst>
      </pc:sldChg>
      <pc:sldChg chg="add del">
        <pc:chgData name="Richard Taylor" userId="fbfc1553-b23d-457b-a859-b112eb014c8c" providerId="ADAL" clId="{39AF5B6D-3D29-428C-B06F-37DC3C4D08EE}" dt="2025-07-14T05:47:45.911" v="252" actId="47"/>
        <pc:sldMkLst>
          <pc:docMk/>
          <pc:sldMk cId="4090793587" sldId="395"/>
        </pc:sldMkLst>
      </pc:sldChg>
      <pc:sldChg chg="del">
        <pc:chgData name="Richard Taylor" userId="fbfc1553-b23d-457b-a859-b112eb014c8c" providerId="ADAL" clId="{39AF5B6D-3D29-428C-B06F-37DC3C4D08EE}" dt="2025-07-09T04:59:50.827" v="52" actId="47"/>
        <pc:sldMkLst>
          <pc:docMk/>
          <pc:sldMk cId="148454743" sldId="401"/>
        </pc:sldMkLst>
      </pc:sldChg>
      <pc:sldChg chg="del">
        <pc:chgData name="Richard Taylor" userId="fbfc1553-b23d-457b-a859-b112eb014c8c" providerId="ADAL" clId="{39AF5B6D-3D29-428C-B06F-37DC3C4D08EE}" dt="2025-07-09T04:59:50.827" v="52" actId="47"/>
        <pc:sldMkLst>
          <pc:docMk/>
          <pc:sldMk cId="1356086571" sldId="402"/>
        </pc:sldMkLst>
      </pc:sldChg>
      <pc:sldChg chg="del">
        <pc:chgData name="Richard Taylor" userId="fbfc1553-b23d-457b-a859-b112eb014c8c" providerId="ADAL" clId="{39AF5B6D-3D29-428C-B06F-37DC3C4D08EE}" dt="2025-07-09T04:59:50.827" v="52" actId="47"/>
        <pc:sldMkLst>
          <pc:docMk/>
          <pc:sldMk cId="2627215249" sldId="403"/>
        </pc:sldMkLst>
      </pc:sldChg>
      <pc:sldChg chg="del">
        <pc:chgData name="Richard Taylor" userId="fbfc1553-b23d-457b-a859-b112eb014c8c" providerId="ADAL" clId="{39AF5B6D-3D29-428C-B06F-37DC3C4D08EE}" dt="2025-07-09T04:59:50.827" v="52" actId="47"/>
        <pc:sldMkLst>
          <pc:docMk/>
          <pc:sldMk cId="3371391187" sldId="404"/>
        </pc:sldMkLst>
      </pc:sldChg>
      <pc:sldChg chg="del">
        <pc:chgData name="Richard Taylor" userId="fbfc1553-b23d-457b-a859-b112eb014c8c" providerId="ADAL" clId="{39AF5B6D-3D29-428C-B06F-37DC3C4D08EE}" dt="2025-07-09T04:59:50.827" v="52" actId="47"/>
        <pc:sldMkLst>
          <pc:docMk/>
          <pc:sldMk cId="397980116" sldId="405"/>
        </pc:sldMkLst>
      </pc:sldChg>
      <pc:sldChg chg="modSp add del mod ord">
        <pc:chgData name="Richard Taylor" userId="fbfc1553-b23d-457b-a859-b112eb014c8c" providerId="ADAL" clId="{39AF5B6D-3D29-428C-B06F-37DC3C4D08EE}" dt="2025-07-14T05:51:22.005" v="302" actId="20577"/>
        <pc:sldMkLst>
          <pc:docMk/>
          <pc:sldMk cId="3943369309" sldId="406"/>
        </pc:sldMkLst>
        <pc:spChg chg="mod">
          <ac:chgData name="Richard Taylor" userId="fbfc1553-b23d-457b-a859-b112eb014c8c" providerId="ADAL" clId="{39AF5B6D-3D29-428C-B06F-37DC3C4D08EE}" dt="2025-07-14T05:51:22.005" v="302" actId="20577"/>
          <ac:spMkLst>
            <pc:docMk/>
            <pc:sldMk cId="3943369309" sldId="406"/>
            <ac:spMk id="49155" creationId="{C819BC3C-1CC3-8997-60B3-94121772C77D}"/>
          </ac:spMkLst>
        </pc:spChg>
      </pc:sldChg>
      <pc:sldChg chg="del">
        <pc:chgData name="Richard Taylor" userId="fbfc1553-b23d-457b-a859-b112eb014c8c" providerId="ADAL" clId="{39AF5B6D-3D29-428C-B06F-37DC3C4D08EE}" dt="2025-07-09T04:59:50.827" v="52" actId="47"/>
        <pc:sldMkLst>
          <pc:docMk/>
          <pc:sldMk cId="1442929136" sldId="412"/>
        </pc:sldMkLst>
      </pc:sldChg>
      <pc:sldChg chg="del">
        <pc:chgData name="Richard Taylor" userId="fbfc1553-b23d-457b-a859-b112eb014c8c" providerId="ADAL" clId="{39AF5B6D-3D29-428C-B06F-37DC3C4D08EE}" dt="2025-07-09T04:59:50.827" v="52" actId="47"/>
        <pc:sldMkLst>
          <pc:docMk/>
          <pc:sldMk cId="4005816744" sldId="422"/>
        </pc:sldMkLst>
      </pc:sldChg>
      <pc:sldChg chg="modSp del mod">
        <pc:chgData name="Richard Taylor" userId="fbfc1553-b23d-457b-a859-b112eb014c8c" providerId="ADAL" clId="{39AF5B6D-3D29-428C-B06F-37DC3C4D08EE}" dt="2025-07-14T05:40:13.028" v="190" actId="47"/>
        <pc:sldMkLst>
          <pc:docMk/>
          <pc:sldMk cId="3352915028" sldId="423"/>
        </pc:sldMkLst>
        <pc:spChg chg="mod">
          <ac:chgData name="Richard Taylor" userId="fbfc1553-b23d-457b-a859-b112eb014c8c" providerId="ADAL" clId="{39AF5B6D-3D29-428C-B06F-37DC3C4D08EE}" dt="2025-07-14T05:39:10.077" v="128" actId="20577"/>
          <ac:spMkLst>
            <pc:docMk/>
            <pc:sldMk cId="3352915028" sldId="423"/>
            <ac:spMk id="49155" creationId="{DE64E1F1-255B-B7A5-FDD5-24F2A2E0453B}"/>
          </ac:spMkLst>
        </pc:spChg>
      </pc:sldChg>
      <pc:sldChg chg="del">
        <pc:chgData name="Richard Taylor" userId="fbfc1553-b23d-457b-a859-b112eb014c8c" providerId="ADAL" clId="{39AF5B6D-3D29-428C-B06F-37DC3C4D08EE}" dt="2025-07-09T04:59:50.827" v="52" actId="47"/>
        <pc:sldMkLst>
          <pc:docMk/>
          <pc:sldMk cId="4256698259" sldId="424"/>
        </pc:sldMkLst>
      </pc:sldChg>
      <pc:sldChg chg="modSp add del mod">
        <pc:chgData name="Richard Taylor" userId="fbfc1553-b23d-457b-a859-b112eb014c8c" providerId="ADAL" clId="{39AF5B6D-3D29-428C-B06F-37DC3C4D08EE}" dt="2025-07-14T05:52:05.028" v="380" actId="47"/>
        <pc:sldMkLst>
          <pc:docMk/>
          <pc:sldMk cId="2993120807" sldId="425"/>
        </pc:sldMkLst>
      </pc:sldChg>
      <pc:sldChg chg="del">
        <pc:chgData name="Richard Taylor" userId="fbfc1553-b23d-457b-a859-b112eb014c8c" providerId="ADAL" clId="{39AF5B6D-3D29-428C-B06F-37DC3C4D08EE}" dt="2025-07-09T04:57:30.605" v="12" actId="47"/>
        <pc:sldMkLst>
          <pc:docMk/>
          <pc:sldMk cId="3555048574" sldId="425"/>
        </pc:sldMkLst>
      </pc:sldChg>
      <pc:sldChg chg="modSp add del mod">
        <pc:chgData name="Richard Taylor" userId="fbfc1553-b23d-457b-a859-b112eb014c8c" providerId="ADAL" clId="{39AF5B6D-3D29-428C-B06F-37DC3C4D08EE}" dt="2025-07-14T05:52:40.211" v="385" actId="47"/>
        <pc:sldMkLst>
          <pc:docMk/>
          <pc:sldMk cId="392576232" sldId="426"/>
        </pc:sldMkLst>
        <pc:spChg chg="mod">
          <ac:chgData name="Richard Taylor" userId="fbfc1553-b23d-457b-a859-b112eb014c8c" providerId="ADAL" clId="{39AF5B6D-3D29-428C-B06F-37DC3C4D08EE}" dt="2025-07-14T05:52:28.337" v="383" actId="21"/>
          <ac:spMkLst>
            <pc:docMk/>
            <pc:sldMk cId="392576232" sldId="426"/>
            <ac:spMk id="49155" creationId="{AAD02019-5DAA-4BFC-0DD7-398C0CD42510}"/>
          </ac:spMkLst>
        </pc:spChg>
      </pc:sldChg>
      <pc:sldChg chg="add del">
        <pc:chgData name="Richard Taylor" userId="fbfc1553-b23d-457b-a859-b112eb014c8c" providerId="ADAL" clId="{39AF5B6D-3D29-428C-B06F-37DC3C4D08EE}" dt="2025-07-09T04:57:26.118" v="8" actId="47"/>
        <pc:sldMkLst>
          <pc:docMk/>
          <pc:sldMk cId="2940192726" sldId="426"/>
        </pc:sldMkLst>
      </pc:sldChg>
      <pc:sldChg chg="del">
        <pc:chgData name="Richard Taylor" userId="fbfc1553-b23d-457b-a859-b112eb014c8c" providerId="ADAL" clId="{39AF5B6D-3D29-428C-B06F-37DC3C4D08EE}" dt="2025-07-09T04:57:27.271" v="9" actId="47"/>
        <pc:sldMkLst>
          <pc:docMk/>
          <pc:sldMk cId="1068579246" sldId="427"/>
        </pc:sldMkLst>
      </pc:sldChg>
      <pc:sldChg chg="modSp add mod">
        <pc:chgData name="Richard Taylor" userId="fbfc1553-b23d-457b-a859-b112eb014c8c" providerId="ADAL" clId="{39AF5B6D-3D29-428C-B06F-37DC3C4D08EE}" dt="2025-07-14T05:53:01.489" v="403" actId="20577"/>
        <pc:sldMkLst>
          <pc:docMk/>
          <pc:sldMk cId="2313632280" sldId="427"/>
        </pc:sldMkLst>
        <pc:spChg chg="mod">
          <ac:chgData name="Richard Taylor" userId="fbfc1553-b23d-457b-a859-b112eb014c8c" providerId="ADAL" clId="{39AF5B6D-3D29-428C-B06F-37DC3C4D08EE}" dt="2025-07-14T05:53:01.489" v="403" actId="20577"/>
          <ac:spMkLst>
            <pc:docMk/>
            <pc:sldMk cId="2313632280" sldId="427"/>
            <ac:spMk id="49155" creationId="{C37FEF16-BCE9-29BC-D6BD-C20B8657893E}"/>
          </ac:spMkLst>
        </pc:spChg>
      </pc:sldChg>
      <pc:sldChg chg="modSp add mod">
        <pc:chgData name="Richard Taylor" userId="fbfc1553-b23d-457b-a859-b112eb014c8c" providerId="ADAL" clId="{39AF5B6D-3D29-428C-B06F-37DC3C4D08EE}" dt="2025-07-14T05:40:00.906" v="189" actId="14100"/>
        <pc:sldMkLst>
          <pc:docMk/>
          <pc:sldMk cId="464343704" sldId="428"/>
        </pc:sldMkLst>
        <pc:spChg chg="mod">
          <ac:chgData name="Richard Taylor" userId="fbfc1553-b23d-457b-a859-b112eb014c8c" providerId="ADAL" clId="{39AF5B6D-3D29-428C-B06F-37DC3C4D08EE}" dt="2025-07-14T05:39:06.171" v="127" actId="20577"/>
          <ac:spMkLst>
            <pc:docMk/>
            <pc:sldMk cId="464343704" sldId="428"/>
            <ac:spMk id="29" creationId="{F2668E2D-B3F0-BC7B-8134-7619E1976DF5}"/>
          </ac:spMkLst>
        </pc:spChg>
        <pc:spChg chg="mod">
          <ac:chgData name="Richard Taylor" userId="fbfc1553-b23d-457b-a859-b112eb014c8c" providerId="ADAL" clId="{39AF5B6D-3D29-428C-B06F-37DC3C4D08EE}" dt="2025-07-14T05:38:57.576" v="99" actId="20577"/>
          <ac:spMkLst>
            <pc:docMk/>
            <pc:sldMk cId="464343704" sldId="428"/>
            <ac:spMk id="30" creationId="{50256EB7-8E03-BA91-9E4F-F844CD1DB24F}"/>
          </ac:spMkLst>
        </pc:spChg>
        <pc:spChg chg="mod">
          <ac:chgData name="Richard Taylor" userId="fbfc1553-b23d-457b-a859-b112eb014c8c" providerId="ADAL" clId="{39AF5B6D-3D29-428C-B06F-37DC3C4D08EE}" dt="2025-07-14T05:39:20.101" v="147" actId="20577"/>
          <ac:spMkLst>
            <pc:docMk/>
            <pc:sldMk cId="464343704" sldId="428"/>
            <ac:spMk id="32" creationId="{1780486C-C63A-E338-EEF2-07197FF88A35}"/>
          </ac:spMkLst>
        </pc:spChg>
        <pc:spChg chg="mod">
          <ac:chgData name="Richard Taylor" userId="fbfc1553-b23d-457b-a859-b112eb014c8c" providerId="ADAL" clId="{39AF5B6D-3D29-428C-B06F-37DC3C4D08EE}" dt="2025-07-14T05:39:44.683" v="171" actId="14100"/>
          <ac:spMkLst>
            <pc:docMk/>
            <pc:sldMk cId="464343704" sldId="428"/>
            <ac:spMk id="34" creationId="{FF28665E-2EFC-136C-F239-18493968E118}"/>
          </ac:spMkLst>
        </pc:spChg>
        <pc:spChg chg="mod">
          <ac:chgData name="Richard Taylor" userId="fbfc1553-b23d-457b-a859-b112eb014c8c" providerId="ADAL" clId="{39AF5B6D-3D29-428C-B06F-37DC3C4D08EE}" dt="2025-07-14T05:40:00.906" v="189" actId="14100"/>
          <ac:spMkLst>
            <pc:docMk/>
            <pc:sldMk cId="464343704" sldId="428"/>
            <ac:spMk id="36" creationId="{A1D3BF47-CDC2-A1FC-B7B9-963D28A5BB5A}"/>
          </ac:spMkLst>
        </pc:spChg>
      </pc:sldChg>
      <pc:sldChg chg="del">
        <pc:chgData name="Richard Taylor" userId="fbfc1553-b23d-457b-a859-b112eb014c8c" providerId="ADAL" clId="{39AF5B6D-3D29-428C-B06F-37DC3C4D08EE}" dt="2025-07-09T04:57:28.042" v="10" actId="47"/>
        <pc:sldMkLst>
          <pc:docMk/>
          <pc:sldMk cId="998973076" sldId="428"/>
        </pc:sldMkLst>
      </pc:sldChg>
      <pc:sldChg chg="new del">
        <pc:chgData name="Richard Taylor" userId="fbfc1553-b23d-457b-a859-b112eb014c8c" providerId="ADAL" clId="{39AF5B6D-3D29-428C-B06F-37DC3C4D08EE}" dt="2025-07-14T05:38:40.234" v="74" actId="680"/>
        <pc:sldMkLst>
          <pc:docMk/>
          <pc:sldMk cId="3532447831" sldId="428"/>
        </pc:sldMkLst>
      </pc:sldChg>
      <pc:sldChg chg="addSp delSp modSp add mod ord">
        <pc:chgData name="Richard Taylor" userId="fbfc1553-b23d-457b-a859-b112eb014c8c" providerId="ADAL" clId="{39AF5B6D-3D29-428C-B06F-37DC3C4D08EE}" dt="2025-07-14T06:21:54.708" v="656" actId="478"/>
        <pc:sldMkLst>
          <pc:docMk/>
          <pc:sldMk cId="3491006904" sldId="429"/>
        </pc:sldMkLst>
        <pc:spChg chg="mod">
          <ac:chgData name="Richard Taylor" userId="fbfc1553-b23d-457b-a859-b112eb014c8c" providerId="ADAL" clId="{39AF5B6D-3D29-428C-B06F-37DC3C4D08EE}" dt="2025-07-14T05:47:36.262" v="251" actId="20577"/>
          <ac:spMkLst>
            <pc:docMk/>
            <pc:sldMk cId="3491006904" sldId="429"/>
            <ac:spMk id="4" creationId="{6F7102AB-67FC-52F3-0C78-19C445670A7B}"/>
          </ac:spMkLst>
        </pc:spChg>
        <pc:spChg chg="mod">
          <ac:chgData name="Richard Taylor" userId="fbfc1553-b23d-457b-a859-b112eb014c8c" providerId="ADAL" clId="{39AF5B6D-3D29-428C-B06F-37DC3C4D08EE}" dt="2025-07-14T05:44:38.707" v="217"/>
          <ac:spMkLst>
            <pc:docMk/>
            <pc:sldMk cId="3491006904" sldId="429"/>
            <ac:spMk id="5" creationId="{AC818F8E-C656-176F-139A-274FB9CE19D1}"/>
          </ac:spMkLst>
        </pc:spChg>
        <pc:picChg chg="del">
          <ac:chgData name="Richard Taylor" userId="fbfc1553-b23d-457b-a859-b112eb014c8c" providerId="ADAL" clId="{39AF5B6D-3D29-428C-B06F-37DC3C4D08EE}" dt="2025-07-14T05:46:30.534" v="233" actId="478"/>
          <ac:picMkLst>
            <pc:docMk/>
            <pc:sldMk cId="3491006904" sldId="429"/>
            <ac:picMk id="1026" creationId="{E4BFF47D-C769-FB32-5C11-A9C28F65AC1D}"/>
          </ac:picMkLst>
        </pc:picChg>
        <pc:picChg chg="del">
          <ac:chgData name="Richard Taylor" userId="fbfc1553-b23d-457b-a859-b112eb014c8c" providerId="ADAL" clId="{39AF5B6D-3D29-428C-B06F-37DC3C4D08EE}" dt="2025-07-14T06:21:54.708" v="656" actId="478"/>
          <ac:picMkLst>
            <pc:docMk/>
            <pc:sldMk cId="3491006904" sldId="429"/>
            <ac:picMk id="1028" creationId="{FECB56F0-5FA4-50B4-6E3E-9B9BC126701A}"/>
          </ac:picMkLst>
        </pc:picChg>
        <pc:picChg chg="add mod">
          <ac:chgData name="Richard Taylor" userId="fbfc1553-b23d-457b-a859-b112eb014c8c" providerId="ADAL" clId="{39AF5B6D-3D29-428C-B06F-37DC3C4D08EE}" dt="2025-07-14T05:46:33.671" v="235" actId="1076"/>
          <ac:picMkLst>
            <pc:docMk/>
            <pc:sldMk cId="3491006904" sldId="429"/>
            <ac:picMk id="2050" creationId="{E50DFD1D-AA68-F561-F39B-45EB207D2E5A}"/>
          </ac:picMkLst>
        </pc:picChg>
      </pc:sldChg>
      <pc:sldChg chg="modSp add mod ord">
        <pc:chgData name="Richard Taylor" userId="fbfc1553-b23d-457b-a859-b112eb014c8c" providerId="ADAL" clId="{39AF5B6D-3D29-428C-B06F-37DC3C4D08EE}" dt="2025-07-14T05:52:00.942" v="379" actId="20577"/>
        <pc:sldMkLst>
          <pc:docMk/>
          <pc:sldMk cId="48895138" sldId="430"/>
        </pc:sldMkLst>
        <pc:spChg chg="mod">
          <ac:chgData name="Richard Taylor" userId="fbfc1553-b23d-457b-a859-b112eb014c8c" providerId="ADAL" clId="{39AF5B6D-3D29-428C-B06F-37DC3C4D08EE}" dt="2025-07-14T05:52:00.942" v="379" actId="20577"/>
          <ac:spMkLst>
            <pc:docMk/>
            <pc:sldMk cId="48895138" sldId="430"/>
            <ac:spMk id="49155" creationId="{EB3D6A73-EC77-2A2B-C410-F44513CAB398}"/>
          </ac:spMkLst>
        </pc:spChg>
      </pc:sldChg>
      <pc:sldChg chg="del">
        <pc:chgData name="Richard Taylor" userId="fbfc1553-b23d-457b-a859-b112eb014c8c" providerId="ADAL" clId="{39AF5B6D-3D29-428C-B06F-37DC3C4D08EE}" dt="2025-07-09T04:57:29.660" v="11" actId="47"/>
        <pc:sldMkLst>
          <pc:docMk/>
          <pc:sldMk cId="4092253779" sldId="430"/>
        </pc:sldMkLst>
      </pc:sldChg>
      <pc:sldChg chg="add del">
        <pc:chgData name="Richard Taylor" userId="fbfc1553-b23d-457b-a859-b112eb014c8c" providerId="ADAL" clId="{39AF5B6D-3D29-428C-B06F-37DC3C4D08EE}" dt="2025-07-14T06:03:45.456" v="452" actId="2696"/>
        <pc:sldMkLst>
          <pc:docMk/>
          <pc:sldMk cId="1560422703" sldId="455"/>
        </pc:sldMkLst>
      </pc:sldChg>
      <pc:sldChg chg="add del">
        <pc:chgData name="Richard Taylor" userId="fbfc1553-b23d-457b-a859-b112eb014c8c" providerId="ADAL" clId="{39AF5B6D-3D29-428C-B06F-37DC3C4D08EE}" dt="2025-07-14T06:06:15.949" v="487" actId="47"/>
        <pc:sldMkLst>
          <pc:docMk/>
          <pc:sldMk cId="3444780438" sldId="455"/>
        </pc:sldMkLst>
      </pc:sldChg>
      <pc:sldChg chg="modSp add del mod">
        <pc:chgData name="Richard Taylor" userId="fbfc1553-b23d-457b-a859-b112eb014c8c" providerId="ADAL" clId="{39AF5B6D-3D29-428C-B06F-37DC3C4D08EE}" dt="2025-07-14T06:21:59.625" v="657" actId="47"/>
        <pc:sldMkLst>
          <pc:docMk/>
          <pc:sldMk cId="910602601" sldId="457"/>
        </pc:sldMkLst>
        <pc:spChg chg="mod">
          <ac:chgData name="Richard Taylor" userId="fbfc1553-b23d-457b-a859-b112eb014c8c" providerId="ADAL" clId="{39AF5B6D-3D29-428C-B06F-37DC3C4D08EE}" dt="2025-07-14T06:20:05.299" v="637" actId="20577"/>
          <ac:spMkLst>
            <pc:docMk/>
            <pc:sldMk cId="910602601" sldId="457"/>
            <ac:spMk id="3" creationId="{A3FC72A6-9B1E-70A0-7051-431F7D52861B}"/>
          </ac:spMkLst>
        </pc:spChg>
      </pc:sldChg>
      <pc:sldChg chg="add del">
        <pc:chgData name="Richard Taylor" userId="fbfc1553-b23d-457b-a859-b112eb014c8c" providerId="ADAL" clId="{39AF5B6D-3D29-428C-B06F-37DC3C4D08EE}" dt="2025-07-14T06:04:36.902" v="465" actId="47"/>
        <pc:sldMkLst>
          <pc:docMk/>
          <pc:sldMk cId="2014480435" sldId="462"/>
        </pc:sldMkLst>
      </pc:sldChg>
      <pc:sldChg chg="add del">
        <pc:chgData name="Richard Taylor" userId="fbfc1553-b23d-457b-a859-b112eb014c8c" providerId="ADAL" clId="{39AF5B6D-3D29-428C-B06F-37DC3C4D08EE}" dt="2025-07-14T06:03:45.456" v="452" actId="2696"/>
        <pc:sldMkLst>
          <pc:docMk/>
          <pc:sldMk cId="2826916019" sldId="462"/>
        </pc:sldMkLst>
      </pc:sldChg>
      <pc:sldChg chg="add del">
        <pc:chgData name="Richard Taylor" userId="fbfc1553-b23d-457b-a859-b112eb014c8c" providerId="ADAL" clId="{39AF5B6D-3D29-428C-B06F-37DC3C4D08EE}" dt="2025-07-14T06:03:45.456" v="452" actId="2696"/>
        <pc:sldMkLst>
          <pc:docMk/>
          <pc:sldMk cId="1161452373" sldId="463"/>
        </pc:sldMkLst>
      </pc:sldChg>
      <pc:sldChg chg="add del">
        <pc:chgData name="Richard Taylor" userId="fbfc1553-b23d-457b-a859-b112eb014c8c" providerId="ADAL" clId="{39AF5B6D-3D29-428C-B06F-37DC3C4D08EE}" dt="2025-07-14T06:04:51.785" v="468" actId="47"/>
        <pc:sldMkLst>
          <pc:docMk/>
          <pc:sldMk cId="3024190370" sldId="463"/>
        </pc:sldMkLst>
      </pc:sldChg>
      <pc:sldChg chg="modSp add mod">
        <pc:chgData name="Richard Taylor" userId="fbfc1553-b23d-457b-a859-b112eb014c8c" providerId="ADAL" clId="{39AF5B6D-3D29-428C-B06F-37DC3C4D08EE}" dt="2025-07-14T06:01:03.595" v="426" actId="255"/>
        <pc:sldMkLst>
          <pc:docMk/>
          <pc:sldMk cId="808758202" sldId="464"/>
        </pc:sldMkLst>
        <pc:spChg chg="mod">
          <ac:chgData name="Richard Taylor" userId="fbfc1553-b23d-457b-a859-b112eb014c8c" providerId="ADAL" clId="{39AF5B6D-3D29-428C-B06F-37DC3C4D08EE}" dt="2025-07-14T06:00:44.466" v="424"/>
          <ac:spMkLst>
            <pc:docMk/>
            <pc:sldMk cId="808758202" sldId="464"/>
            <ac:spMk id="5" creationId="{0D4655E5-DA92-86AF-C930-0F1D37516529}"/>
          </ac:spMkLst>
        </pc:spChg>
        <pc:spChg chg="mod">
          <ac:chgData name="Richard Taylor" userId="fbfc1553-b23d-457b-a859-b112eb014c8c" providerId="ADAL" clId="{39AF5B6D-3D29-428C-B06F-37DC3C4D08EE}" dt="2025-07-14T06:01:03.595" v="426" actId="255"/>
          <ac:spMkLst>
            <pc:docMk/>
            <pc:sldMk cId="808758202" sldId="464"/>
            <ac:spMk id="9" creationId="{6B9C4711-8048-EDAA-2A45-43FD08B6C0AE}"/>
          </ac:spMkLst>
        </pc:spChg>
      </pc:sldChg>
      <pc:sldChg chg="addSp delSp modSp add mod">
        <pc:chgData name="Richard Taylor" userId="fbfc1553-b23d-457b-a859-b112eb014c8c" providerId="ADAL" clId="{39AF5B6D-3D29-428C-B06F-37DC3C4D08EE}" dt="2025-07-14T06:03:31.032" v="450" actId="207"/>
        <pc:sldMkLst>
          <pc:docMk/>
          <pc:sldMk cId="2033653061" sldId="465"/>
        </pc:sldMkLst>
        <pc:spChg chg="mod">
          <ac:chgData name="Richard Taylor" userId="fbfc1553-b23d-457b-a859-b112eb014c8c" providerId="ADAL" clId="{39AF5B6D-3D29-428C-B06F-37DC3C4D08EE}" dt="2025-07-14T06:03:31.032" v="450" actId="207"/>
          <ac:spMkLst>
            <pc:docMk/>
            <pc:sldMk cId="2033653061" sldId="465"/>
            <ac:spMk id="5" creationId="{983B816C-D544-E4A3-EC17-ED69BE70670E}"/>
          </ac:spMkLst>
        </pc:spChg>
        <pc:spChg chg="del">
          <ac:chgData name="Richard Taylor" userId="fbfc1553-b23d-457b-a859-b112eb014c8c" providerId="ADAL" clId="{39AF5B6D-3D29-428C-B06F-37DC3C4D08EE}" dt="2025-07-14T06:01:44.525" v="443" actId="478"/>
          <ac:spMkLst>
            <pc:docMk/>
            <pc:sldMk cId="2033653061" sldId="465"/>
            <ac:spMk id="9" creationId="{CD98834C-3B7B-A701-6659-BE3E2E550381}"/>
          </ac:spMkLst>
        </pc:spChg>
        <pc:picChg chg="add mod">
          <ac:chgData name="Richard Taylor" userId="fbfc1553-b23d-457b-a859-b112eb014c8c" providerId="ADAL" clId="{39AF5B6D-3D29-428C-B06F-37DC3C4D08EE}" dt="2025-07-14T06:03:25.387" v="449" actId="171"/>
          <ac:picMkLst>
            <pc:docMk/>
            <pc:sldMk cId="2033653061" sldId="465"/>
            <ac:picMk id="3074" creationId="{6C6E1993-FA16-1A58-7FB0-9DE678A615DB}"/>
          </ac:picMkLst>
        </pc:picChg>
      </pc:sldChg>
      <pc:sldChg chg="addSp delSp modSp add mod ord">
        <pc:chgData name="Richard Taylor" userId="fbfc1553-b23d-457b-a859-b112eb014c8c" providerId="ADAL" clId="{39AF5B6D-3D29-428C-B06F-37DC3C4D08EE}" dt="2025-07-14T06:04:30.826" v="463" actId="207"/>
        <pc:sldMkLst>
          <pc:docMk/>
          <pc:sldMk cId="598582048" sldId="466"/>
        </pc:sldMkLst>
        <pc:spChg chg="mod">
          <ac:chgData name="Richard Taylor" userId="fbfc1553-b23d-457b-a859-b112eb014c8c" providerId="ADAL" clId="{39AF5B6D-3D29-428C-B06F-37DC3C4D08EE}" dt="2025-07-14T06:04:11.907" v="458" actId="14100"/>
          <ac:spMkLst>
            <pc:docMk/>
            <pc:sldMk cId="598582048" sldId="466"/>
            <ac:spMk id="5" creationId="{0A8A1163-6E65-0AF8-C9DB-8D752CDC578A}"/>
          </ac:spMkLst>
        </pc:spChg>
        <pc:spChg chg="add mod">
          <ac:chgData name="Richard Taylor" userId="fbfc1553-b23d-457b-a859-b112eb014c8c" providerId="ADAL" clId="{39AF5B6D-3D29-428C-B06F-37DC3C4D08EE}" dt="2025-07-14T06:04:30.826" v="463" actId="207"/>
          <ac:spMkLst>
            <pc:docMk/>
            <pc:sldMk cId="598582048" sldId="466"/>
            <ac:spMk id="7" creationId="{3DA7D40C-C00E-F8F8-69E5-D1871552029D}"/>
          </ac:spMkLst>
        </pc:spChg>
        <pc:spChg chg="del mod">
          <ac:chgData name="Richard Taylor" userId="fbfc1553-b23d-457b-a859-b112eb014c8c" providerId="ADAL" clId="{39AF5B6D-3D29-428C-B06F-37DC3C4D08EE}" dt="2025-07-14T06:04:18.792" v="461"/>
          <ac:spMkLst>
            <pc:docMk/>
            <pc:sldMk cId="598582048" sldId="466"/>
            <ac:spMk id="9" creationId="{F51626B6-6A0F-CBD3-0D0D-271B4695B441}"/>
          </ac:spMkLst>
        </pc:spChg>
        <pc:picChg chg="add mod">
          <ac:chgData name="Richard Taylor" userId="fbfc1553-b23d-457b-a859-b112eb014c8c" providerId="ADAL" clId="{39AF5B6D-3D29-428C-B06F-37DC3C4D08EE}" dt="2025-07-14T06:04:24.489" v="462"/>
          <ac:picMkLst>
            <pc:docMk/>
            <pc:sldMk cId="598582048" sldId="466"/>
            <ac:picMk id="4" creationId="{B21AEBEA-3064-D80C-C738-BDD0FDE10BF3}"/>
          </ac:picMkLst>
        </pc:picChg>
        <pc:picChg chg="add mod">
          <ac:chgData name="Richard Taylor" userId="fbfc1553-b23d-457b-a859-b112eb014c8c" providerId="ADAL" clId="{39AF5B6D-3D29-428C-B06F-37DC3C4D08EE}" dt="2025-07-14T06:04:24.489" v="462"/>
          <ac:picMkLst>
            <pc:docMk/>
            <pc:sldMk cId="598582048" sldId="466"/>
            <ac:picMk id="6" creationId="{E6C35731-A0F8-4B52-FE25-393994666392}"/>
          </ac:picMkLst>
        </pc:picChg>
      </pc:sldChg>
      <pc:sldChg chg="addSp delSp modSp add mod">
        <pc:chgData name="Richard Taylor" userId="fbfc1553-b23d-457b-a859-b112eb014c8c" providerId="ADAL" clId="{39AF5B6D-3D29-428C-B06F-37DC3C4D08EE}" dt="2025-07-14T06:04:48.626" v="467"/>
        <pc:sldMkLst>
          <pc:docMk/>
          <pc:sldMk cId="1025534730" sldId="467"/>
        </pc:sldMkLst>
        <pc:picChg chg="del">
          <ac:chgData name="Richard Taylor" userId="fbfc1553-b23d-457b-a859-b112eb014c8c" providerId="ADAL" clId="{39AF5B6D-3D29-428C-B06F-37DC3C4D08EE}" dt="2025-07-14T06:04:41.013" v="466" actId="478"/>
          <ac:picMkLst>
            <pc:docMk/>
            <pc:sldMk cId="1025534730" sldId="467"/>
            <ac:picMk id="4" creationId="{965567B7-8E41-B5AB-2462-651EE9202A4D}"/>
          </ac:picMkLst>
        </pc:picChg>
        <pc:picChg chg="del">
          <ac:chgData name="Richard Taylor" userId="fbfc1553-b23d-457b-a859-b112eb014c8c" providerId="ADAL" clId="{39AF5B6D-3D29-428C-B06F-37DC3C4D08EE}" dt="2025-07-14T06:04:41.013" v="466" actId="478"/>
          <ac:picMkLst>
            <pc:docMk/>
            <pc:sldMk cId="1025534730" sldId="467"/>
            <ac:picMk id="6" creationId="{7C76E347-C42B-D9C2-B125-129841A0C550}"/>
          </ac:picMkLst>
        </pc:picChg>
        <pc:picChg chg="add mod">
          <ac:chgData name="Richard Taylor" userId="fbfc1553-b23d-457b-a859-b112eb014c8c" providerId="ADAL" clId="{39AF5B6D-3D29-428C-B06F-37DC3C4D08EE}" dt="2025-07-14T06:04:48.626" v="467"/>
          <ac:picMkLst>
            <pc:docMk/>
            <pc:sldMk cId="1025534730" sldId="467"/>
            <ac:picMk id="8" creationId="{10D21CD1-F484-EEFE-1E58-559C2B3A91C6}"/>
          </ac:picMkLst>
        </pc:picChg>
        <pc:picChg chg="add mod">
          <ac:chgData name="Richard Taylor" userId="fbfc1553-b23d-457b-a859-b112eb014c8c" providerId="ADAL" clId="{39AF5B6D-3D29-428C-B06F-37DC3C4D08EE}" dt="2025-07-14T06:04:48.626" v="467"/>
          <ac:picMkLst>
            <pc:docMk/>
            <pc:sldMk cId="1025534730" sldId="467"/>
            <ac:picMk id="9" creationId="{0DED1746-010C-779D-745B-F98CB13BE8E3}"/>
          </ac:picMkLst>
        </pc:picChg>
      </pc:sldChg>
      <pc:sldChg chg="addSp delSp modSp add mod">
        <pc:chgData name="Richard Taylor" userId="fbfc1553-b23d-457b-a859-b112eb014c8c" providerId="ADAL" clId="{39AF5B6D-3D29-428C-B06F-37DC3C4D08EE}" dt="2025-07-14T06:06:13.147" v="486" actId="1076"/>
        <pc:sldMkLst>
          <pc:docMk/>
          <pc:sldMk cId="1317663112" sldId="468"/>
        </pc:sldMkLst>
        <pc:spChg chg="mod">
          <ac:chgData name="Richard Taylor" userId="fbfc1553-b23d-457b-a859-b112eb014c8c" providerId="ADAL" clId="{39AF5B6D-3D29-428C-B06F-37DC3C4D08EE}" dt="2025-07-14T06:05:43.783" v="480" actId="1076"/>
          <ac:spMkLst>
            <pc:docMk/>
            <pc:sldMk cId="1317663112" sldId="468"/>
            <ac:spMk id="5" creationId="{ECEFE53B-4977-EACB-354A-4EAFD7D5309A}"/>
          </ac:spMkLst>
        </pc:spChg>
        <pc:spChg chg="add mod">
          <ac:chgData name="Richard Taylor" userId="fbfc1553-b23d-457b-a859-b112eb014c8c" providerId="ADAL" clId="{39AF5B6D-3D29-428C-B06F-37DC3C4D08EE}" dt="2025-07-14T06:06:03.507" v="483" actId="14100"/>
          <ac:spMkLst>
            <pc:docMk/>
            <pc:sldMk cId="1317663112" sldId="468"/>
            <ac:spMk id="6" creationId="{2D1D1113-8439-C8C8-7316-AD152FC4B3B0}"/>
          </ac:spMkLst>
        </pc:spChg>
        <pc:spChg chg="del mod">
          <ac:chgData name="Richard Taylor" userId="fbfc1553-b23d-457b-a859-b112eb014c8c" providerId="ADAL" clId="{39AF5B6D-3D29-428C-B06F-37DC3C4D08EE}" dt="2025-07-14T06:05:20.187" v="474" actId="478"/>
          <ac:spMkLst>
            <pc:docMk/>
            <pc:sldMk cId="1317663112" sldId="468"/>
            <ac:spMk id="7" creationId="{BBA44467-FF09-D603-D33D-AB8D75B33B8F}"/>
          </ac:spMkLst>
        </pc:spChg>
        <pc:spChg chg="add mod">
          <ac:chgData name="Richard Taylor" userId="fbfc1553-b23d-457b-a859-b112eb014c8c" providerId="ADAL" clId="{39AF5B6D-3D29-428C-B06F-37DC3C4D08EE}" dt="2025-07-14T06:06:13.147" v="486" actId="1076"/>
          <ac:spMkLst>
            <pc:docMk/>
            <pc:sldMk cId="1317663112" sldId="468"/>
            <ac:spMk id="12" creationId="{0868817B-D41E-C45E-B95C-04278A1A6470}"/>
          </ac:spMkLst>
        </pc:spChg>
        <pc:picChg chg="del">
          <ac:chgData name="Richard Taylor" userId="fbfc1553-b23d-457b-a859-b112eb014c8c" providerId="ADAL" clId="{39AF5B6D-3D29-428C-B06F-37DC3C4D08EE}" dt="2025-07-14T06:05:13.415" v="471" actId="478"/>
          <ac:picMkLst>
            <pc:docMk/>
            <pc:sldMk cId="1317663112" sldId="468"/>
            <ac:picMk id="8" creationId="{D6174A4F-C6C3-E766-3CDB-1CFDC6EF1670}"/>
          </ac:picMkLst>
        </pc:picChg>
        <pc:picChg chg="del">
          <ac:chgData name="Richard Taylor" userId="fbfc1553-b23d-457b-a859-b112eb014c8c" providerId="ADAL" clId="{39AF5B6D-3D29-428C-B06F-37DC3C4D08EE}" dt="2025-07-14T06:05:14.982" v="472" actId="478"/>
          <ac:picMkLst>
            <pc:docMk/>
            <pc:sldMk cId="1317663112" sldId="468"/>
            <ac:picMk id="9" creationId="{ABEB39AB-FACB-FC3E-4A66-70DF34927003}"/>
          </ac:picMkLst>
        </pc:picChg>
        <pc:picChg chg="add mod">
          <ac:chgData name="Richard Taylor" userId="fbfc1553-b23d-457b-a859-b112eb014c8c" providerId="ADAL" clId="{39AF5B6D-3D29-428C-B06F-37DC3C4D08EE}" dt="2025-07-14T06:06:13.147" v="486" actId="1076"/>
          <ac:picMkLst>
            <pc:docMk/>
            <pc:sldMk cId="1317663112" sldId="468"/>
            <ac:picMk id="11" creationId="{95C2C8B4-1A10-8348-FE97-53175E3A7276}"/>
          </ac:picMkLst>
        </pc:picChg>
      </pc:sldChg>
      <pc:sldChg chg="addSp modSp add mod ord">
        <pc:chgData name="Richard Taylor" userId="fbfc1553-b23d-457b-a859-b112eb014c8c" providerId="ADAL" clId="{39AF5B6D-3D29-428C-B06F-37DC3C4D08EE}" dt="2025-07-14T06:08:40.174" v="506" actId="1076"/>
        <pc:sldMkLst>
          <pc:docMk/>
          <pc:sldMk cId="1892051165" sldId="469"/>
        </pc:sldMkLst>
        <pc:spChg chg="mod">
          <ac:chgData name="Richard Taylor" userId="fbfc1553-b23d-457b-a859-b112eb014c8c" providerId="ADAL" clId="{39AF5B6D-3D29-428C-B06F-37DC3C4D08EE}" dt="2025-07-14T06:06:40.559" v="491"/>
          <ac:spMkLst>
            <pc:docMk/>
            <pc:sldMk cId="1892051165" sldId="469"/>
            <ac:spMk id="5" creationId="{6BE91E70-52B7-956E-5B79-349D1034399B}"/>
          </ac:spMkLst>
        </pc:spChg>
        <pc:spChg chg="add mod">
          <ac:chgData name="Richard Taylor" userId="fbfc1553-b23d-457b-a859-b112eb014c8c" providerId="ADAL" clId="{39AF5B6D-3D29-428C-B06F-37DC3C4D08EE}" dt="2025-07-14T06:08:40.174" v="506" actId="1076"/>
          <ac:spMkLst>
            <pc:docMk/>
            <pc:sldMk cId="1892051165" sldId="469"/>
            <ac:spMk id="6" creationId="{996373F7-E88C-1791-A99E-9C1D35A0F0A9}"/>
          </ac:spMkLst>
        </pc:spChg>
        <pc:spChg chg="mod">
          <ac:chgData name="Richard Taylor" userId="fbfc1553-b23d-457b-a859-b112eb014c8c" providerId="ADAL" clId="{39AF5B6D-3D29-428C-B06F-37DC3C4D08EE}" dt="2025-07-14T06:08:05.144" v="500" actId="14100"/>
          <ac:spMkLst>
            <pc:docMk/>
            <pc:sldMk cId="1892051165" sldId="469"/>
            <ac:spMk id="9" creationId="{1DFE09DA-E2D5-D4E3-8556-89180F926CC6}"/>
          </ac:spMkLst>
        </pc:spChg>
        <pc:picChg chg="add mod">
          <ac:chgData name="Richard Taylor" userId="fbfc1553-b23d-457b-a859-b112eb014c8c" providerId="ADAL" clId="{39AF5B6D-3D29-428C-B06F-37DC3C4D08EE}" dt="2025-07-14T06:08:02.913" v="499" actId="1076"/>
          <ac:picMkLst>
            <pc:docMk/>
            <pc:sldMk cId="1892051165" sldId="469"/>
            <ac:picMk id="4098" creationId="{200EBD2D-EEAA-8811-DB41-78E48C03576B}"/>
          </ac:picMkLst>
        </pc:picChg>
      </pc:sldChg>
      <pc:sldChg chg="addSp delSp modSp add mod ord">
        <pc:chgData name="Richard Taylor" userId="fbfc1553-b23d-457b-a859-b112eb014c8c" providerId="ADAL" clId="{39AF5B6D-3D29-428C-B06F-37DC3C4D08EE}" dt="2025-07-14T06:12:36.074" v="577" actId="207"/>
        <pc:sldMkLst>
          <pc:docMk/>
          <pc:sldMk cId="813842354" sldId="470"/>
        </pc:sldMkLst>
        <pc:spChg chg="del">
          <ac:chgData name="Richard Taylor" userId="fbfc1553-b23d-457b-a859-b112eb014c8c" providerId="ADAL" clId="{39AF5B6D-3D29-428C-B06F-37DC3C4D08EE}" dt="2025-07-14T06:09:05.717" v="512" actId="478"/>
          <ac:spMkLst>
            <pc:docMk/>
            <pc:sldMk cId="813842354" sldId="470"/>
            <ac:spMk id="6" creationId="{E4756DD1-AE19-9CFD-D7C8-C37FA0CD3340}"/>
          </ac:spMkLst>
        </pc:spChg>
        <pc:spChg chg="add mod">
          <ac:chgData name="Richard Taylor" userId="fbfc1553-b23d-457b-a859-b112eb014c8c" providerId="ADAL" clId="{39AF5B6D-3D29-428C-B06F-37DC3C4D08EE}" dt="2025-07-14T06:12:02.838" v="575" actId="1076"/>
          <ac:spMkLst>
            <pc:docMk/>
            <pc:sldMk cId="813842354" sldId="470"/>
            <ac:spMk id="8" creationId="{5101923C-7036-7D81-E7CB-CEFF598EA125}"/>
          </ac:spMkLst>
        </pc:spChg>
        <pc:spChg chg="mod">
          <ac:chgData name="Richard Taylor" userId="fbfc1553-b23d-457b-a859-b112eb014c8c" providerId="ADAL" clId="{39AF5B6D-3D29-428C-B06F-37DC3C4D08EE}" dt="2025-07-14T06:12:36.074" v="577" actId="207"/>
          <ac:spMkLst>
            <pc:docMk/>
            <pc:sldMk cId="813842354" sldId="470"/>
            <ac:spMk id="9" creationId="{F0EE190D-0DB4-1003-066B-6D53D73F1ED2}"/>
          </ac:spMkLst>
        </pc:spChg>
        <pc:picChg chg="add mod modCrop">
          <ac:chgData name="Richard Taylor" userId="fbfc1553-b23d-457b-a859-b112eb014c8c" providerId="ADAL" clId="{39AF5B6D-3D29-428C-B06F-37DC3C4D08EE}" dt="2025-07-14T06:11:27.793" v="528" actId="1076"/>
          <ac:picMkLst>
            <pc:docMk/>
            <pc:sldMk cId="813842354" sldId="470"/>
            <ac:picMk id="7" creationId="{E2AACAAB-696A-02F4-404A-8D159D1D8AE3}"/>
          </ac:picMkLst>
        </pc:picChg>
        <pc:picChg chg="del">
          <ac:chgData name="Richard Taylor" userId="fbfc1553-b23d-457b-a859-b112eb014c8c" providerId="ADAL" clId="{39AF5B6D-3D29-428C-B06F-37DC3C4D08EE}" dt="2025-07-14T06:09:02.946" v="511" actId="478"/>
          <ac:picMkLst>
            <pc:docMk/>
            <pc:sldMk cId="813842354" sldId="470"/>
            <ac:picMk id="4098" creationId="{7D389B1D-466F-C408-102C-02F5AFBBA8E9}"/>
          </ac:picMkLst>
        </pc:picChg>
        <pc:picChg chg="add mod">
          <ac:chgData name="Richard Taylor" userId="fbfc1553-b23d-457b-a859-b112eb014c8c" providerId="ADAL" clId="{39AF5B6D-3D29-428C-B06F-37DC3C4D08EE}" dt="2025-07-14T06:11:24.482" v="527" actId="1076"/>
          <ac:picMkLst>
            <pc:docMk/>
            <pc:sldMk cId="813842354" sldId="470"/>
            <ac:picMk id="5122" creationId="{1FAFDF41-F5C1-95CC-AE5E-756473964D0A}"/>
          </ac:picMkLst>
        </pc:picChg>
      </pc:sldChg>
      <pc:sldChg chg="addSp delSp modSp add mod">
        <pc:chgData name="Richard Taylor" userId="fbfc1553-b23d-457b-a859-b112eb014c8c" providerId="ADAL" clId="{39AF5B6D-3D29-428C-B06F-37DC3C4D08EE}" dt="2025-07-14T06:18:35.083" v="630" actId="1076"/>
        <pc:sldMkLst>
          <pc:docMk/>
          <pc:sldMk cId="440838060" sldId="471"/>
        </pc:sldMkLst>
        <pc:spChg chg="add mod">
          <ac:chgData name="Richard Taylor" userId="fbfc1553-b23d-457b-a859-b112eb014c8c" providerId="ADAL" clId="{39AF5B6D-3D29-428C-B06F-37DC3C4D08EE}" dt="2025-07-14T06:18:35.083" v="630" actId="1076"/>
          <ac:spMkLst>
            <pc:docMk/>
            <pc:sldMk cId="440838060" sldId="471"/>
            <ac:spMk id="4" creationId="{E477E60C-3E0F-17A3-1C53-5C6349A44F23}"/>
          </ac:spMkLst>
        </pc:spChg>
        <pc:spChg chg="mod">
          <ac:chgData name="Richard Taylor" userId="fbfc1553-b23d-457b-a859-b112eb014c8c" providerId="ADAL" clId="{39AF5B6D-3D29-428C-B06F-37DC3C4D08EE}" dt="2025-07-14T06:13:11.421" v="585"/>
          <ac:spMkLst>
            <pc:docMk/>
            <pc:sldMk cId="440838060" sldId="471"/>
            <ac:spMk id="5" creationId="{F3089966-7AFF-F2C2-CF8F-739D5A839038}"/>
          </ac:spMkLst>
        </pc:spChg>
        <pc:spChg chg="del">
          <ac:chgData name="Richard Taylor" userId="fbfc1553-b23d-457b-a859-b112eb014c8c" providerId="ADAL" clId="{39AF5B6D-3D29-428C-B06F-37DC3C4D08EE}" dt="2025-07-14T06:12:57.861" v="583" actId="478"/>
          <ac:spMkLst>
            <pc:docMk/>
            <pc:sldMk cId="440838060" sldId="471"/>
            <ac:spMk id="8" creationId="{8FD26CBC-00F6-D427-1C39-C1D7B757B775}"/>
          </ac:spMkLst>
        </pc:spChg>
        <pc:spChg chg="mod">
          <ac:chgData name="Richard Taylor" userId="fbfc1553-b23d-457b-a859-b112eb014c8c" providerId="ADAL" clId="{39AF5B6D-3D29-428C-B06F-37DC3C4D08EE}" dt="2025-07-14T06:13:20.509" v="586" actId="1076"/>
          <ac:spMkLst>
            <pc:docMk/>
            <pc:sldMk cId="440838060" sldId="471"/>
            <ac:spMk id="9" creationId="{706D7A07-05E8-0169-DEB2-27C3112752D8}"/>
          </ac:spMkLst>
        </pc:spChg>
        <pc:picChg chg="del mod">
          <ac:chgData name="Richard Taylor" userId="fbfc1553-b23d-457b-a859-b112eb014c8c" providerId="ADAL" clId="{39AF5B6D-3D29-428C-B06F-37DC3C4D08EE}" dt="2025-07-14T06:12:53.445" v="581" actId="478"/>
          <ac:picMkLst>
            <pc:docMk/>
            <pc:sldMk cId="440838060" sldId="471"/>
            <ac:picMk id="7" creationId="{A317CA0F-DFB7-7DC9-DD9C-EA00A879515C}"/>
          </ac:picMkLst>
        </pc:picChg>
        <pc:picChg chg="del">
          <ac:chgData name="Richard Taylor" userId="fbfc1553-b23d-457b-a859-b112eb014c8c" providerId="ADAL" clId="{39AF5B6D-3D29-428C-B06F-37DC3C4D08EE}" dt="2025-07-14T06:12:55.205" v="582" actId="478"/>
          <ac:picMkLst>
            <pc:docMk/>
            <pc:sldMk cId="440838060" sldId="471"/>
            <ac:picMk id="5122" creationId="{52EC0F5A-E487-42DB-7FA8-0EC6B954F85E}"/>
          </ac:picMkLst>
        </pc:picChg>
        <pc:picChg chg="add mod">
          <ac:chgData name="Richard Taylor" userId="fbfc1553-b23d-457b-a859-b112eb014c8c" providerId="ADAL" clId="{39AF5B6D-3D29-428C-B06F-37DC3C4D08EE}" dt="2025-07-14T06:14:58.764" v="593" actId="14100"/>
          <ac:picMkLst>
            <pc:docMk/>
            <pc:sldMk cId="440838060" sldId="471"/>
            <ac:picMk id="6146" creationId="{B7D94519-2247-799F-8B16-1FD922B282B0}"/>
          </ac:picMkLst>
        </pc:picChg>
        <pc:picChg chg="add mod">
          <ac:chgData name="Richard Taylor" userId="fbfc1553-b23d-457b-a859-b112eb014c8c" providerId="ADAL" clId="{39AF5B6D-3D29-428C-B06F-37DC3C4D08EE}" dt="2025-07-14T06:14:55.920" v="592" actId="1076"/>
          <ac:picMkLst>
            <pc:docMk/>
            <pc:sldMk cId="440838060" sldId="471"/>
            <ac:picMk id="6148" creationId="{5E85EAB4-DAFC-4E9A-85AC-F8E60B00761C}"/>
          </ac:picMkLst>
        </pc:picChg>
      </pc:sldChg>
      <pc:sldChg chg="addSp delSp modSp add mod">
        <pc:chgData name="Richard Taylor" userId="fbfc1553-b23d-457b-a859-b112eb014c8c" providerId="ADAL" clId="{39AF5B6D-3D29-428C-B06F-37DC3C4D08EE}" dt="2025-07-14T06:18:39.306" v="631"/>
        <pc:sldMkLst>
          <pc:docMk/>
          <pc:sldMk cId="1241749429" sldId="472"/>
        </pc:sldMkLst>
        <pc:spChg chg="add del mod">
          <ac:chgData name="Richard Taylor" userId="fbfc1553-b23d-457b-a859-b112eb014c8c" providerId="ADAL" clId="{39AF5B6D-3D29-428C-B06F-37DC3C4D08EE}" dt="2025-07-14T06:15:34.133" v="601" actId="14100"/>
          <ac:spMkLst>
            <pc:docMk/>
            <pc:sldMk cId="1241749429" sldId="472"/>
            <ac:spMk id="5" creationId="{A0BBF164-0D7B-CF23-5172-F1F934FABF7D}"/>
          </ac:spMkLst>
        </pc:spChg>
        <pc:spChg chg="add mod">
          <ac:chgData name="Richard Taylor" userId="fbfc1553-b23d-457b-a859-b112eb014c8c" providerId="ADAL" clId="{39AF5B6D-3D29-428C-B06F-37DC3C4D08EE}" dt="2025-07-14T06:18:39.306" v="631"/>
          <ac:spMkLst>
            <pc:docMk/>
            <pc:sldMk cId="1241749429" sldId="472"/>
            <ac:spMk id="6" creationId="{AE1D37F4-34FF-B1AA-0C18-0C551EA21F6F}"/>
          </ac:spMkLst>
        </pc:spChg>
        <pc:spChg chg="mod">
          <ac:chgData name="Richard Taylor" userId="fbfc1553-b23d-457b-a859-b112eb014c8c" providerId="ADAL" clId="{39AF5B6D-3D29-428C-B06F-37DC3C4D08EE}" dt="2025-07-14T06:16:13.150" v="608" actId="20577"/>
          <ac:spMkLst>
            <pc:docMk/>
            <pc:sldMk cId="1241749429" sldId="472"/>
            <ac:spMk id="9" creationId="{FC16290D-F00A-2F45-3300-B3200403743C}"/>
          </ac:spMkLst>
        </pc:spChg>
        <pc:picChg chg="add mod">
          <ac:chgData name="Richard Taylor" userId="fbfc1553-b23d-457b-a859-b112eb014c8c" providerId="ADAL" clId="{39AF5B6D-3D29-428C-B06F-37DC3C4D08EE}" dt="2025-07-14T06:16:15.336" v="609" actId="1076"/>
          <ac:picMkLst>
            <pc:docMk/>
            <pc:sldMk cId="1241749429" sldId="472"/>
            <ac:picMk id="4" creationId="{CDD99F7D-F915-418D-7B73-A440886F996A}"/>
          </ac:picMkLst>
        </pc:picChg>
        <pc:picChg chg="del">
          <ac:chgData name="Richard Taylor" userId="fbfc1553-b23d-457b-a859-b112eb014c8c" providerId="ADAL" clId="{39AF5B6D-3D29-428C-B06F-37DC3C4D08EE}" dt="2025-07-14T06:15:47.391" v="602" actId="478"/>
          <ac:picMkLst>
            <pc:docMk/>
            <pc:sldMk cId="1241749429" sldId="472"/>
            <ac:picMk id="6146" creationId="{BC157E5B-BEE9-3BB2-270B-0F6D01D787E8}"/>
          </ac:picMkLst>
        </pc:picChg>
        <pc:picChg chg="del">
          <ac:chgData name="Richard Taylor" userId="fbfc1553-b23d-457b-a859-b112eb014c8c" providerId="ADAL" clId="{39AF5B6D-3D29-428C-B06F-37DC3C4D08EE}" dt="2025-07-14T06:15:49.119" v="603" actId="478"/>
          <ac:picMkLst>
            <pc:docMk/>
            <pc:sldMk cId="1241749429" sldId="472"/>
            <ac:picMk id="6148" creationId="{C5F990DA-9977-F2EC-D1D5-C97AC67F77B4}"/>
          </ac:picMkLst>
        </pc:picChg>
        <pc:picChg chg="add mod">
          <ac:chgData name="Richard Taylor" userId="fbfc1553-b23d-457b-a859-b112eb014c8c" providerId="ADAL" clId="{39AF5B6D-3D29-428C-B06F-37DC3C4D08EE}" dt="2025-07-14T06:18:12.882" v="611" actId="1076"/>
          <ac:picMkLst>
            <pc:docMk/>
            <pc:sldMk cId="1241749429" sldId="472"/>
            <ac:picMk id="7170" creationId="{1DEC8A96-4DC3-86B0-6704-FCEE62815F60}"/>
          </ac:picMkLst>
        </pc:picChg>
      </pc:sldChg>
      <pc:sldChg chg="modSp add mod">
        <pc:chgData name="Richard Taylor" userId="fbfc1553-b23d-457b-a859-b112eb014c8c" providerId="ADAL" clId="{39AF5B6D-3D29-428C-B06F-37DC3C4D08EE}" dt="2025-07-14T06:19:21.095" v="635"/>
        <pc:sldMkLst>
          <pc:docMk/>
          <pc:sldMk cId="925304029" sldId="473"/>
        </pc:sldMkLst>
        <pc:spChg chg="mod">
          <ac:chgData name="Richard Taylor" userId="fbfc1553-b23d-457b-a859-b112eb014c8c" providerId="ADAL" clId="{39AF5B6D-3D29-428C-B06F-37DC3C4D08EE}" dt="2025-07-14T06:19:21.095" v="635"/>
          <ac:spMkLst>
            <pc:docMk/>
            <pc:sldMk cId="925304029" sldId="473"/>
            <ac:spMk id="5" creationId="{FA883CDA-02F5-E0BB-CE0D-903BCFA3ED24}"/>
          </ac:spMkLst>
        </pc:spChg>
        <pc:spChg chg="mod">
          <ac:chgData name="Richard Taylor" userId="fbfc1553-b23d-457b-a859-b112eb014c8c" providerId="ADAL" clId="{39AF5B6D-3D29-428C-B06F-37DC3C4D08EE}" dt="2025-07-14T06:19:05.621" v="634"/>
          <ac:spMkLst>
            <pc:docMk/>
            <pc:sldMk cId="925304029" sldId="473"/>
            <ac:spMk id="9" creationId="{E5159169-140D-C352-D607-1E9EDA0D7DB6}"/>
          </ac:spMkLst>
        </pc:spChg>
      </pc:sldChg>
      <pc:sldChg chg="addSp delSp modSp add mod">
        <pc:chgData name="Richard Taylor" userId="fbfc1553-b23d-457b-a859-b112eb014c8c" providerId="ADAL" clId="{39AF5B6D-3D29-428C-B06F-37DC3C4D08EE}" dt="2025-07-14T06:21:33.531" v="652" actId="478"/>
        <pc:sldMkLst>
          <pc:docMk/>
          <pc:sldMk cId="3239395333" sldId="474"/>
        </pc:sldMkLst>
        <pc:spChg chg="mod">
          <ac:chgData name="Richard Taylor" userId="fbfc1553-b23d-457b-a859-b112eb014c8c" providerId="ADAL" clId="{39AF5B6D-3D29-428C-B06F-37DC3C4D08EE}" dt="2025-07-14T06:20:35.311" v="641"/>
          <ac:spMkLst>
            <pc:docMk/>
            <pc:sldMk cId="3239395333" sldId="474"/>
            <ac:spMk id="5" creationId="{23F90DB1-DB25-74B0-26F9-9C6750869B44}"/>
          </ac:spMkLst>
        </pc:spChg>
        <pc:spChg chg="del">
          <ac:chgData name="Richard Taylor" userId="fbfc1553-b23d-457b-a859-b112eb014c8c" providerId="ADAL" clId="{39AF5B6D-3D29-428C-B06F-37DC3C4D08EE}" dt="2025-07-14T06:21:33.531" v="652" actId="478"/>
          <ac:spMkLst>
            <pc:docMk/>
            <pc:sldMk cId="3239395333" sldId="474"/>
            <ac:spMk id="6" creationId="{1E32336E-344C-9DF9-3578-A2C2AA633D57}"/>
          </ac:spMkLst>
        </pc:spChg>
        <pc:spChg chg="mod">
          <ac:chgData name="Richard Taylor" userId="fbfc1553-b23d-457b-a859-b112eb014c8c" providerId="ADAL" clId="{39AF5B6D-3D29-428C-B06F-37DC3C4D08EE}" dt="2025-07-14T06:21:18.233" v="649" actId="14100"/>
          <ac:spMkLst>
            <pc:docMk/>
            <pc:sldMk cId="3239395333" sldId="474"/>
            <ac:spMk id="9" creationId="{B241E881-65E3-B2FB-7AFD-6E570695B26C}"/>
          </ac:spMkLst>
        </pc:spChg>
        <pc:spChg chg="add mod">
          <ac:chgData name="Richard Taylor" userId="fbfc1553-b23d-457b-a859-b112eb014c8c" providerId="ADAL" clId="{39AF5B6D-3D29-428C-B06F-37DC3C4D08EE}" dt="2025-07-14T06:21:29.487" v="651" actId="207"/>
          <ac:spMkLst>
            <pc:docMk/>
            <pc:sldMk cId="3239395333" sldId="474"/>
            <ac:spMk id="11" creationId="{3350E695-B756-BC13-666C-21677ED4EF74}"/>
          </ac:spMkLst>
        </pc:spChg>
        <pc:spChg chg="add mod">
          <ac:chgData name="Richard Taylor" userId="fbfc1553-b23d-457b-a859-b112eb014c8c" providerId="ADAL" clId="{39AF5B6D-3D29-428C-B06F-37DC3C4D08EE}" dt="2025-07-14T06:21:29.487" v="651" actId="207"/>
          <ac:spMkLst>
            <pc:docMk/>
            <pc:sldMk cId="3239395333" sldId="474"/>
            <ac:spMk id="12" creationId="{20C475D2-64EA-B90F-5B2B-2657345F05F3}"/>
          </ac:spMkLst>
        </pc:spChg>
        <pc:picChg chg="del">
          <ac:chgData name="Richard Taylor" userId="fbfc1553-b23d-457b-a859-b112eb014c8c" providerId="ADAL" clId="{39AF5B6D-3D29-428C-B06F-37DC3C4D08EE}" dt="2025-07-14T06:20:16.848" v="639" actId="478"/>
          <ac:picMkLst>
            <pc:docMk/>
            <pc:sldMk cId="3239395333" sldId="474"/>
            <ac:picMk id="4" creationId="{39461571-244B-997A-1644-E50E36FE68C5}"/>
          </ac:picMkLst>
        </pc:picChg>
        <pc:picChg chg="add mod">
          <ac:chgData name="Richard Taylor" userId="fbfc1553-b23d-457b-a859-b112eb014c8c" providerId="ADAL" clId="{39AF5B6D-3D29-428C-B06F-37DC3C4D08EE}" dt="2025-07-14T06:21:26.713" v="650"/>
          <ac:picMkLst>
            <pc:docMk/>
            <pc:sldMk cId="3239395333" sldId="474"/>
            <ac:picMk id="7" creationId="{4BA75BAF-BED1-E027-F75B-6FF8956D0590}"/>
          </ac:picMkLst>
        </pc:picChg>
        <pc:picChg chg="add mod">
          <ac:chgData name="Richard Taylor" userId="fbfc1553-b23d-457b-a859-b112eb014c8c" providerId="ADAL" clId="{39AF5B6D-3D29-428C-B06F-37DC3C4D08EE}" dt="2025-07-14T06:21:26.713" v="650"/>
          <ac:picMkLst>
            <pc:docMk/>
            <pc:sldMk cId="3239395333" sldId="474"/>
            <ac:picMk id="8" creationId="{45BE8E9D-59CF-AECA-D2E3-9F878F9AA924}"/>
          </ac:picMkLst>
        </pc:picChg>
        <pc:picChg chg="del">
          <ac:chgData name="Richard Taylor" userId="fbfc1553-b23d-457b-a859-b112eb014c8c" providerId="ADAL" clId="{39AF5B6D-3D29-428C-B06F-37DC3C4D08EE}" dt="2025-07-14T06:20:18.559" v="640" actId="478"/>
          <ac:picMkLst>
            <pc:docMk/>
            <pc:sldMk cId="3239395333" sldId="474"/>
            <ac:picMk id="7170" creationId="{E9CDD73E-5DA8-D354-1B2A-58594E1B86C5}"/>
          </ac:picMkLst>
        </pc:picChg>
      </pc:sldChg>
      <pc:sldChg chg="delSp modSp add mod ord">
        <pc:chgData name="Richard Taylor" userId="fbfc1553-b23d-457b-a859-b112eb014c8c" providerId="ADAL" clId="{39AF5B6D-3D29-428C-B06F-37DC3C4D08EE}" dt="2025-07-14T06:23:09.120" v="668"/>
        <pc:sldMkLst>
          <pc:docMk/>
          <pc:sldMk cId="1825794429" sldId="475"/>
        </pc:sldMkLst>
        <pc:spChg chg="mod">
          <ac:chgData name="Richard Taylor" userId="fbfc1553-b23d-457b-a859-b112eb014c8c" providerId="ADAL" clId="{39AF5B6D-3D29-428C-B06F-37DC3C4D08EE}" dt="2025-07-14T06:23:05.724" v="666" actId="14100"/>
          <ac:spMkLst>
            <pc:docMk/>
            <pc:sldMk cId="1825794429" sldId="475"/>
            <ac:spMk id="4" creationId="{0CF219B5-A2EB-2BC3-9C81-B3A30D6629E3}"/>
          </ac:spMkLst>
        </pc:spChg>
        <pc:spChg chg="mod">
          <ac:chgData name="Richard Taylor" userId="fbfc1553-b23d-457b-a859-b112eb014c8c" providerId="ADAL" clId="{39AF5B6D-3D29-428C-B06F-37DC3C4D08EE}" dt="2025-07-14T06:22:45.689" v="663"/>
          <ac:spMkLst>
            <pc:docMk/>
            <pc:sldMk cId="1825794429" sldId="475"/>
            <ac:spMk id="5" creationId="{58ED0C12-7674-B911-C1B9-F2E0D05071B1}"/>
          </ac:spMkLst>
        </pc:spChg>
        <pc:picChg chg="del">
          <ac:chgData name="Richard Taylor" userId="fbfc1553-b23d-457b-a859-b112eb014c8c" providerId="ADAL" clId="{39AF5B6D-3D29-428C-B06F-37DC3C4D08EE}" dt="2025-07-14T06:23:00.722" v="665" actId="478"/>
          <ac:picMkLst>
            <pc:docMk/>
            <pc:sldMk cId="1825794429" sldId="475"/>
            <ac:picMk id="2050" creationId="{F5792FDA-9C7F-B050-3C09-CB7075300C40}"/>
          </ac:picMkLst>
        </pc:picChg>
      </pc:sldChg>
      <pc:sldMasterChg chg="del delSldLayout">
        <pc:chgData name="Richard Taylor" userId="fbfc1553-b23d-457b-a859-b112eb014c8c" providerId="ADAL" clId="{39AF5B6D-3D29-428C-B06F-37DC3C4D08EE}" dt="2025-07-14T06:23:11.650" v="669" actId="47"/>
        <pc:sldMasterMkLst>
          <pc:docMk/>
          <pc:sldMasterMk cId="787273693" sldId="2147483728"/>
        </pc:sldMasterMkLst>
        <pc:sldLayoutChg chg="del">
          <pc:chgData name="Richard Taylor" userId="fbfc1553-b23d-457b-a859-b112eb014c8c" providerId="ADAL" clId="{39AF5B6D-3D29-428C-B06F-37DC3C4D08EE}" dt="2025-07-14T06:23:11.650" v="669" actId="47"/>
          <pc:sldLayoutMkLst>
            <pc:docMk/>
            <pc:sldMasterMk cId="787273693" sldId="2147483728"/>
            <pc:sldLayoutMk cId="3807653096" sldId="2147483729"/>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954536712" sldId="2147483730"/>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084340992" sldId="2147483731"/>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183710220" sldId="2147483732"/>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606564649" sldId="2147483733"/>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4173516517" sldId="2147483734"/>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983646515" sldId="2147483735"/>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8714796" sldId="2147483736"/>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920224873" sldId="2147483737"/>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108466933" sldId="2147483738"/>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516494900" sldId="2147483739"/>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740730810" sldId="2147483740"/>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319831508" sldId="2147483741"/>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699636897" sldId="2147483742"/>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885805772" sldId="2147483743"/>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665852795" sldId="2147483744"/>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294485743" sldId="2147483745"/>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3667129471" sldId="2147483746"/>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921856397" sldId="2147483747"/>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945023915" sldId="2147483748"/>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013784894" sldId="2147483749"/>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3738501286" sldId="2147483750"/>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777551635" sldId="2147483751"/>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47576436" sldId="2147483752"/>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704589167" sldId="2147483753"/>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3272621652" sldId="2147483754"/>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3821683825" sldId="2147483755"/>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300503323" sldId="2147483756"/>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610165997" sldId="2147483757"/>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940843053" sldId="2147483758"/>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3428251256" sldId="2147483759"/>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453046572" sldId="2147483760"/>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849760565" sldId="2147483761"/>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945307979" sldId="2147483762"/>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85711128" sldId="2147483763"/>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612165466" sldId="2147483764"/>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4007562125" sldId="2147483765"/>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775100375" sldId="2147483766"/>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544998209" sldId="2147483767"/>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1424966649" sldId="2147483768"/>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995893995" sldId="2147483769"/>
          </pc:sldLayoutMkLst>
        </pc:sldLayoutChg>
        <pc:sldLayoutChg chg="del">
          <pc:chgData name="Richard Taylor" userId="fbfc1553-b23d-457b-a859-b112eb014c8c" providerId="ADAL" clId="{39AF5B6D-3D29-428C-B06F-37DC3C4D08EE}" dt="2025-07-14T06:23:11.650" v="669" actId="47"/>
          <pc:sldLayoutMkLst>
            <pc:docMk/>
            <pc:sldMasterMk cId="787273693" sldId="2147483728"/>
            <pc:sldLayoutMk cId="2012142104" sldId="2147483770"/>
          </pc:sldLayoutMkLst>
        </pc:sldLayoutChg>
        <pc:sldLayoutChg chg="del">
          <pc:chgData name="Richard Taylor" userId="fbfc1553-b23d-457b-a859-b112eb014c8c" providerId="ADAL" clId="{39AF5B6D-3D29-428C-B06F-37DC3C4D08EE}" dt="2025-07-14T06:21:59.625" v="657" actId="47"/>
          <pc:sldLayoutMkLst>
            <pc:docMk/>
            <pc:sldMasterMk cId="787273693" sldId="2147483728"/>
            <pc:sldLayoutMk cId="2250178615" sldId="2147483771"/>
          </pc:sldLayoutMkLst>
        </pc:sldLayoutChg>
      </pc:sldMasterChg>
      <pc:sldMasterChg chg="del delSldLayout">
        <pc:chgData name="Richard Taylor" userId="fbfc1553-b23d-457b-a859-b112eb014c8c" providerId="ADAL" clId="{39AF5B6D-3D29-428C-B06F-37DC3C4D08EE}" dt="2025-07-09T04:59:50.827" v="52" actId="47"/>
        <pc:sldMasterMkLst>
          <pc:docMk/>
          <pc:sldMasterMk cId="2162915277" sldId="2147483728"/>
        </pc:sldMasterMkLst>
        <pc:sldLayoutChg chg="del">
          <pc:chgData name="Richard Taylor" userId="fbfc1553-b23d-457b-a859-b112eb014c8c" providerId="ADAL" clId="{39AF5B6D-3D29-428C-B06F-37DC3C4D08EE}" dt="2025-07-09T04:59:50.827" v="52" actId="47"/>
          <pc:sldLayoutMkLst>
            <pc:docMk/>
            <pc:sldMasterMk cId="2162915277" sldId="2147483728"/>
            <pc:sldLayoutMk cId="3001053526" sldId="214748372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959510454" sldId="2147483730"/>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78855336" sldId="2147483731"/>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585050116" sldId="2147483732"/>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998533438" sldId="2147483733"/>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396459162" sldId="2147483734"/>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914546740" sldId="2147483735"/>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956193007" sldId="2147483736"/>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767587099" sldId="2147483737"/>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910873714" sldId="2147483738"/>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754953668" sldId="214748373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210049927" sldId="2147483740"/>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458577994" sldId="2147483741"/>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650794932" sldId="2147483742"/>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081780286" sldId="2147483743"/>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978744401" sldId="2147483744"/>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565640878" sldId="2147483745"/>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215124581" sldId="2147483746"/>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87814181" sldId="2147483747"/>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753546470" sldId="2147483748"/>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425565233" sldId="214748374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580873280" sldId="2147483750"/>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762779462" sldId="2147483751"/>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643399039" sldId="2147483752"/>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231572352" sldId="2147483753"/>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4088258762" sldId="2147483754"/>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329473080" sldId="2147483755"/>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190428935" sldId="2147483756"/>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65373661" sldId="2147483757"/>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550929809" sldId="2147483758"/>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665760789" sldId="214748375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664765799" sldId="2147483760"/>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768911884" sldId="2147483761"/>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593660238" sldId="2147483762"/>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888078190" sldId="2147483763"/>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110714066" sldId="2147483764"/>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156263838" sldId="2147483765"/>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3838155095" sldId="2147483766"/>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160768607" sldId="2147483767"/>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715732650" sldId="2147483769"/>
          </pc:sldLayoutMkLst>
        </pc:sldLayoutChg>
        <pc:sldLayoutChg chg="del">
          <pc:chgData name="Richard Taylor" userId="fbfc1553-b23d-457b-a859-b112eb014c8c" providerId="ADAL" clId="{39AF5B6D-3D29-428C-B06F-37DC3C4D08EE}" dt="2025-07-09T04:59:50.827" v="52" actId="47"/>
          <pc:sldLayoutMkLst>
            <pc:docMk/>
            <pc:sldMasterMk cId="2162915277" sldId="2147483728"/>
            <pc:sldLayoutMk cId="286484912" sldId="214748377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6FACB9-5442-42CB-A03F-8E81835DABF7}" type="datetimeFigureOut">
              <a:rPr lang="en-AU" smtClean="0"/>
              <a:t>14/07/2025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395630-C934-4A98-9A10-DCA406879285}" type="slidenum">
              <a:rPr lang="en-AU" smtClean="0"/>
              <a:t>‹#›</a:t>
            </a:fld>
            <a:endParaRPr lang="en-AU"/>
          </a:p>
        </p:txBody>
      </p:sp>
    </p:spTree>
    <p:extLst>
      <p:ext uri="{BB962C8B-B14F-4D97-AF65-F5344CB8AC3E}">
        <p14:creationId xmlns:p14="http://schemas.microsoft.com/office/powerpoint/2010/main" val="3854307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EE63A4-6533-8C00-1745-27986CB0ED5E}"/>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A7138DFB-50FB-95EF-C146-56099F029C0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marL="0" marR="0" lvl="0" indent="0" algn="r" defTabSz="914400" rtl="0" eaLnBrk="1" fontAlgn="auto" latinLnBrk="0" hangingPunct="1">
              <a:lnSpc>
                <a:spcPct val="100000"/>
              </a:lnSpc>
              <a:spcBef>
                <a:spcPct val="0"/>
              </a:spcBef>
              <a:spcAft>
                <a:spcPts val="0"/>
              </a:spcAft>
              <a:buClrTx/>
              <a:buSzPct val="100000"/>
              <a:buFontTx/>
              <a:buNone/>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a:pPr>
            <a:fld id="{EF6F970B-03FB-430B-854E-8DBE840C14F8}" type="slidenum">
              <a:rPr kumimoji="0" lang="en-AU" altLang="en-US" sz="1300" b="0" i="0" u="none" strike="noStrike" kern="1200" cap="none" spc="0" normalizeH="0" baseline="0" noProof="0" smtClean="0">
                <a:ln>
                  <a:noFill/>
                </a:ln>
                <a:solidFill>
                  <a:srgbClr val="000000"/>
                </a:solidFill>
                <a:effectLst/>
                <a:uLnTx/>
                <a:uFillTx/>
                <a:latin typeface="Arial" panose="020B0604020202020204" pitchFamily="34" charset="0"/>
                <a:ea typeface="Arial Unicode MS" panose="020B0604020202020204" pitchFamily="34" charset="-128"/>
                <a:cs typeface="+mn-cs"/>
              </a:rPr>
              <a:pPr marL="0" marR="0" lvl="0" indent="0" algn="r" defTabSz="914400" rtl="0" eaLnBrk="1" fontAlgn="auto" latinLnBrk="0" hangingPunct="1">
                <a:lnSpc>
                  <a:spcPct val="100000"/>
                </a:lnSpc>
                <a:spcBef>
                  <a:spcPct val="0"/>
                </a:spcBef>
                <a:spcAft>
                  <a:spcPts val="0"/>
                </a:spcAft>
                <a:buClrTx/>
                <a:buSzPct val="100000"/>
                <a:buFontTx/>
                <a:buNone/>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a:pPr>
              <a:t>2</a:t>
            </a:fld>
            <a:endParaRPr kumimoji="0" lang="en-AU" altLang="en-US" sz="1300" b="0" i="0" u="none" strike="noStrike" kern="1200" cap="none" spc="0" normalizeH="0" baseline="0" noProof="0">
              <a:ln>
                <a:noFill/>
              </a:ln>
              <a:solidFill>
                <a:srgbClr val="000000"/>
              </a:solidFill>
              <a:effectLst/>
              <a:uLnTx/>
              <a:uFillTx/>
              <a:latin typeface="Arial" panose="020B0604020202020204" pitchFamily="34" charset="0"/>
              <a:ea typeface="Arial Unicode MS" panose="020B0604020202020204" pitchFamily="34" charset="-128"/>
              <a:cs typeface="+mn-cs"/>
            </a:endParaRPr>
          </a:p>
        </p:txBody>
      </p:sp>
      <p:sp>
        <p:nvSpPr>
          <p:cNvPr id="70659" name="Rectangle 1">
            <a:extLst>
              <a:ext uri="{FF2B5EF4-FFF2-40B4-BE49-F238E27FC236}">
                <a16:creationId xmlns:a16="http://schemas.microsoft.com/office/drawing/2014/main" id="{E736485B-C84F-710C-3B00-5878F92DDB97}"/>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E38D1C80-57C9-AC9A-1F75-2856BF3B8CAA}"/>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943178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27B2E1-36B1-A6AB-7298-2F97F56C356B}"/>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C5B7FE2D-DD64-DEBB-4987-36E9E1FE676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5</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A5C4ADE7-F604-8FDF-C078-127B77F55502}"/>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2C42C0A9-2E7E-C624-F1D7-E386A7233451}"/>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2755813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5FCC3E2-902F-C0D1-3C6C-ACDCAE6986F4}"/>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483D597B-E3F3-15CB-7501-2452D995EAE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6</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6378C983-4054-77D5-DFA7-9B781837CF6B}"/>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1173EAE7-D141-ED84-E795-8DB653975E34}"/>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1685559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3820E9-3262-BBC7-3891-2B43CCC4152A}"/>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19C0ADBE-D829-7FD2-FF36-F2464AC4B2F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7</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F67F654C-7A33-83FF-AB1A-4F2273077744}"/>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6C199A8D-58F6-A343-3DEA-3E536BA01531}"/>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3364359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grpSp>
        <p:nvGrpSpPr>
          <p:cNvPr id="15" name="Group 9">
            <a:extLst>
              <a:ext uri="{FF2B5EF4-FFF2-40B4-BE49-F238E27FC236}">
                <a16:creationId xmlns:a16="http://schemas.microsoft.com/office/drawing/2014/main" id="{68AAA168-4901-191E-C934-CE688E023730}"/>
              </a:ext>
            </a:extLst>
          </p:cNvPr>
          <p:cNvGrpSpPr/>
          <p:nvPr userDrawn="1"/>
        </p:nvGrpSpPr>
        <p:grpSpPr>
          <a:xfrm>
            <a:off x="0" y="0"/>
            <a:ext cx="12192000" cy="6858000"/>
            <a:chOff x="0" y="0"/>
            <a:chExt cx="17339733" cy="9753600"/>
          </a:xfrm>
        </p:grpSpPr>
        <p:sp>
          <p:nvSpPr>
            <p:cNvPr id="16" name="Freeform 10">
              <a:extLst>
                <a:ext uri="{FF2B5EF4-FFF2-40B4-BE49-F238E27FC236}">
                  <a16:creationId xmlns:a16="http://schemas.microsoft.com/office/drawing/2014/main" id="{D12B860B-08C4-0BC5-D35E-EBD0BEC55A3B}"/>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7" name="Group 2">
            <a:extLst>
              <a:ext uri="{FF2B5EF4-FFF2-40B4-BE49-F238E27FC236}">
                <a16:creationId xmlns:a16="http://schemas.microsoft.com/office/drawing/2014/main" id="{58F146F9-4DB6-EF6B-7A93-1EB4AADC5B66}"/>
              </a:ext>
            </a:extLst>
          </p:cNvPr>
          <p:cNvGrpSpPr/>
          <p:nvPr userDrawn="1"/>
        </p:nvGrpSpPr>
        <p:grpSpPr>
          <a:xfrm rot="-10800000">
            <a:off x="11045567" y="-12700"/>
            <a:ext cx="1146433" cy="1146433"/>
            <a:chOff x="0" y="0"/>
            <a:chExt cx="1630482" cy="1630482"/>
          </a:xfrm>
        </p:grpSpPr>
        <p:sp>
          <p:nvSpPr>
            <p:cNvPr id="18" name="Freeform 3">
              <a:extLst>
                <a:ext uri="{FF2B5EF4-FFF2-40B4-BE49-F238E27FC236}">
                  <a16:creationId xmlns:a16="http://schemas.microsoft.com/office/drawing/2014/main" id="{308D6B99-6919-5AC9-813A-A6DFDBB8F04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19" name="TextBox 10">
            <a:extLst>
              <a:ext uri="{FF2B5EF4-FFF2-40B4-BE49-F238E27FC236}">
                <a16:creationId xmlns:a16="http://schemas.microsoft.com/office/drawing/2014/main" id="{CC318079-065A-5C59-95AA-558BE0FFCA54}"/>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32689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84889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7301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605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55995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8541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20164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7376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91360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72355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1246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grpSp>
        <p:nvGrpSpPr>
          <p:cNvPr id="17" name="Group 9">
            <a:extLst>
              <a:ext uri="{FF2B5EF4-FFF2-40B4-BE49-F238E27FC236}">
                <a16:creationId xmlns:a16="http://schemas.microsoft.com/office/drawing/2014/main" id="{7546362F-7599-2FAA-AE78-AD91060003E0}"/>
              </a:ext>
            </a:extLst>
          </p:cNvPr>
          <p:cNvGrpSpPr/>
          <p:nvPr userDrawn="1"/>
        </p:nvGrpSpPr>
        <p:grpSpPr>
          <a:xfrm>
            <a:off x="0" y="0"/>
            <a:ext cx="12192000" cy="6858000"/>
            <a:chOff x="0" y="0"/>
            <a:chExt cx="17339733" cy="9753600"/>
          </a:xfrm>
        </p:grpSpPr>
        <p:sp>
          <p:nvSpPr>
            <p:cNvPr id="18" name="Freeform 10">
              <a:extLst>
                <a:ext uri="{FF2B5EF4-FFF2-40B4-BE49-F238E27FC236}">
                  <a16:creationId xmlns:a16="http://schemas.microsoft.com/office/drawing/2014/main" id="{B3DD606C-F406-A17C-80B2-0DEEAA13603E}"/>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9" name="Group 2">
            <a:extLst>
              <a:ext uri="{FF2B5EF4-FFF2-40B4-BE49-F238E27FC236}">
                <a16:creationId xmlns:a16="http://schemas.microsoft.com/office/drawing/2014/main" id="{6809E054-5F6E-F5B9-1009-0EF30A82BAB9}"/>
              </a:ext>
            </a:extLst>
          </p:cNvPr>
          <p:cNvGrpSpPr/>
          <p:nvPr userDrawn="1"/>
        </p:nvGrpSpPr>
        <p:grpSpPr>
          <a:xfrm rot="-10800000">
            <a:off x="11045567" y="-12700"/>
            <a:ext cx="1146433" cy="1146433"/>
            <a:chOff x="0" y="0"/>
            <a:chExt cx="1630482" cy="1630482"/>
          </a:xfrm>
        </p:grpSpPr>
        <p:sp>
          <p:nvSpPr>
            <p:cNvPr id="20" name="Freeform 3">
              <a:extLst>
                <a:ext uri="{FF2B5EF4-FFF2-40B4-BE49-F238E27FC236}">
                  <a16:creationId xmlns:a16="http://schemas.microsoft.com/office/drawing/2014/main" id="{1F644548-D707-A840-998C-BA16B562847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21" name="TextBox 10">
            <a:extLst>
              <a:ext uri="{FF2B5EF4-FFF2-40B4-BE49-F238E27FC236}">
                <a16:creationId xmlns:a16="http://schemas.microsoft.com/office/drawing/2014/main" id="{86B5217A-2963-8ECD-A2C4-00DF5372F72B}"/>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cSld>
  <p:clrMap bg1="lt1" tx1="dk1" bg2="lt2" tx2="dk2" accent1="accent1" accent2="accent2" accent3="accent3" accent4="accent4" accent5="accent5" accent6="accent6" hlink="hlink" folHlink="folHlink"/>
  <p:sldLayoutIdLst>
    <p:sldLayoutId id="2147483655"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7/14/2025</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98524506"/>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sbs.com.au/news/article/2-4-million-brittany-higgins-compensation-payout-found-not-corrupt-by-nacc-watchdog/vbyhwwtmv" TargetMode="External"/><Relationship Id="rId7" Type="http://schemas.openxmlformats.org/officeDocument/2006/relationships/hyperlink" Target="https://www.abc.net.au/news/2025-03-10/victoria-foi-secrecy-data-government-ovic-records-backlog/105002120" TargetMode="External"/><Relationship Id="rId2" Type="http://schemas.openxmlformats.org/officeDocument/2006/relationships/image" Target="../media/image3.png"/><Relationship Id="rId1" Type="http://schemas.openxmlformats.org/officeDocument/2006/relationships/slideLayout" Target="../slideLayouts/slideLayout17.xml"/><Relationship Id="rId6" Type="http://schemas.openxmlformats.org/officeDocument/2006/relationships/image" Target="../media/image5.png"/><Relationship Id="rId5" Type="http://schemas.openxmlformats.org/officeDocument/2006/relationships/hyperlink" Target="https://www.refugeecouncil.org.au/findings-on-offshore-detention-at-sea/"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aus01.safelinks.protection.outlook.com/?url=http%3A%2F%2Fwww.smh.com.au%2Fbusiness%2Fmining-and-resources%2Ffederal-court-overturns-approval-of-adani-carmichael-coal-mine-in-queensland-20150805-girtz9.html&amp;data=04%7C01%7Calana.ryan%40rmit.edu.au%7C29d13f7ee2e7463dcd5d08da0c61708d%7Cd1323671cdbe4417b4d4bdb24b51316b%7C0%7C0%7C637835911160341490%7CUnknown%7CTWFpbGZsb3d8eyJWIjoiMC4wLjAwMDAiLCJQIjoiV2luMzIiLCJBTiI6Ik1haWwiLCJXVCI6Mn0%3D%7C3000&amp;sdata=j0%2BmjYiwab3kbOqayZ5fnoeeAOjd2Wgle4FgimqslFw%3D&amp;reserved=0" TargetMode="Externa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4.jpeg"/><Relationship Id="rId4" Type="http://schemas.openxmlformats.org/officeDocument/2006/relationships/image" Target="../media/image23.tiff"/></Relationships>
</file>

<file path=ppt/slides/_rels/slide21.xml.rels><?xml version="1.0" encoding="UTF-8" standalone="yes"?>
<Relationships xmlns="http://schemas.openxmlformats.org/package/2006/relationships"><Relationship Id="rId3" Type="http://schemas.openxmlformats.org/officeDocument/2006/relationships/hyperlink" Target="https://www.theguardian.com/australia-news/2019/nov/15/australian-litigation-funding-giant-rejects-christian-porters-lawfare-claim" TargetMode="External"/><Relationship Id="rId2" Type="http://schemas.openxmlformats.org/officeDocument/2006/relationships/hyperlink" Target="http://www.theaustralian.com.au/national-affairs/george-brandis-moves-to-end-lawfare-sabotage/news-story/17c875ed6b26ac342cae158e1b512231"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a:p>
        </p:txBody>
      </p:sp>
      <p:grpSp>
        <p:nvGrpSpPr>
          <p:cNvPr id="9" name="Group 9"/>
          <p:cNvGrpSpPr/>
          <p:nvPr/>
        </p:nvGrpSpPr>
        <p:grpSpPr>
          <a:xfrm>
            <a:off x="0" y="0"/>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1" name="Group 11"/>
          <p:cNvGrpSpPr/>
          <p:nvPr/>
        </p:nvGrpSpPr>
        <p:grpSpPr>
          <a:xfrm>
            <a:off x="0" y="6065521"/>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sp>
        <p:nvSpPr>
          <p:cNvPr id="13" name="Freeform 13"/>
          <p:cNvSpPr/>
          <p:nvPr/>
        </p:nvSpPr>
        <p:spPr>
          <a:xfrm>
            <a:off x="10786058" y="6228232"/>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a:p>
          </p:txBody>
        </p:sp>
      </p:grpSp>
      <p:sp>
        <p:nvSpPr>
          <p:cNvPr id="16" name="TextBox 16"/>
          <p:cNvSpPr txBox="1"/>
          <p:nvPr/>
        </p:nvSpPr>
        <p:spPr>
          <a:xfrm>
            <a:off x="2537900" y="1790291"/>
            <a:ext cx="6910899" cy="1863395"/>
          </a:xfrm>
          <a:prstGeom prst="rect">
            <a:avLst/>
          </a:prstGeom>
        </p:spPr>
        <p:txBody>
          <a:bodyPr wrap="square" lIns="0" tIns="0" rIns="0" bIns="0" rtlCol="0" anchor="t">
            <a:spAutoFit/>
          </a:bodyPr>
          <a:lstStyle/>
          <a:p>
            <a:pPr algn="l">
              <a:lnSpc>
                <a:spcPts val="4800"/>
              </a:lnSpc>
            </a:pPr>
            <a:r>
              <a:rPr lang="en-US" sz="4000" b="1" dirty="0">
                <a:solidFill>
                  <a:srgbClr val="7AE1AA"/>
                </a:solidFill>
                <a:latin typeface="Arial Bold"/>
                <a:ea typeface="Arial Bold"/>
                <a:cs typeface="Arial Bold"/>
                <a:sym typeface="Arial Bold"/>
              </a:rPr>
              <a:t>—</a:t>
            </a:r>
          </a:p>
          <a:p>
            <a:pPr algn="l">
              <a:lnSpc>
                <a:spcPts val="5280"/>
              </a:lnSpc>
            </a:pPr>
            <a:r>
              <a:rPr lang="en-US" sz="4400" b="1" dirty="0">
                <a:solidFill>
                  <a:srgbClr val="FFFFFF"/>
                </a:solidFill>
                <a:latin typeface="Arial Bold"/>
                <a:ea typeface="Arial Bold"/>
                <a:cs typeface="Arial Bold"/>
                <a:sym typeface="Arial Bold"/>
              </a:rPr>
              <a:t>Administrative Law 2025</a:t>
            </a:r>
          </a:p>
          <a:p>
            <a:pPr algn="l">
              <a:lnSpc>
                <a:spcPts val="5280"/>
              </a:lnSpc>
            </a:pPr>
            <a:r>
              <a:rPr lang="en-US" sz="2000" b="1" dirty="0">
                <a:solidFill>
                  <a:srgbClr val="FFFFFF"/>
                </a:solidFill>
                <a:latin typeface="Arial Bold"/>
                <a:ea typeface="Arial Bold"/>
                <a:cs typeface="Arial Bold"/>
                <a:sym typeface="Arial Bold"/>
              </a:rPr>
              <a:t>Week 6 Judicial Review</a:t>
            </a:r>
          </a:p>
        </p:txBody>
      </p:sp>
      <p:sp>
        <p:nvSpPr>
          <p:cNvPr id="17" name="TextBox 17"/>
          <p:cNvSpPr txBox="1"/>
          <p:nvPr/>
        </p:nvSpPr>
        <p:spPr>
          <a:xfrm>
            <a:off x="2537901" y="5133185"/>
            <a:ext cx="5407462" cy="636072"/>
          </a:xfrm>
          <a:prstGeom prst="rect">
            <a:avLst/>
          </a:prstGeom>
        </p:spPr>
        <p:txBody>
          <a:bodyPr lIns="0" tIns="0" rIns="0" bIns="0" rtlCol="0" anchor="t">
            <a:spAutoFit/>
          </a:bodyPr>
          <a:lstStyle/>
          <a:p>
            <a:pPr algn="l">
              <a:lnSpc>
                <a:spcPts val="2879"/>
              </a:lnSpc>
            </a:pPr>
            <a:r>
              <a:rPr lang="en-US" sz="2399" dirty="0">
                <a:solidFill>
                  <a:srgbClr val="FFFFFF"/>
                </a:solidFill>
                <a:latin typeface="Arial"/>
                <a:ea typeface="Arial"/>
                <a:cs typeface="Arial"/>
                <a:sym typeface="Arial"/>
              </a:rPr>
              <a:t>Dr Richard Taylor</a:t>
            </a:r>
          </a:p>
          <a:p>
            <a:pPr algn="l">
              <a:lnSpc>
                <a:spcPts val="2160"/>
              </a:lnSpc>
            </a:pPr>
            <a:r>
              <a:rPr lang="en-US" sz="1800" dirty="0">
                <a:solidFill>
                  <a:srgbClr val="FFFFFF"/>
                </a:solidFill>
                <a:latin typeface="Arial"/>
                <a:ea typeface="Arial"/>
                <a:cs typeface="Arial"/>
                <a:sym typeface="Arial"/>
              </a:rPr>
              <a:t>Lecturer, School of Law</a:t>
            </a:r>
          </a:p>
        </p:txBody>
      </p:sp>
      <p:sp>
        <p:nvSpPr>
          <p:cNvPr id="18" name="AutoShape 18"/>
          <p:cNvSpPr/>
          <p:nvPr/>
        </p:nvSpPr>
        <p:spPr>
          <a:xfrm rot="47869">
            <a:off x="2533397" y="5059348"/>
            <a:ext cx="1824172" cy="0"/>
          </a:xfrm>
          <a:prstGeom prst="line">
            <a:avLst/>
          </a:prstGeom>
          <a:ln w="19050" cap="rnd">
            <a:solidFill>
              <a:srgbClr val="7AE1AA"/>
            </a:solidFill>
            <a:prstDash val="solid"/>
            <a:headEnd type="none" w="sm" len="sm"/>
            <a:tailEnd type="none" w="sm" len="sm"/>
          </a:ln>
        </p:spPr>
        <p:txBody>
          <a:bodyPr/>
          <a:lstStyle/>
          <a:p>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AF7A-DC1E-7783-C641-BA53C151A425}"/>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6EF7CFD2-23F1-201E-BB39-FF3DEE1D2A66}"/>
              </a:ext>
            </a:extLst>
          </p:cNvPr>
          <p:cNvSpPr txBox="1">
            <a:spLocks noChangeArrowheads="1"/>
          </p:cNvSpPr>
          <p:nvPr/>
        </p:nvSpPr>
        <p:spPr bwMode="auto">
          <a:xfrm>
            <a:off x="997183" y="1875939"/>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Pct val="100000"/>
              <a:buFont typeface="Times New Roman" panose="02020603050405020304" pitchFamily="18" charset="0"/>
              <a:buNone/>
              <a:tabLst/>
              <a:defRPr/>
            </a:pPr>
            <a:endParaRPr kumimoji="0" lang="en-US" alt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a:extLst>
              <a:ext uri="{FF2B5EF4-FFF2-40B4-BE49-F238E27FC236}">
                <a16:creationId xmlns:a16="http://schemas.microsoft.com/office/drawing/2014/main" id="{468900A8-8153-2EEB-A2AE-86FE7044035F}"/>
              </a:ext>
            </a:extLst>
          </p:cNvPr>
          <p:cNvSpPr txBox="1"/>
          <p:nvPr/>
        </p:nvSpPr>
        <p:spPr>
          <a:xfrm>
            <a:off x="533400" y="567211"/>
            <a:ext cx="8153400" cy="480131"/>
          </a:xfrm>
          <a:prstGeom prst="rect">
            <a:avLst/>
          </a:prstGeom>
          <a:noFill/>
        </p:spPr>
        <p:txBody>
          <a:bodyPr wrap="square">
            <a:spAutoFit/>
          </a:bodyPr>
          <a:lstStyle/>
          <a:p>
            <a:pPr marL="342891" marR="0" lvl="0" indent="-341305" algn="l" defTabSz="1219170" rtl="0" eaLnBrk="1" fontAlgn="auto" latinLnBrk="0" hangingPunct="1">
              <a:lnSpc>
                <a:spcPct val="90000"/>
              </a:lnSpc>
              <a:spcBef>
                <a:spcPts val="0"/>
              </a:spcBef>
              <a:spcAft>
                <a:spcPts val="1200"/>
              </a:spcAft>
              <a:buClrTx/>
              <a:buSzPct val="100000"/>
              <a:buFontTx/>
              <a:buNone/>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kumimoji="0" lang="en-AU" sz="2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Agenda</a:t>
            </a:r>
          </a:p>
        </p:txBody>
      </p:sp>
      <p:grpSp>
        <p:nvGrpSpPr>
          <p:cNvPr id="45" name="Group 44">
            <a:extLst>
              <a:ext uri="{FF2B5EF4-FFF2-40B4-BE49-F238E27FC236}">
                <a16:creationId xmlns:a16="http://schemas.microsoft.com/office/drawing/2014/main" id="{AA8F17D7-4946-0F02-1807-697D7389F144}"/>
              </a:ext>
            </a:extLst>
          </p:cNvPr>
          <p:cNvGrpSpPr/>
          <p:nvPr/>
        </p:nvGrpSpPr>
        <p:grpSpPr>
          <a:xfrm>
            <a:off x="1524000" y="1524000"/>
            <a:ext cx="8888648" cy="4293228"/>
            <a:chOff x="1651677" y="1731054"/>
            <a:chExt cx="8888648" cy="4293228"/>
          </a:xfrm>
        </p:grpSpPr>
        <p:sp>
          <p:nvSpPr>
            <p:cNvPr id="2" name="Shape;2234;p44">
              <a:extLst>
                <a:ext uri="{FF2B5EF4-FFF2-40B4-BE49-F238E27FC236}">
                  <a16:creationId xmlns:a16="http://schemas.microsoft.com/office/drawing/2014/main" id="{C3D1E324-97EF-43EF-A588-256F3BA694A8}"/>
                </a:ext>
              </a:extLst>
            </p:cNvPr>
            <p:cNvSpPr/>
            <p:nvPr/>
          </p:nvSpPr>
          <p:spPr>
            <a:xfrm>
              <a:off x="2098942" y="1732110"/>
              <a:ext cx="3725025" cy="961142"/>
            </a:xfrm>
            <a:custGeom>
              <a:avLst/>
              <a:gdLst/>
              <a:ahLst/>
              <a:cxnLst/>
              <a:rect l="l" t="t" r="r" b="b"/>
              <a:pathLst>
                <a:path w="104014" h="26838" extrusionOk="0">
                  <a:moveTo>
                    <a:pt x="1" y="1"/>
                  </a:moveTo>
                  <a:lnTo>
                    <a:pt x="1" y="26837"/>
                  </a:lnTo>
                  <a:lnTo>
                    <a:pt x="90929" y="26837"/>
                  </a:lnTo>
                  <a:cubicBezTo>
                    <a:pt x="98156" y="26837"/>
                    <a:pt x="104014" y="20980"/>
                    <a:pt x="104014" y="13753"/>
                  </a:cubicBezTo>
                  <a:lnTo>
                    <a:pt x="104014" y="11205"/>
                  </a:lnTo>
                  <a:cubicBezTo>
                    <a:pt x="104014" y="5013"/>
                    <a:pt x="98989" y="1"/>
                    <a:pt x="92810"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 name="Shape;2235;p44">
              <a:extLst>
                <a:ext uri="{FF2B5EF4-FFF2-40B4-BE49-F238E27FC236}">
                  <a16:creationId xmlns:a16="http://schemas.microsoft.com/office/drawing/2014/main" id="{392B9AA1-1DF4-891C-A953-B092CFF933A4}"/>
                </a:ext>
              </a:extLst>
            </p:cNvPr>
            <p:cNvSpPr/>
            <p:nvPr/>
          </p:nvSpPr>
          <p:spPr>
            <a:xfrm>
              <a:off x="1896206" y="2533364"/>
              <a:ext cx="474197" cy="453711"/>
            </a:xfrm>
            <a:custGeom>
              <a:avLst/>
              <a:gdLst/>
              <a:ahLst/>
              <a:cxnLst/>
              <a:rect l="l" t="t" r="r" b="b"/>
              <a:pathLst>
                <a:path w="13241" h="12669" extrusionOk="0">
                  <a:moveTo>
                    <a:pt x="1" y="0"/>
                  </a:moveTo>
                  <a:lnTo>
                    <a:pt x="1" y="12669"/>
                  </a:lnTo>
                  <a:lnTo>
                    <a:pt x="6620" y="8359"/>
                  </a:lnTo>
                  <a:lnTo>
                    <a:pt x="13240" y="12669"/>
                  </a:lnTo>
                  <a:lnTo>
                    <a:pt x="13240" y="0"/>
                  </a:lnTo>
                  <a:close/>
                </a:path>
              </a:pathLst>
            </a:custGeom>
            <a:solidFill>
              <a:schemeClr val="tx2">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 name="Shape;2236;p44">
              <a:extLst>
                <a:ext uri="{FF2B5EF4-FFF2-40B4-BE49-F238E27FC236}">
                  <a16:creationId xmlns:a16="http://schemas.microsoft.com/office/drawing/2014/main" id="{4DB2DEDE-3539-B70B-761C-6E638881F05E}"/>
                </a:ext>
              </a:extLst>
            </p:cNvPr>
            <p:cNvSpPr/>
            <p:nvPr/>
          </p:nvSpPr>
          <p:spPr>
            <a:xfrm>
              <a:off x="1651677" y="1731054"/>
              <a:ext cx="963255" cy="963255"/>
            </a:xfrm>
            <a:custGeom>
              <a:avLst/>
              <a:gdLst/>
              <a:ahLst/>
              <a:cxnLst/>
              <a:rect l="l" t="t" r="r" b="b"/>
              <a:pathLst>
                <a:path w="26897" h="26897" extrusionOk="0">
                  <a:moveTo>
                    <a:pt x="13442" y="1"/>
                  </a:moveTo>
                  <a:cubicBezTo>
                    <a:pt x="6013" y="1"/>
                    <a:pt x="0" y="6013"/>
                    <a:pt x="0" y="13443"/>
                  </a:cubicBezTo>
                  <a:cubicBezTo>
                    <a:pt x="0" y="20872"/>
                    <a:pt x="6013" y="26897"/>
                    <a:pt x="13442" y="26897"/>
                  </a:cubicBezTo>
                  <a:cubicBezTo>
                    <a:pt x="20872" y="26897"/>
                    <a:pt x="26896" y="20872"/>
                    <a:pt x="26896" y="13443"/>
                  </a:cubicBezTo>
                  <a:cubicBezTo>
                    <a:pt x="26896" y="6013"/>
                    <a:pt x="20872" y="1"/>
                    <a:pt x="13442" y="1"/>
                  </a:cubicBezTo>
                  <a:close/>
                </a:path>
              </a:pathLst>
            </a:custGeom>
            <a:solidFill>
              <a:schemeClr val="tx2">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Shape;2237;p44">
              <a:extLst>
                <a:ext uri="{FF2B5EF4-FFF2-40B4-BE49-F238E27FC236}">
                  <a16:creationId xmlns:a16="http://schemas.microsoft.com/office/drawing/2014/main" id="{B6EB4E0D-A735-F1B0-7CCE-64417DE7CE02}"/>
                </a:ext>
              </a:extLst>
            </p:cNvPr>
            <p:cNvSpPr/>
            <p:nvPr/>
          </p:nvSpPr>
          <p:spPr>
            <a:xfrm>
              <a:off x="1784918" y="1864295"/>
              <a:ext cx="696772" cy="696772"/>
            </a:xfrm>
            <a:custGeom>
              <a:avLst/>
              <a:gdLst/>
              <a:ahLst/>
              <a:cxnLst/>
              <a:rect l="l" t="t" r="r" b="b"/>
              <a:pathLst>
                <a:path w="19456" h="19456" extrusionOk="0">
                  <a:moveTo>
                    <a:pt x="9728" y="1"/>
                  </a:moveTo>
                  <a:cubicBezTo>
                    <a:pt x="4359" y="1"/>
                    <a:pt x="1" y="4358"/>
                    <a:pt x="1" y="9728"/>
                  </a:cubicBezTo>
                  <a:cubicBezTo>
                    <a:pt x="1" y="15098"/>
                    <a:pt x="4359" y="19455"/>
                    <a:pt x="9728" y="19455"/>
                  </a:cubicBezTo>
                  <a:cubicBezTo>
                    <a:pt x="15098" y="19455"/>
                    <a:pt x="19456" y="15098"/>
                    <a:pt x="19456" y="9728"/>
                  </a:cubicBezTo>
                  <a:cubicBezTo>
                    <a:pt x="19456" y="4358"/>
                    <a:pt x="15098" y="1"/>
                    <a:pt x="9728" y="1"/>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7" name="Shape;2242;p44">
              <a:extLst>
                <a:ext uri="{FF2B5EF4-FFF2-40B4-BE49-F238E27FC236}">
                  <a16:creationId xmlns:a16="http://schemas.microsoft.com/office/drawing/2014/main" id="{B49E2390-661A-1351-3901-94FD78B0A37D}"/>
                </a:ext>
              </a:extLst>
            </p:cNvPr>
            <p:cNvSpPr/>
            <p:nvPr/>
          </p:nvSpPr>
          <p:spPr>
            <a:xfrm>
              <a:off x="6815729" y="3246073"/>
              <a:ext cx="3724596" cy="961142"/>
            </a:xfrm>
            <a:custGeom>
              <a:avLst/>
              <a:gdLst/>
              <a:ahLst/>
              <a:cxnLst/>
              <a:rect l="l" t="t" r="r" b="b"/>
              <a:pathLst>
                <a:path w="104002" h="26838" extrusionOk="0">
                  <a:moveTo>
                    <a:pt x="1" y="1"/>
                  </a:moveTo>
                  <a:lnTo>
                    <a:pt x="1" y="26838"/>
                  </a:lnTo>
                  <a:lnTo>
                    <a:pt x="90917" y="26838"/>
                  </a:lnTo>
                  <a:cubicBezTo>
                    <a:pt x="98144" y="26838"/>
                    <a:pt x="104002" y="20980"/>
                    <a:pt x="104002" y="13753"/>
                  </a:cubicBezTo>
                  <a:lnTo>
                    <a:pt x="104002" y="11217"/>
                  </a:lnTo>
                  <a:cubicBezTo>
                    <a:pt x="104002" y="5025"/>
                    <a:pt x="98989" y="1"/>
                    <a:pt x="92798"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 name="Shape;2243;p44">
              <a:extLst>
                <a:ext uri="{FF2B5EF4-FFF2-40B4-BE49-F238E27FC236}">
                  <a16:creationId xmlns:a16="http://schemas.microsoft.com/office/drawing/2014/main" id="{78A6E3FD-FE18-0BD8-3ABF-E3B74F3621D1}"/>
                </a:ext>
              </a:extLst>
            </p:cNvPr>
            <p:cNvSpPr/>
            <p:nvPr/>
          </p:nvSpPr>
          <p:spPr>
            <a:xfrm>
              <a:off x="6612564" y="4051752"/>
              <a:ext cx="474197" cy="454141"/>
            </a:xfrm>
            <a:custGeom>
              <a:avLst/>
              <a:gdLst/>
              <a:ahLst/>
              <a:cxnLst/>
              <a:rect l="l" t="t" r="r" b="b"/>
              <a:pathLst>
                <a:path w="13241" h="12681" extrusionOk="0">
                  <a:moveTo>
                    <a:pt x="0" y="0"/>
                  </a:moveTo>
                  <a:lnTo>
                    <a:pt x="0" y="12681"/>
                  </a:lnTo>
                  <a:lnTo>
                    <a:pt x="6608" y="8371"/>
                  </a:lnTo>
                  <a:lnTo>
                    <a:pt x="13240" y="12681"/>
                  </a:lnTo>
                  <a:lnTo>
                    <a:pt x="13240" y="0"/>
                  </a:lnTo>
                  <a:close/>
                </a:path>
              </a:pathLst>
            </a:custGeom>
            <a:solidFill>
              <a:schemeClr val="accent3">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 name="Shape;2244;p44">
              <a:extLst>
                <a:ext uri="{FF2B5EF4-FFF2-40B4-BE49-F238E27FC236}">
                  <a16:creationId xmlns:a16="http://schemas.microsoft.com/office/drawing/2014/main" id="{669E1FAE-7163-FE8D-1731-40B433EF7772}"/>
                </a:ext>
              </a:extLst>
            </p:cNvPr>
            <p:cNvSpPr/>
            <p:nvPr/>
          </p:nvSpPr>
          <p:spPr>
            <a:xfrm>
              <a:off x="6368035" y="3244999"/>
              <a:ext cx="963255" cy="963291"/>
            </a:xfrm>
            <a:custGeom>
              <a:avLst/>
              <a:gdLst/>
              <a:ahLst/>
              <a:cxnLst/>
              <a:rect l="l" t="t" r="r" b="b"/>
              <a:pathLst>
                <a:path w="26897" h="26898" extrusionOk="0">
                  <a:moveTo>
                    <a:pt x="13454" y="1"/>
                  </a:moveTo>
                  <a:cubicBezTo>
                    <a:pt x="6025" y="1"/>
                    <a:pt x="0" y="6025"/>
                    <a:pt x="0" y="13455"/>
                  </a:cubicBezTo>
                  <a:cubicBezTo>
                    <a:pt x="0" y="20884"/>
                    <a:pt x="6025" y="26897"/>
                    <a:pt x="13454" y="26897"/>
                  </a:cubicBezTo>
                  <a:cubicBezTo>
                    <a:pt x="20884" y="26897"/>
                    <a:pt x="26896" y="20884"/>
                    <a:pt x="26896" y="13455"/>
                  </a:cubicBezTo>
                  <a:cubicBezTo>
                    <a:pt x="26896" y="6025"/>
                    <a:pt x="20884" y="1"/>
                    <a:pt x="13454" y="1"/>
                  </a:cubicBezTo>
                  <a:close/>
                </a:path>
              </a:pathLst>
            </a:custGeom>
            <a:solidFill>
              <a:schemeClr val="accent3">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 name="Shape;2245;p44">
              <a:extLst>
                <a:ext uri="{FF2B5EF4-FFF2-40B4-BE49-F238E27FC236}">
                  <a16:creationId xmlns:a16="http://schemas.microsoft.com/office/drawing/2014/main" id="{9022D31E-2316-1439-BE34-E4355F8F1D24}"/>
                </a:ext>
              </a:extLst>
            </p:cNvPr>
            <p:cNvSpPr/>
            <p:nvPr/>
          </p:nvSpPr>
          <p:spPr>
            <a:xfrm>
              <a:off x="6501276" y="3378258"/>
              <a:ext cx="696772" cy="696772"/>
            </a:xfrm>
            <a:custGeom>
              <a:avLst/>
              <a:gdLst/>
              <a:ahLst/>
              <a:cxnLst/>
              <a:rect l="l" t="t" r="r" b="b"/>
              <a:pathLst>
                <a:path w="19456" h="19456" extrusionOk="0">
                  <a:moveTo>
                    <a:pt x="9728" y="1"/>
                  </a:moveTo>
                  <a:cubicBezTo>
                    <a:pt x="4347" y="1"/>
                    <a:pt x="1" y="4346"/>
                    <a:pt x="1" y="9728"/>
                  </a:cubicBezTo>
                  <a:cubicBezTo>
                    <a:pt x="1" y="15098"/>
                    <a:pt x="4347" y="19455"/>
                    <a:pt x="9728" y="19455"/>
                  </a:cubicBezTo>
                  <a:cubicBezTo>
                    <a:pt x="15098" y="19455"/>
                    <a:pt x="19456" y="15098"/>
                    <a:pt x="19456" y="9728"/>
                  </a:cubicBezTo>
                  <a:cubicBezTo>
                    <a:pt x="19456" y="4346"/>
                    <a:pt x="15098" y="1"/>
                    <a:pt x="9728"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 name="Shape;2250;p44">
              <a:extLst>
                <a:ext uri="{FF2B5EF4-FFF2-40B4-BE49-F238E27FC236}">
                  <a16:creationId xmlns:a16="http://schemas.microsoft.com/office/drawing/2014/main" id="{8822360C-90C8-F033-0AC4-517E46E840C7}"/>
                </a:ext>
              </a:extLst>
            </p:cNvPr>
            <p:cNvSpPr/>
            <p:nvPr/>
          </p:nvSpPr>
          <p:spPr>
            <a:xfrm>
              <a:off x="6815729" y="4760456"/>
              <a:ext cx="3724596" cy="961142"/>
            </a:xfrm>
            <a:custGeom>
              <a:avLst/>
              <a:gdLst/>
              <a:ahLst/>
              <a:cxnLst/>
              <a:rect l="l" t="t" r="r" b="b"/>
              <a:pathLst>
                <a:path w="104002" h="26838" extrusionOk="0">
                  <a:moveTo>
                    <a:pt x="1" y="1"/>
                  </a:moveTo>
                  <a:lnTo>
                    <a:pt x="1" y="26838"/>
                  </a:lnTo>
                  <a:lnTo>
                    <a:pt x="90917" y="26838"/>
                  </a:lnTo>
                  <a:cubicBezTo>
                    <a:pt x="98144" y="26838"/>
                    <a:pt x="104002" y="20980"/>
                    <a:pt x="104002" y="13753"/>
                  </a:cubicBezTo>
                  <a:lnTo>
                    <a:pt x="104002" y="11205"/>
                  </a:lnTo>
                  <a:cubicBezTo>
                    <a:pt x="104002" y="5013"/>
                    <a:pt x="98989" y="1"/>
                    <a:pt x="92798"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 name="Shape;2251;p44">
              <a:extLst>
                <a:ext uri="{FF2B5EF4-FFF2-40B4-BE49-F238E27FC236}">
                  <a16:creationId xmlns:a16="http://schemas.microsoft.com/office/drawing/2014/main" id="{17719731-AD8E-CA96-FFDF-16F14E7F0B67}"/>
                </a:ext>
              </a:extLst>
            </p:cNvPr>
            <p:cNvSpPr/>
            <p:nvPr/>
          </p:nvSpPr>
          <p:spPr>
            <a:xfrm>
              <a:off x="6612564" y="5570571"/>
              <a:ext cx="474197" cy="453711"/>
            </a:xfrm>
            <a:custGeom>
              <a:avLst/>
              <a:gdLst/>
              <a:ahLst/>
              <a:cxnLst/>
              <a:rect l="l" t="t" r="r" b="b"/>
              <a:pathLst>
                <a:path w="13241" h="12669" extrusionOk="0">
                  <a:moveTo>
                    <a:pt x="0" y="0"/>
                  </a:moveTo>
                  <a:lnTo>
                    <a:pt x="0" y="12669"/>
                  </a:lnTo>
                  <a:lnTo>
                    <a:pt x="6608" y="8359"/>
                  </a:lnTo>
                  <a:lnTo>
                    <a:pt x="13240" y="12669"/>
                  </a:lnTo>
                  <a:lnTo>
                    <a:pt x="13240" y="0"/>
                  </a:lnTo>
                  <a:close/>
                </a:path>
              </a:pathLst>
            </a:custGeom>
            <a:solidFill>
              <a:schemeClr val="accent5">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Shape;2252;p44">
              <a:extLst>
                <a:ext uri="{FF2B5EF4-FFF2-40B4-BE49-F238E27FC236}">
                  <a16:creationId xmlns:a16="http://schemas.microsoft.com/office/drawing/2014/main" id="{37AD28B3-1C2F-2623-E746-B6AF186405CC}"/>
                </a:ext>
              </a:extLst>
            </p:cNvPr>
            <p:cNvSpPr/>
            <p:nvPr/>
          </p:nvSpPr>
          <p:spPr>
            <a:xfrm>
              <a:off x="6368035" y="4759382"/>
              <a:ext cx="963255" cy="963291"/>
            </a:xfrm>
            <a:custGeom>
              <a:avLst/>
              <a:gdLst/>
              <a:ahLst/>
              <a:cxnLst/>
              <a:rect l="l" t="t" r="r" b="b"/>
              <a:pathLst>
                <a:path w="26897" h="26898" extrusionOk="0">
                  <a:moveTo>
                    <a:pt x="13454" y="1"/>
                  </a:moveTo>
                  <a:cubicBezTo>
                    <a:pt x="6025" y="1"/>
                    <a:pt x="0" y="6025"/>
                    <a:pt x="0" y="13443"/>
                  </a:cubicBezTo>
                  <a:cubicBezTo>
                    <a:pt x="0" y="20873"/>
                    <a:pt x="6025" y="26897"/>
                    <a:pt x="13454" y="26897"/>
                  </a:cubicBezTo>
                  <a:cubicBezTo>
                    <a:pt x="20884" y="26897"/>
                    <a:pt x="26896" y="20873"/>
                    <a:pt x="26896" y="13443"/>
                  </a:cubicBezTo>
                  <a:cubicBezTo>
                    <a:pt x="26896" y="6025"/>
                    <a:pt x="20884" y="1"/>
                    <a:pt x="13454" y="1"/>
                  </a:cubicBezTo>
                  <a:close/>
                </a:path>
              </a:pathLst>
            </a:custGeom>
            <a:solidFill>
              <a:schemeClr val="accent5">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 name="Shape;2253;p44">
              <a:extLst>
                <a:ext uri="{FF2B5EF4-FFF2-40B4-BE49-F238E27FC236}">
                  <a16:creationId xmlns:a16="http://schemas.microsoft.com/office/drawing/2014/main" id="{9AD9A02B-AD9E-855F-2245-828FD7F939F7}"/>
                </a:ext>
              </a:extLst>
            </p:cNvPr>
            <p:cNvSpPr/>
            <p:nvPr/>
          </p:nvSpPr>
          <p:spPr>
            <a:xfrm>
              <a:off x="6501276" y="4892426"/>
              <a:ext cx="696772" cy="697202"/>
            </a:xfrm>
            <a:custGeom>
              <a:avLst/>
              <a:gdLst/>
              <a:ahLst/>
              <a:cxnLst/>
              <a:rect l="l" t="t" r="r" b="b"/>
              <a:pathLst>
                <a:path w="19456" h="19468" extrusionOk="0">
                  <a:moveTo>
                    <a:pt x="9728" y="1"/>
                  </a:moveTo>
                  <a:cubicBezTo>
                    <a:pt x="4347" y="1"/>
                    <a:pt x="1" y="4358"/>
                    <a:pt x="1" y="9728"/>
                  </a:cubicBezTo>
                  <a:cubicBezTo>
                    <a:pt x="1" y="15110"/>
                    <a:pt x="4347" y="19467"/>
                    <a:pt x="9728" y="19467"/>
                  </a:cubicBezTo>
                  <a:cubicBezTo>
                    <a:pt x="15098" y="19467"/>
                    <a:pt x="19456" y="15110"/>
                    <a:pt x="19456" y="9728"/>
                  </a:cubicBezTo>
                  <a:cubicBezTo>
                    <a:pt x="19456" y="4358"/>
                    <a:pt x="15098" y="1"/>
                    <a:pt x="9728" y="1"/>
                  </a:cubicBezTo>
                  <a:close/>
                </a:path>
              </a:pathLst>
            </a:custGeom>
            <a:solidFill>
              <a:schemeClr val="accent5"/>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5" name="Shape;2258;p44">
              <a:extLst>
                <a:ext uri="{FF2B5EF4-FFF2-40B4-BE49-F238E27FC236}">
                  <a16:creationId xmlns:a16="http://schemas.microsoft.com/office/drawing/2014/main" id="{3DF3AEA5-D3DD-AEED-2AF3-095F7FE3BE73}"/>
                </a:ext>
              </a:extLst>
            </p:cNvPr>
            <p:cNvSpPr/>
            <p:nvPr/>
          </p:nvSpPr>
          <p:spPr>
            <a:xfrm>
              <a:off x="6815729" y="1732110"/>
              <a:ext cx="3724596" cy="961142"/>
            </a:xfrm>
            <a:custGeom>
              <a:avLst/>
              <a:gdLst/>
              <a:ahLst/>
              <a:cxnLst/>
              <a:rect l="l" t="t" r="r" b="b"/>
              <a:pathLst>
                <a:path w="104002" h="26838" extrusionOk="0">
                  <a:moveTo>
                    <a:pt x="1" y="1"/>
                  </a:moveTo>
                  <a:lnTo>
                    <a:pt x="1" y="26837"/>
                  </a:lnTo>
                  <a:lnTo>
                    <a:pt x="90917" y="26837"/>
                  </a:lnTo>
                  <a:cubicBezTo>
                    <a:pt x="98144" y="26837"/>
                    <a:pt x="104002" y="20980"/>
                    <a:pt x="104002" y="13753"/>
                  </a:cubicBezTo>
                  <a:lnTo>
                    <a:pt x="104002" y="11205"/>
                  </a:lnTo>
                  <a:cubicBezTo>
                    <a:pt x="104002" y="5013"/>
                    <a:pt x="98989" y="1"/>
                    <a:pt x="92798"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 name="Shape;2259;p44">
              <a:extLst>
                <a:ext uri="{FF2B5EF4-FFF2-40B4-BE49-F238E27FC236}">
                  <a16:creationId xmlns:a16="http://schemas.microsoft.com/office/drawing/2014/main" id="{17427E3B-CA43-3159-24BE-A85C33EBFDCA}"/>
                </a:ext>
              </a:extLst>
            </p:cNvPr>
            <p:cNvSpPr/>
            <p:nvPr/>
          </p:nvSpPr>
          <p:spPr>
            <a:xfrm>
              <a:off x="6612564" y="2533364"/>
              <a:ext cx="474197" cy="453711"/>
            </a:xfrm>
            <a:custGeom>
              <a:avLst/>
              <a:gdLst/>
              <a:ahLst/>
              <a:cxnLst/>
              <a:rect l="l" t="t" r="r" b="b"/>
              <a:pathLst>
                <a:path w="13241" h="12669" extrusionOk="0">
                  <a:moveTo>
                    <a:pt x="0" y="0"/>
                  </a:moveTo>
                  <a:lnTo>
                    <a:pt x="0" y="12669"/>
                  </a:lnTo>
                  <a:lnTo>
                    <a:pt x="6608" y="8359"/>
                  </a:lnTo>
                  <a:lnTo>
                    <a:pt x="13240" y="12669"/>
                  </a:lnTo>
                  <a:lnTo>
                    <a:pt x="13240" y="0"/>
                  </a:lnTo>
                  <a:close/>
                </a:path>
              </a:pathLst>
            </a:custGeom>
            <a:solidFill>
              <a:schemeClr val="accent1">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Shape;2260;p44">
              <a:extLst>
                <a:ext uri="{FF2B5EF4-FFF2-40B4-BE49-F238E27FC236}">
                  <a16:creationId xmlns:a16="http://schemas.microsoft.com/office/drawing/2014/main" id="{F1A63354-AE11-5F63-0E05-8DF5DB11CAFC}"/>
                </a:ext>
              </a:extLst>
            </p:cNvPr>
            <p:cNvSpPr/>
            <p:nvPr/>
          </p:nvSpPr>
          <p:spPr>
            <a:xfrm>
              <a:off x="6368035" y="1731054"/>
              <a:ext cx="963255" cy="963255"/>
            </a:xfrm>
            <a:custGeom>
              <a:avLst/>
              <a:gdLst/>
              <a:ahLst/>
              <a:cxnLst/>
              <a:rect l="l" t="t" r="r" b="b"/>
              <a:pathLst>
                <a:path w="26897" h="26897" extrusionOk="0">
                  <a:moveTo>
                    <a:pt x="13454" y="1"/>
                  </a:moveTo>
                  <a:cubicBezTo>
                    <a:pt x="6025" y="1"/>
                    <a:pt x="0" y="6013"/>
                    <a:pt x="0" y="13443"/>
                  </a:cubicBezTo>
                  <a:cubicBezTo>
                    <a:pt x="0" y="20872"/>
                    <a:pt x="6025" y="26897"/>
                    <a:pt x="13454" y="26897"/>
                  </a:cubicBezTo>
                  <a:cubicBezTo>
                    <a:pt x="20884" y="26897"/>
                    <a:pt x="26896" y="20872"/>
                    <a:pt x="26896" y="13443"/>
                  </a:cubicBezTo>
                  <a:cubicBezTo>
                    <a:pt x="26896" y="6013"/>
                    <a:pt x="20884" y="1"/>
                    <a:pt x="13454" y="1"/>
                  </a:cubicBezTo>
                  <a:close/>
                </a:path>
              </a:pathLst>
            </a:custGeom>
            <a:solidFill>
              <a:schemeClr val="accent1">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8" name="Shape;2261;p44">
              <a:extLst>
                <a:ext uri="{FF2B5EF4-FFF2-40B4-BE49-F238E27FC236}">
                  <a16:creationId xmlns:a16="http://schemas.microsoft.com/office/drawing/2014/main" id="{B27C566F-1673-87B7-9CAA-C701CBE71FC2}"/>
                </a:ext>
              </a:extLst>
            </p:cNvPr>
            <p:cNvSpPr/>
            <p:nvPr/>
          </p:nvSpPr>
          <p:spPr>
            <a:xfrm>
              <a:off x="6501276" y="1864295"/>
              <a:ext cx="696772" cy="696772"/>
            </a:xfrm>
            <a:custGeom>
              <a:avLst/>
              <a:gdLst/>
              <a:ahLst/>
              <a:cxnLst/>
              <a:rect l="l" t="t" r="r" b="b"/>
              <a:pathLst>
                <a:path w="19456" h="19456" extrusionOk="0">
                  <a:moveTo>
                    <a:pt x="9728" y="1"/>
                  </a:moveTo>
                  <a:cubicBezTo>
                    <a:pt x="4347" y="1"/>
                    <a:pt x="1" y="4358"/>
                    <a:pt x="1" y="9728"/>
                  </a:cubicBezTo>
                  <a:cubicBezTo>
                    <a:pt x="1" y="15098"/>
                    <a:pt x="4347" y="19455"/>
                    <a:pt x="9728" y="19455"/>
                  </a:cubicBezTo>
                  <a:cubicBezTo>
                    <a:pt x="15098" y="19455"/>
                    <a:pt x="19456" y="15098"/>
                    <a:pt x="19456" y="9728"/>
                  </a:cubicBezTo>
                  <a:cubicBezTo>
                    <a:pt x="19456" y="4358"/>
                    <a:pt x="15098" y="1"/>
                    <a:pt x="9728"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9" name="Shape;2266;p44">
              <a:extLst>
                <a:ext uri="{FF2B5EF4-FFF2-40B4-BE49-F238E27FC236}">
                  <a16:creationId xmlns:a16="http://schemas.microsoft.com/office/drawing/2014/main" id="{F42263DB-9A4C-08B1-151E-1A7D26679774}"/>
                </a:ext>
              </a:extLst>
            </p:cNvPr>
            <p:cNvSpPr/>
            <p:nvPr/>
          </p:nvSpPr>
          <p:spPr>
            <a:xfrm>
              <a:off x="2098942" y="4760456"/>
              <a:ext cx="3725025" cy="961142"/>
            </a:xfrm>
            <a:custGeom>
              <a:avLst/>
              <a:gdLst/>
              <a:ahLst/>
              <a:cxnLst/>
              <a:rect l="l" t="t" r="r" b="b"/>
              <a:pathLst>
                <a:path w="104014" h="26838" extrusionOk="0">
                  <a:moveTo>
                    <a:pt x="1" y="1"/>
                  </a:moveTo>
                  <a:lnTo>
                    <a:pt x="1" y="26838"/>
                  </a:lnTo>
                  <a:lnTo>
                    <a:pt x="90929" y="26838"/>
                  </a:lnTo>
                  <a:cubicBezTo>
                    <a:pt x="98156" y="26838"/>
                    <a:pt x="104014" y="20980"/>
                    <a:pt x="104014" y="13753"/>
                  </a:cubicBezTo>
                  <a:lnTo>
                    <a:pt x="104014" y="11205"/>
                  </a:lnTo>
                  <a:cubicBezTo>
                    <a:pt x="104014" y="5013"/>
                    <a:pt x="98989" y="1"/>
                    <a:pt x="92810"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0" name="Shape;2267;p44">
              <a:extLst>
                <a:ext uri="{FF2B5EF4-FFF2-40B4-BE49-F238E27FC236}">
                  <a16:creationId xmlns:a16="http://schemas.microsoft.com/office/drawing/2014/main" id="{6BE4C17A-4119-9673-CBC1-AAE1140BDCE4}"/>
                </a:ext>
              </a:extLst>
            </p:cNvPr>
            <p:cNvSpPr/>
            <p:nvPr/>
          </p:nvSpPr>
          <p:spPr>
            <a:xfrm>
              <a:off x="1896206" y="5570571"/>
              <a:ext cx="474197" cy="453711"/>
            </a:xfrm>
            <a:custGeom>
              <a:avLst/>
              <a:gdLst/>
              <a:ahLst/>
              <a:cxnLst/>
              <a:rect l="l" t="t" r="r" b="b"/>
              <a:pathLst>
                <a:path w="13241" h="12669" extrusionOk="0">
                  <a:moveTo>
                    <a:pt x="1" y="0"/>
                  </a:moveTo>
                  <a:lnTo>
                    <a:pt x="1" y="12669"/>
                  </a:lnTo>
                  <a:lnTo>
                    <a:pt x="6620" y="8359"/>
                  </a:lnTo>
                  <a:lnTo>
                    <a:pt x="13240" y="12669"/>
                  </a:lnTo>
                  <a:lnTo>
                    <a:pt x="13240" y="0"/>
                  </a:lnTo>
                  <a:close/>
                </a:path>
              </a:pathLst>
            </a:custGeom>
            <a:solidFill>
              <a:schemeClr val="accent4">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1" name="Shape;2268;p44">
              <a:extLst>
                <a:ext uri="{FF2B5EF4-FFF2-40B4-BE49-F238E27FC236}">
                  <a16:creationId xmlns:a16="http://schemas.microsoft.com/office/drawing/2014/main" id="{666B1712-E149-3A95-13E5-25C58F7F6479}"/>
                </a:ext>
              </a:extLst>
            </p:cNvPr>
            <p:cNvSpPr/>
            <p:nvPr/>
          </p:nvSpPr>
          <p:spPr>
            <a:xfrm>
              <a:off x="1651677" y="4759382"/>
              <a:ext cx="963255" cy="963291"/>
            </a:xfrm>
            <a:custGeom>
              <a:avLst/>
              <a:gdLst/>
              <a:ahLst/>
              <a:cxnLst/>
              <a:rect l="l" t="t" r="r" b="b"/>
              <a:pathLst>
                <a:path w="26897" h="26898" extrusionOk="0">
                  <a:moveTo>
                    <a:pt x="13442" y="1"/>
                  </a:moveTo>
                  <a:cubicBezTo>
                    <a:pt x="6013" y="1"/>
                    <a:pt x="0" y="6025"/>
                    <a:pt x="0" y="13443"/>
                  </a:cubicBezTo>
                  <a:cubicBezTo>
                    <a:pt x="0" y="20873"/>
                    <a:pt x="6013" y="26897"/>
                    <a:pt x="13442" y="26897"/>
                  </a:cubicBezTo>
                  <a:cubicBezTo>
                    <a:pt x="20872" y="26897"/>
                    <a:pt x="26896" y="20873"/>
                    <a:pt x="26896" y="13443"/>
                  </a:cubicBezTo>
                  <a:cubicBezTo>
                    <a:pt x="26896" y="6025"/>
                    <a:pt x="20872" y="1"/>
                    <a:pt x="13442" y="1"/>
                  </a:cubicBezTo>
                  <a:close/>
                </a:path>
              </a:pathLst>
            </a:custGeom>
            <a:solidFill>
              <a:schemeClr val="accent4">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2" name="Shape;2269;p44">
              <a:extLst>
                <a:ext uri="{FF2B5EF4-FFF2-40B4-BE49-F238E27FC236}">
                  <a16:creationId xmlns:a16="http://schemas.microsoft.com/office/drawing/2014/main" id="{CA022F75-CD29-3266-C0B5-E58CCD0FB456}"/>
                </a:ext>
              </a:extLst>
            </p:cNvPr>
            <p:cNvSpPr/>
            <p:nvPr/>
          </p:nvSpPr>
          <p:spPr>
            <a:xfrm>
              <a:off x="1784918" y="4892426"/>
              <a:ext cx="696772" cy="697202"/>
            </a:xfrm>
            <a:custGeom>
              <a:avLst/>
              <a:gdLst/>
              <a:ahLst/>
              <a:cxnLst/>
              <a:rect l="l" t="t" r="r" b="b"/>
              <a:pathLst>
                <a:path w="19456" h="19468" extrusionOk="0">
                  <a:moveTo>
                    <a:pt x="9728" y="1"/>
                  </a:moveTo>
                  <a:cubicBezTo>
                    <a:pt x="4359" y="1"/>
                    <a:pt x="1" y="4358"/>
                    <a:pt x="1" y="9728"/>
                  </a:cubicBezTo>
                  <a:cubicBezTo>
                    <a:pt x="1" y="15110"/>
                    <a:pt x="4359" y="19467"/>
                    <a:pt x="9728" y="19467"/>
                  </a:cubicBezTo>
                  <a:cubicBezTo>
                    <a:pt x="15098" y="19467"/>
                    <a:pt x="19456" y="15110"/>
                    <a:pt x="19456" y="9728"/>
                  </a:cubicBezTo>
                  <a:cubicBezTo>
                    <a:pt x="19456" y="4358"/>
                    <a:pt x="15098" y="1"/>
                    <a:pt x="9728" y="1"/>
                  </a:cubicBezTo>
                  <a:close/>
                </a:path>
              </a:pathLst>
            </a:custGeom>
            <a:solidFill>
              <a:schemeClr val="accent4"/>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23" name="Shape;2274;p44">
              <a:extLst>
                <a:ext uri="{FF2B5EF4-FFF2-40B4-BE49-F238E27FC236}">
                  <a16:creationId xmlns:a16="http://schemas.microsoft.com/office/drawing/2014/main" id="{91E3DAD0-B765-19F2-A28B-7346F8E3EA40}"/>
                </a:ext>
              </a:extLst>
            </p:cNvPr>
            <p:cNvSpPr/>
            <p:nvPr/>
          </p:nvSpPr>
          <p:spPr>
            <a:xfrm>
              <a:off x="2098942" y="3246073"/>
              <a:ext cx="3725025" cy="961142"/>
            </a:xfrm>
            <a:custGeom>
              <a:avLst/>
              <a:gdLst/>
              <a:ahLst/>
              <a:cxnLst/>
              <a:rect l="l" t="t" r="r" b="b"/>
              <a:pathLst>
                <a:path w="104014" h="26838" extrusionOk="0">
                  <a:moveTo>
                    <a:pt x="1" y="1"/>
                  </a:moveTo>
                  <a:lnTo>
                    <a:pt x="1" y="26838"/>
                  </a:lnTo>
                  <a:lnTo>
                    <a:pt x="90929" y="26838"/>
                  </a:lnTo>
                  <a:cubicBezTo>
                    <a:pt x="98156" y="26838"/>
                    <a:pt x="104014" y="20980"/>
                    <a:pt x="104014" y="13753"/>
                  </a:cubicBezTo>
                  <a:lnTo>
                    <a:pt x="104014" y="11217"/>
                  </a:lnTo>
                  <a:cubicBezTo>
                    <a:pt x="104014" y="5025"/>
                    <a:pt x="98989" y="1"/>
                    <a:pt x="92810"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Shape;2275;p44">
              <a:extLst>
                <a:ext uri="{FF2B5EF4-FFF2-40B4-BE49-F238E27FC236}">
                  <a16:creationId xmlns:a16="http://schemas.microsoft.com/office/drawing/2014/main" id="{3F2AF121-FEAF-050B-E01D-CD85E4E916E5}"/>
                </a:ext>
              </a:extLst>
            </p:cNvPr>
            <p:cNvSpPr/>
            <p:nvPr/>
          </p:nvSpPr>
          <p:spPr>
            <a:xfrm>
              <a:off x="1896206" y="4051752"/>
              <a:ext cx="474197" cy="454141"/>
            </a:xfrm>
            <a:custGeom>
              <a:avLst/>
              <a:gdLst/>
              <a:ahLst/>
              <a:cxnLst/>
              <a:rect l="l" t="t" r="r" b="b"/>
              <a:pathLst>
                <a:path w="13241" h="12681" extrusionOk="0">
                  <a:moveTo>
                    <a:pt x="1" y="0"/>
                  </a:moveTo>
                  <a:lnTo>
                    <a:pt x="1" y="12681"/>
                  </a:lnTo>
                  <a:lnTo>
                    <a:pt x="6620" y="8371"/>
                  </a:lnTo>
                  <a:lnTo>
                    <a:pt x="13240" y="12681"/>
                  </a:lnTo>
                  <a:lnTo>
                    <a:pt x="13240" y="0"/>
                  </a:lnTo>
                  <a:close/>
                </a:path>
              </a:pathLst>
            </a:custGeom>
            <a:solidFill>
              <a:schemeClr val="accent2">
                <a:lumMod val="75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Shape;2276;p44">
              <a:extLst>
                <a:ext uri="{FF2B5EF4-FFF2-40B4-BE49-F238E27FC236}">
                  <a16:creationId xmlns:a16="http://schemas.microsoft.com/office/drawing/2014/main" id="{FB37AB84-8F75-EF74-A924-B26142E3575A}"/>
                </a:ext>
              </a:extLst>
            </p:cNvPr>
            <p:cNvSpPr/>
            <p:nvPr/>
          </p:nvSpPr>
          <p:spPr>
            <a:xfrm>
              <a:off x="1651677" y="3244999"/>
              <a:ext cx="963255" cy="963291"/>
            </a:xfrm>
            <a:custGeom>
              <a:avLst/>
              <a:gdLst/>
              <a:ahLst/>
              <a:cxnLst/>
              <a:rect l="l" t="t" r="r" b="b"/>
              <a:pathLst>
                <a:path w="26897" h="26898" extrusionOk="0">
                  <a:moveTo>
                    <a:pt x="13442" y="1"/>
                  </a:moveTo>
                  <a:cubicBezTo>
                    <a:pt x="6013" y="1"/>
                    <a:pt x="0" y="6025"/>
                    <a:pt x="0" y="13455"/>
                  </a:cubicBezTo>
                  <a:cubicBezTo>
                    <a:pt x="0" y="20884"/>
                    <a:pt x="6013" y="26897"/>
                    <a:pt x="13442" y="26897"/>
                  </a:cubicBezTo>
                  <a:cubicBezTo>
                    <a:pt x="20872" y="26897"/>
                    <a:pt x="26896" y="20884"/>
                    <a:pt x="26896" y="13455"/>
                  </a:cubicBezTo>
                  <a:cubicBezTo>
                    <a:pt x="26896" y="6025"/>
                    <a:pt x="20872" y="1"/>
                    <a:pt x="13442" y="1"/>
                  </a:cubicBezTo>
                  <a:close/>
                </a:path>
              </a:pathLst>
            </a:custGeom>
            <a:solidFill>
              <a:schemeClr val="accent2">
                <a:lumMod val="40000"/>
                <a:lumOff val="60000"/>
              </a:schemeClr>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 name="Shape;2277;p44">
              <a:extLst>
                <a:ext uri="{FF2B5EF4-FFF2-40B4-BE49-F238E27FC236}">
                  <a16:creationId xmlns:a16="http://schemas.microsoft.com/office/drawing/2014/main" id="{EA1CBDF5-A809-8665-006D-08DA757DD5DE}"/>
                </a:ext>
              </a:extLst>
            </p:cNvPr>
            <p:cNvSpPr/>
            <p:nvPr/>
          </p:nvSpPr>
          <p:spPr>
            <a:xfrm>
              <a:off x="1784918" y="3378258"/>
              <a:ext cx="696772" cy="696772"/>
            </a:xfrm>
            <a:custGeom>
              <a:avLst/>
              <a:gdLst/>
              <a:ahLst/>
              <a:cxnLst/>
              <a:rect l="l" t="t" r="r" b="b"/>
              <a:pathLst>
                <a:path w="19456" h="19456" extrusionOk="0">
                  <a:moveTo>
                    <a:pt x="9728" y="1"/>
                  </a:moveTo>
                  <a:cubicBezTo>
                    <a:pt x="4359" y="1"/>
                    <a:pt x="1" y="4346"/>
                    <a:pt x="1" y="9728"/>
                  </a:cubicBezTo>
                  <a:cubicBezTo>
                    <a:pt x="1" y="15098"/>
                    <a:pt x="4359" y="19455"/>
                    <a:pt x="9728" y="19455"/>
                  </a:cubicBezTo>
                  <a:cubicBezTo>
                    <a:pt x="15098" y="19455"/>
                    <a:pt x="19456" y="15098"/>
                    <a:pt x="19456" y="9728"/>
                  </a:cubicBezTo>
                  <a:cubicBezTo>
                    <a:pt x="19456" y="4346"/>
                    <a:pt x="15098" y="1"/>
                    <a:pt x="9728" y="1"/>
                  </a:cubicBezTo>
                  <a:close/>
                </a:path>
              </a:pathLst>
            </a:custGeom>
            <a:solidFill>
              <a:schemeClr val="accent2"/>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27" name="TextBox 26">
              <a:extLst>
                <a:ext uri="{FF2B5EF4-FFF2-40B4-BE49-F238E27FC236}">
                  <a16:creationId xmlns:a16="http://schemas.microsoft.com/office/drawing/2014/main" id="{F4EAF998-B39B-68CF-FDE5-E85D7DB0D931}"/>
                </a:ext>
              </a:extLst>
            </p:cNvPr>
            <p:cNvSpPr txBox="1"/>
            <p:nvPr/>
          </p:nvSpPr>
          <p:spPr>
            <a:xfrm>
              <a:off x="2765958" y="2141638"/>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Get your thinking about a problem to be solved</a:t>
              </a:r>
            </a:p>
          </p:txBody>
        </p:sp>
        <p:sp>
          <p:nvSpPr>
            <p:cNvPr id="28" name="TextBox 27">
              <a:extLst>
                <a:ext uri="{FF2B5EF4-FFF2-40B4-BE49-F238E27FC236}">
                  <a16:creationId xmlns:a16="http://schemas.microsoft.com/office/drawing/2014/main" id="{17E6F25E-0B50-21F6-19DA-153E73B3E33E}"/>
                </a:ext>
              </a:extLst>
            </p:cNvPr>
            <p:cNvSpPr txBox="1"/>
            <p:nvPr/>
          </p:nvSpPr>
          <p:spPr>
            <a:xfrm>
              <a:off x="2765959" y="1831090"/>
              <a:ext cx="1859210"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Hypothetical</a:t>
              </a:r>
            </a:p>
          </p:txBody>
        </p:sp>
        <p:sp>
          <p:nvSpPr>
            <p:cNvPr id="29" name="TextBox 28">
              <a:extLst>
                <a:ext uri="{FF2B5EF4-FFF2-40B4-BE49-F238E27FC236}">
                  <a16:creationId xmlns:a16="http://schemas.microsoft.com/office/drawing/2014/main" id="{F2668E2D-B3F0-BC7B-8134-7619E1976DF5}"/>
                </a:ext>
              </a:extLst>
            </p:cNvPr>
            <p:cNvSpPr txBox="1"/>
            <p:nvPr/>
          </p:nvSpPr>
          <p:spPr>
            <a:xfrm>
              <a:off x="7507470" y="2141638"/>
              <a:ext cx="2341112" cy="215444"/>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Introduction to the concept</a:t>
              </a:r>
            </a:p>
          </p:txBody>
        </p:sp>
        <p:sp>
          <p:nvSpPr>
            <p:cNvPr id="30" name="TextBox 29">
              <a:extLst>
                <a:ext uri="{FF2B5EF4-FFF2-40B4-BE49-F238E27FC236}">
                  <a16:creationId xmlns:a16="http://schemas.microsoft.com/office/drawing/2014/main" id="{50256EB7-8E03-BA91-9E4F-F844CD1DB24F}"/>
                </a:ext>
              </a:extLst>
            </p:cNvPr>
            <p:cNvSpPr txBox="1"/>
            <p:nvPr/>
          </p:nvSpPr>
          <p:spPr>
            <a:xfrm>
              <a:off x="7507470" y="1831090"/>
              <a:ext cx="2634229"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What is standing?</a:t>
              </a:r>
            </a:p>
          </p:txBody>
        </p:sp>
        <p:sp>
          <p:nvSpPr>
            <p:cNvPr id="31" name="TextBox 30">
              <a:extLst>
                <a:ext uri="{FF2B5EF4-FFF2-40B4-BE49-F238E27FC236}">
                  <a16:creationId xmlns:a16="http://schemas.microsoft.com/office/drawing/2014/main" id="{AD8984EB-4093-5FAC-88CF-BF647226352B}"/>
                </a:ext>
              </a:extLst>
            </p:cNvPr>
            <p:cNvSpPr txBox="1"/>
            <p:nvPr/>
          </p:nvSpPr>
          <p:spPr>
            <a:xfrm>
              <a:off x="2765958" y="3655601"/>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Common law development of judicial review. </a:t>
              </a:r>
            </a:p>
          </p:txBody>
        </p:sp>
        <p:sp>
          <p:nvSpPr>
            <p:cNvPr id="32" name="TextBox 31">
              <a:extLst>
                <a:ext uri="{FF2B5EF4-FFF2-40B4-BE49-F238E27FC236}">
                  <a16:creationId xmlns:a16="http://schemas.microsoft.com/office/drawing/2014/main" id="{1780486C-C63A-E338-EEF2-07197FF88A35}"/>
                </a:ext>
              </a:extLst>
            </p:cNvPr>
            <p:cNvSpPr txBox="1"/>
            <p:nvPr/>
          </p:nvSpPr>
          <p:spPr>
            <a:xfrm>
              <a:off x="2765958" y="3345053"/>
              <a:ext cx="2341111"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Standing under ADJR</a:t>
              </a:r>
            </a:p>
          </p:txBody>
        </p:sp>
        <p:sp>
          <p:nvSpPr>
            <p:cNvPr id="33" name="TextBox 32">
              <a:extLst>
                <a:ext uri="{FF2B5EF4-FFF2-40B4-BE49-F238E27FC236}">
                  <a16:creationId xmlns:a16="http://schemas.microsoft.com/office/drawing/2014/main" id="{7960C411-C54E-62B7-A1D9-53AE357D94EE}"/>
                </a:ext>
              </a:extLst>
            </p:cNvPr>
            <p:cNvSpPr txBox="1"/>
            <p:nvPr/>
          </p:nvSpPr>
          <p:spPr>
            <a:xfrm>
              <a:off x="7507470" y="3655601"/>
              <a:ext cx="2341112" cy="215444"/>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Statutory intervention in JR</a:t>
              </a:r>
            </a:p>
          </p:txBody>
        </p:sp>
        <p:sp>
          <p:nvSpPr>
            <p:cNvPr id="34" name="TextBox 33">
              <a:extLst>
                <a:ext uri="{FF2B5EF4-FFF2-40B4-BE49-F238E27FC236}">
                  <a16:creationId xmlns:a16="http://schemas.microsoft.com/office/drawing/2014/main" id="{FF28665E-2EFC-136C-F239-18493968E118}"/>
                </a:ext>
              </a:extLst>
            </p:cNvPr>
            <p:cNvSpPr txBox="1"/>
            <p:nvPr/>
          </p:nvSpPr>
          <p:spPr>
            <a:xfrm>
              <a:off x="7507470" y="3345053"/>
              <a:ext cx="2840941"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Joinder &amp; Amicus Curae</a:t>
              </a:r>
            </a:p>
          </p:txBody>
        </p:sp>
        <p:sp>
          <p:nvSpPr>
            <p:cNvPr id="35" name="TextBox 34">
              <a:extLst>
                <a:ext uri="{FF2B5EF4-FFF2-40B4-BE49-F238E27FC236}">
                  <a16:creationId xmlns:a16="http://schemas.microsoft.com/office/drawing/2014/main" id="{34FEA223-907C-F7F9-E88F-4A907B0AAC16}"/>
                </a:ext>
              </a:extLst>
            </p:cNvPr>
            <p:cNvSpPr txBox="1"/>
            <p:nvPr/>
          </p:nvSpPr>
          <p:spPr>
            <a:xfrm>
              <a:off x="2765958" y="5169984"/>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What issues are suitable for JR</a:t>
              </a:r>
            </a:p>
          </p:txBody>
        </p:sp>
        <p:sp>
          <p:nvSpPr>
            <p:cNvPr id="36" name="TextBox 35">
              <a:extLst>
                <a:ext uri="{FF2B5EF4-FFF2-40B4-BE49-F238E27FC236}">
                  <a16:creationId xmlns:a16="http://schemas.microsoft.com/office/drawing/2014/main" id="{A1D3BF47-CDC2-A1FC-B7B9-963D28A5BB5A}"/>
                </a:ext>
              </a:extLst>
            </p:cNvPr>
            <p:cNvSpPr txBox="1"/>
            <p:nvPr/>
          </p:nvSpPr>
          <p:spPr>
            <a:xfrm>
              <a:off x="2765959" y="4859436"/>
              <a:ext cx="2162318"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Case Study: Adani</a:t>
              </a:r>
            </a:p>
          </p:txBody>
        </p:sp>
        <p:sp>
          <p:nvSpPr>
            <p:cNvPr id="37" name="TextBox 36">
              <a:extLst>
                <a:ext uri="{FF2B5EF4-FFF2-40B4-BE49-F238E27FC236}">
                  <a16:creationId xmlns:a16="http://schemas.microsoft.com/office/drawing/2014/main" id="{50E1F8A5-E0B4-DC5F-1A8E-E82F98BC7E84}"/>
                </a:ext>
              </a:extLst>
            </p:cNvPr>
            <p:cNvSpPr txBox="1"/>
            <p:nvPr/>
          </p:nvSpPr>
          <p:spPr>
            <a:xfrm>
              <a:off x="7507470" y="5169984"/>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panose="020B0502040204020203" pitchFamily="34" charset="0"/>
                  <a:ea typeface="Roboto"/>
                  <a:cs typeface="Segoe UI" panose="020B0502040204020203" pitchFamily="34" charset="0"/>
                </a:rPr>
                <a:t>Questions to prepare for assessment </a:t>
              </a:r>
            </a:p>
          </p:txBody>
        </p:sp>
        <p:sp>
          <p:nvSpPr>
            <p:cNvPr id="38" name="TextBox 37">
              <a:extLst>
                <a:ext uri="{FF2B5EF4-FFF2-40B4-BE49-F238E27FC236}">
                  <a16:creationId xmlns:a16="http://schemas.microsoft.com/office/drawing/2014/main" id="{6F898C30-8C17-791B-BAE1-2E47344CCFDC}"/>
                </a:ext>
              </a:extLst>
            </p:cNvPr>
            <p:cNvSpPr txBox="1"/>
            <p:nvPr/>
          </p:nvSpPr>
          <p:spPr>
            <a:xfrm>
              <a:off x="7507470" y="4859436"/>
              <a:ext cx="2239099"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rPr>
                <a:t>Problem Questions</a:t>
              </a:r>
            </a:p>
          </p:txBody>
        </p:sp>
        <p:sp>
          <p:nvSpPr>
            <p:cNvPr id="39" name="Rectangle 38">
              <a:extLst>
                <a:ext uri="{FF2B5EF4-FFF2-40B4-BE49-F238E27FC236}">
                  <a16:creationId xmlns:a16="http://schemas.microsoft.com/office/drawing/2014/main" id="{29DA8885-0A20-599C-E861-065F30E69941}"/>
                </a:ext>
              </a:extLst>
            </p:cNvPr>
            <p:cNvSpPr/>
            <p:nvPr/>
          </p:nvSpPr>
          <p:spPr>
            <a:xfrm>
              <a:off x="1868170" y="1979433"/>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01</a:t>
              </a:r>
            </a:p>
          </p:txBody>
        </p:sp>
        <p:sp>
          <p:nvSpPr>
            <p:cNvPr id="40" name="Rectangle 39">
              <a:extLst>
                <a:ext uri="{FF2B5EF4-FFF2-40B4-BE49-F238E27FC236}">
                  <a16:creationId xmlns:a16="http://schemas.microsoft.com/office/drawing/2014/main" id="{B1EE116B-A676-442E-4642-B8224E1B627B}"/>
                </a:ext>
              </a:extLst>
            </p:cNvPr>
            <p:cNvSpPr/>
            <p:nvPr/>
          </p:nvSpPr>
          <p:spPr>
            <a:xfrm>
              <a:off x="6584528" y="1979433"/>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02</a:t>
              </a:r>
            </a:p>
          </p:txBody>
        </p:sp>
        <p:sp>
          <p:nvSpPr>
            <p:cNvPr id="41" name="Rectangle 40">
              <a:extLst>
                <a:ext uri="{FF2B5EF4-FFF2-40B4-BE49-F238E27FC236}">
                  <a16:creationId xmlns:a16="http://schemas.microsoft.com/office/drawing/2014/main" id="{BB79D1A1-B71D-ADFA-5F31-8F0E21DAFD1D}"/>
                </a:ext>
              </a:extLst>
            </p:cNvPr>
            <p:cNvSpPr/>
            <p:nvPr/>
          </p:nvSpPr>
          <p:spPr>
            <a:xfrm>
              <a:off x="1868170" y="3493396"/>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03</a:t>
              </a:r>
            </a:p>
          </p:txBody>
        </p:sp>
        <p:sp>
          <p:nvSpPr>
            <p:cNvPr id="42" name="Rectangle 41">
              <a:extLst>
                <a:ext uri="{FF2B5EF4-FFF2-40B4-BE49-F238E27FC236}">
                  <a16:creationId xmlns:a16="http://schemas.microsoft.com/office/drawing/2014/main" id="{7CF57C85-54D1-2133-2245-329DE787DAF5}"/>
                </a:ext>
              </a:extLst>
            </p:cNvPr>
            <p:cNvSpPr/>
            <p:nvPr/>
          </p:nvSpPr>
          <p:spPr>
            <a:xfrm>
              <a:off x="6584528" y="3493396"/>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04</a:t>
              </a:r>
            </a:p>
          </p:txBody>
        </p:sp>
        <p:sp>
          <p:nvSpPr>
            <p:cNvPr id="43" name="Rectangle 42">
              <a:extLst>
                <a:ext uri="{FF2B5EF4-FFF2-40B4-BE49-F238E27FC236}">
                  <a16:creationId xmlns:a16="http://schemas.microsoft.com/office/drawing/2014/main" id="{912BE99B-11BF-AC6A-7CFC-3C871F1C5169}"/>
                </a:ext>
              </a:extLst>
            </p:cNvPr>
            <p:cNvSpPr/>
            <p:nvPr/>
          </p:nvSpPr>
          <p:spPr>
            <a:xfrm>
              <a:off x="1868170" y="5007779"/>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05</a:t>
              </a:r>
            </a:p>
          </p:txBody>
        </p:sp>
        <p:sp>
          <p:nvSpPr>
            <p:cNvPr id="44" name="Rectangle 43">
              <a:extLst>
                <a:ext uri="{FF2B5EF4-FFF2-40B4-BE49-F238E27FC236}">
                  <a16:creationId xmlns:a16="http://schemas.microsoft.com/office/drawing/2014/main" id="{1DFE9F11-2188-D761-6F75-C9D1187EC14F}"/>
                </a:ext>
              </a:extLst>
            </p:cNvPr>
            <p:cNvSpPr/>
            <p:nvPr/>
          </p:nvSpPr>
          <p:spPr>
            <a:xfrm>
              <a:off x="6584528" y="5007779"/>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06</a:t>
              </a:r>
            </a:p>
          </p:txBody>
        </p:sp>
      </p:grpSp>
    </p:spTree>
    <p:extLst>
      <p:ext uri="{BB962C8B-B14F-4D97-AF65-F5344CB8AC3E}">
        <p14:creationId xmlns:p14="http://schemas.microsoft.com/office/powerpoint/2010/main" val="46434370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D53F472-42F2-8283-DDB6-DF128B2B9B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CB2575D-A189-B5CE-0DE2-5F82E7D809B8}"/>
              </a:ext>
            </a:extLst>
          </p:cNvPr>
          <p:cNvGrpSpPr/>
          <p:nvPr/>
        </p:nvGrpSpPr>
        <p:grpSpPr>
          <a:xfrm rot="-10800000">
            <a:off x="11045569" y="-12699"/>
            <a:ext cx="1146433" cy="1146433"/>
            <a:chOff x="0" y="0"/>
            <a:chExt cx="1630482" cy="1630482"/>
          </a:xfrm>
        </p:grpSpPr>
        <p:sp>
          <p:nvSpPr>
            <p:cNvPr id="3" name="Freeform 3">
              <a:extLst>
                <a:ext uri="{FF2B5EF4-FFF2-40B4-BE49-F238E27FC236}">
                  <a16:creationId xmlns:a16="http://schemas.microsoft.com/office/drawing/2014/main" id="{2149C5B9-C34D-5677-BEE7-781B489C2D4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defTabSz="914377"/>
              <a:endParaRPr lang="en-AU">
                <a:solidFill>
                  <a:prstClr val="black"/>
                </a:solidFill>
                <a:latin typeface="Calibri"/>
              </a:endParaRPr>
            </a:p>
          </p:txBody>
        </p:sp>
      </p:grpSp>
      <p:sp>
        <p:nvSpPr>
          <p:cNvPr id="8" name="TextBox 8">
            <a:extLst>
              <a:ext uri="{FF2B5EF4-FFF2-40B4-BE49-F238E27FC236}">
                <a16:creationId xmlns:a16="http://schemas.microsoft.com/office/drawing/2014/main" id="{17946EAF-2F0E-8BE5-11D2-50CA746EA024}"/>
              </a:ext>
            </a:extLst>
          </p:cNvPr>
          <p:cNvSpPr txBox="1"/>
          <p:nvPr/>
        </p:nvSpPr>
        <p:spPr>
          <a:xfrm>
            <a:off x="685800" y="613315"/>
            <a:ext cx="9982199" cy="455702"/>
          </a:xfrm>
          <a:prstGeom prst="rect">
            <a:avLst/>
          </a:prstGeom>
        </p:spPr>
        <p:txBody>
          <a:bodyPr wrap="square" lIns="0" tIns="0" rIns="0" bIns="0" rtlCol="0" anchor="t">
            <a:spAutoFit/>
          </a:bodyPr>
          <a:lstStyle/>
          <a:p>
            <a:pPr defTabSz="914377">
              <a:lnSpc>
                <a:spcPts val="3865"/>
              </a:lnSpc>
            </a:pPr>
            <a:r>
              <a:rPr lang="en-US" sz="2761" b="1" dirty="0">
                <a:solidFill>
                  <a:srgbClr val="FFFFFF"/>
                </a:solidFill>
                <a:latin typeface="Arial Bold"/>
                <a:ea typeface="Arial Bold"/>
                <a:cs typeface="Arial Bold"/>
                <a:sym typeface="Arial Bold"/>
              </a:rPr>
              <a:t>Administrative Law in the News [To be updated each week]</a:t>
            </a:r>
          </a:p>
        </p:txBody>
      </p:sp>
      <p:sp>
        <p:nvSpPr>
          <p:cNvPr id="14" name="TextBox 14">
            <a:extLst>
              <a:ext uri="{FF2B5EF4-FFF2-40B4-BE49-F238E27FC236}">
                <a16:creationId xmlns:a16="http://schemas.microsoft.com/office/drawing/2014/main" id="{E69E6E6D-C24E-7B18-F8A5-EA83EB1433F5}"/>
              </a:ext>
            </a:extLst>
          </p:cNvPr>
          <p:cNvSpPr txBox="1"/>
          <p:nvPr/>
        </p:nvSpPr>
        <p:spPr>
          <a:xfrm>
            <a:off x="9875691" y="6403401"/>
            <a:ext cx="1994403" cy="187359"/>
          </a:xfrm>
          <a:prstGeom prst="rect">
            <a:avLst/>
          </a:prstGeom>
        </p:spPr>
        <p:txBody>
          <a:bodyPr lIns="0" tIns="0" rIns="0" bIns="0" rtlCol="0" anchor="t">
            <a:spAutoFit/>
          </a:bodyPr>
          <a:lstStyle/>
          <a:p>
            <a:pPr defTabSz="914377">
              <a:lnSpc>
                <a:spcPts val="1605"/>
              </a:lnSpc>
            </a:pPr>
            <a:r>
              <a:rPr lang="en-US" sz="1147" dirty="0">
                <a:solidFill>
                  <a:srgbClr val="FFFFFF"/>
                </a:solidFill>
                <a:latin typeface="Arial"/>
                <a:ea typeface="Arial"/>
                <a:cs typeface="Arial"/>
                <a:sym typeface="Arial"/>
              </a:rPr>
              <a:t>Administrative Law –LAW1023</a:t>
            </a:r>
          </a:p>
        </p:txBody>
      </p:sp>
      <p:pic>
        <p:nvPicPr>
          <p:cNvPr id="6" name="Picture 5">
            <a:extLst>
              <a:ext uri="{FF2B5EF4-FFF2-40B4-BE49-F238E27FC236}">
                <a16:creationId xmlns:a16="http://schemas.microsoft.com/office/drawing/2014/main" id="{6F3A8E42-2581-B205-7A97-26D6499E5402}"/>
              </a:ext>
            </a:extLst>
          </p:cNvPr>
          <p:cNvPicPr>
            <a:picLocks noChangeAspect="1"/>
          </p:cNvPicPr>
          <p:nvPr/>
        </p:nvPicPr>
        <p:blipFill>
          <a:blip r:embed="rId2"/>
          <a:srcRect l="27684" t="20640" r="2919" b="6629"/>
          <a:stretch/>
        </p:blipFill>
        <p:spPr>
          <a:xfrm>
            <a:off x="685801" y="1477506"/>
            <a:ext cx="3923759" cy="2570151"/>
          </a:xfrm>
          <a:prstGeom prst="rect">
            <a:avLst/>
          </a:prstGeom>
        </p:spPr>
      </p:pic>
      <p:sp>
        <p:nvSpPr>
          <p:cNvPr id="12" name="TextBox 11">
            <a:extLst>
              <a:ext uri="{FF2B5EF4-FFF2-40B4-BE49-F238E27FC236}">
                <a16:creationId xmlns:a16="http://schemas.microsoft.com/office/drawing/2014/main" id="{760DA16F-95E4-2690-EA59-07C79B699B14}"/>
              </a:ext>
            </a:extLst>
          </p:cNvPr>
          <p:cNvSpPr txBox="1"/>
          <p:nvPr/>
        </p:nvSpPr>
        <p:spPr>
          <a:xfrm>
            <a:off x="685801" y="4298195"/>
            <a:ext cx="3767380" cy="830997"/>
          </a:xfrm>
          <a:prstGeom prst="rect">
            <a:avLst/>
          </a:prstGeom>
          <a:noFill/>
        </p:spPr>
        <p:txBody>
          <a:bodyPr wrap="square">
            <a:spAutoFit/>
          </a:bodyPr>
          <a:lstStyle/>
          <a:p>
            <a:pPr defTabSz="1219170"/>
            <a:r>
              <a:rPr lang="en-US" sz="1600" dirty="0">
                <a:solidFill>
                  <a:prstClr val="black"/>
                </a:solidFill>
                <a:latin typeface="Calibri"/>
                <a:hlinkClick r:id="rId3"/>
              </a:rPr>
              <a:t>Anti-corruption watchdog delivers verdict on $2.4 million Brittany Higgins payout | SBS News</a:t>
            </a:r>
            <a:endParaRPr lang="en-AU" sz="1600" dirty="0">
              <a:solidFill>
                <a:prstClr val="black"/>
              </a:solidFill>
              <a:latin typeface="Calibri"/>
            </a:endParaRPr>
          </a:p>
        </p:txBody>
      </p:sp>
      <p:pic>
        <p:nvPicPr>
          <p:cNvPr id="15" name="Picture 14">
            <a:extLst>
              <a:ext uri="{FF2B5EF4-FFF2-40B4-BE49-F238E27FC236}">
                <a16:creationId xmlns:a16="http://schemas.microsoft.com/office/drawing/2014/main" id="{15BAD0E8-E375-AC3E-B468-5C534F3771D2}"/>
              </a:ext>
            </a:extLst>
          </p:cNvPr>
          <p:cNvPicPr>
            <a:picLocks noChangeAspect="1"/>
          </p:cNvPicPr>
          <p:nvPr/>
        </p:nvPicPr>
        <p:blipFill>
          <a:blip r:embed="rId4"/>
          <a:srcRect l="14501" t="27420" r="32580" b="11714"/>
          <a:stretch/>
        </p:blipFill>
        <p:spPr>
          <a:xfrm>
            <a:off x="4918128" y="1477506"/>
            <a:ext cx="3492285" cy="2510468"/>
          </a:xfrm>
          <a:prstGeom prst="rect">
            <a:avLst/>
          </a:prstGeom>
        </p:spPr>
      </p:pic>
      <p:sp>
        <p:nvSpPr>
          <p:cNvPr id="17" name="TextBox 16">
            <a:extLst>
              <a:ext uri="{FF2B5EF4-FFF2-40B4-BE49-F238E27FC236}">
                <a16:creationId xmlns:a16="http://schemas.microsoft.com/office/drawing/2014/main" id="{AE85D71D-344D-E6AA-DD39-B92EEED28B3E}"/>
              </a:ext>
            </a:extLst>
          </p:cNvPr>
          <p:cNvSpPr txBox="1"/>
          <p:nvPr/>
        </p:nvSpPr>
        <p:spPr>
          <a:xfrm>
            <a:off x="4783811" y="4360186"/>
            <a:ext cx="4091552" cy="584775"/>
          </a:xfrm>
          <a:prstGeom prst="rect">
            <a:avLst/>
          </a:prstGeom>
          <a:noFill/>
        </p:spPr>
        <p:txBody>
          <a:bodyPr wrap="square">
            <a:spAutoFit/>
          </a:bodyPr>
          <a:lstStyle/>
          <a:p>
            <a:pPr defTabSz="1219170"/>
            <a:r>
              <a:rPr lang="en-US" sz="1600" dirty="0">
                <a:solidFill>
                  <a:prstClr val="black"/>
                </a:solidFill>
                <a:latin typeface="Calibri"/>
                <a:hlinkClick r:id="rId5"/>
              </a:rPr>
              <a:t>Refugee Council troubled by findings on offshore detention at sea</a:t>
            </a:r>
            <a:endParaRPr lang="en-AU" sz="1600" dirty="0">
              <a:solidFill>
                <a:prstClr val="black"/>
              </a:solidFill>
              <a:latin typeface="Calibri"/>
            </a:endParaRPr>
          </a:p>
        </p:txBody>
      </p:sp>
      <p:pic>
        <p:nvPicPr>
          <p:cNvPr id="19" name="Picture 18">
            <a:extLst>
              <a:ext uri="{FF2B5EF4-FFF2-40B4-BE49-F238E27FC236}">
                <a16:creationId xmlns:a16="http://schemas.microsoft.com/office/drawing/2014/main" id="{045141E8-01AD-125D-691D-A94837EA9044}"/>
              </a:ext>
            </a:extLst>
          </p:cNvPr>
          <p:cNvPicPr>
            <a:picLocks noChangeAspect="1"/>
          </p:cNvPicPr>
          <p:nvPr/>
        </p:nvPicPr>
        <p:blipFill>
          <a:blip r:embed="rId6"/>
          <a:srcRect l="25517" t="22599" r="27213" b="10357"/>
          <a:stretch/>
        </p:blipFill>
        <p:spPr>
          <a:xfrm>
            <a:off x="8718984" y="1503227"/>
            <a:ext cx="2787217" cy="2470741"/>
          </a:xfrm>
          <a:prstGeom prst="rect">
            <a:avLst/>
          </a:prstGeom>
        </p:spPr>
      </p:pic>
      <p:sp>
        <p:nvSpPr>
          <p:cNvPr id="21" name="TextBox 20">
            <a:extLst>
              <a:ext uri="{FF2B5EF4-FFF2-40B4-BE49-F238E27FC236}">
                <a16:creationId xmlns:a16="http://schemas.microsoft.com/office/drawing/2014/main" id="{1D9C4282-094E-4C8C-8A30-1054E51F9111}"/>
              </a:ext>
            </a:extLst>
          </p:cNvPr>
          <p:cNvSpPr txBox="1"/>
          <p:nvPr/>
        </p:nvSpPr>
        <p:spPr>
          <a:xfrm>
            <a:off x="8562760" y="4343461"/>
            <a:ext cx="3099661" cy="1077218"/>
          </a:xfrm>
          <a:prstGeom prst="rect">
            <a:avLst/>
          </a:prstGeom>
          <a:noFill/>
        </p:spPr>
        <p:txBody>
          <a:bodyPr wrap="square">
            <a:spAutoFit/>
          </a:bodyPr>
          <a:lstStyle/>
          <a:p>
            <a:pPr defTabSz="1219170"/>
            <a:r>
              <a:rPr lang="en-US" sz="1600" dirty="0">
                <a:solidFill>
                  <a:prstClr val="black"/>
                </a:solidFill>
                <a:latin typeface="Calibri"/>
                <a:hlinkClick r:id="rId7"/>
              </a:rPr>
              <a:t>Victoria receives the most Freedom of Information requests in Australia, and the system is buckling - ABC News</a:t>
            </a:r>
            <a:endParaRPr lang="en-AU" sz="1600" dirty="0">
              <a:solidFill>
                <a:prstClr val="black"/>
              </a:solidFill>
              <a:latin typeface="Calibri"/>
            </a:endParaRPr>
          </a:p>
        </p:txBody>
      </p:sp>
    </p:spTree>
    <p:extLst>
      <p:ext uri="{BB962C8B-B14F-4D97-AF65-F5344CB8AC3E}">
        <p14:creationId xmlns:p14="http://schemas.microsoft.com/office/powerpoint/2010/main" val="2310698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B587ED9-3D2A-F86F-BD2A-F3F847A4BB5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162CC3-2A17-384C-F2B0-10B9830F64AC}"/>
              </a:ext>
            </a:extLst>
          </p:cNvPr>
          <p:cNvGrpSpPr/>
          <p:nvPr/>
        </p:nvGrpSpPr>
        <p:grpSpPr>
          <a:xfrm rot="-10800000">
            <a:off x="11045569" y="-12699"/>
            <a:ext cx="1146433" cy="1146433"/>
            <a:chOff x="0" y="0"/>
            <a:chExt cx="1630482" cy="1630482"/>
          </a:xfrm>
        </p:grpSpPr>
        <p:sp>
          <p:nvSpPr>
            <p:cNvPr id="3" name="Freeform 3">
              <a:extLst>
                <a:ext uri="{FF2B5EF4-FFF2-40B4-BE49-F238E27FC236}">
                  <a16:creationId xmlns:a16="http://schemas.microsoft.com/office/drawing/2014/main" id="{A2C3E15A-92A2-83AE-3CCF-088C2308F25D}"/>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A31C568A-184B-8CB4-1864-BF6432499DFF}"/>
              </a:ext>
            </a:extLst>
          </p:cNvPr>
          <p:cNvSpPr txBox="1"/>
          <p:nvPr/>
        </p:nvSpPr>
        <p:spPr>
          <a:xfrm>
            <a:off x="609600" y="685800"/>
            <a:ext cx="10865608" cy="455702"/>
          </a:xfrm>
          <a:prstGeom prst="rect">
            <a:avLst/>
          </a:prstGeom>
        </p:spPr>
        <p:txBody>
          <a:bodyPr wrap="square" lIns="0" tIns="0" rIns="0" bIns="0" rtlCol="0" anchor="t">
            <a:spAutoFit/>
          </a:bodyPr>
          <a:lstStyle/>
          <a:p>
            <a:pPr marL="0" marR="0" lvl="0" indent="0" algn="l" defTabSz="914377" rtl="0" eaLnBrk="1" fontAlgn="auto" latinLnBrk="0" hangingPunct="1">
              <a:lnSpc>
                <a:spcPts val="3865"/>
              </a:lnSpc>
              <a:spcBef>
                <a:spcPts val="0"/>
              </a:spcBef>
              <a:spcAft>
                <a:spcPts val="0"/>
              </a:spcAft>
              <a:buClrTx/>
              <a:buSzTx/>
              <a:buFontTx/>
              <a:buNone/>
              <a:tabLst/>
              <a:defRPr/>
            </a:pPr>
            <a:r>
              <a:rPr kumimoji="0" lang="en-US" sz="2761" b="1" i="0" u="none" strike="noStrike" kern="1200" cap="none" spc="0" normalizeH="0" baseline="0" noProof="0" dirty="0">
                <a:ln>
                  <a:noFill/>
                </a:ln>
                <a:solidFill>
                  <a:srgbClr val="FFFFFF"/>
                </a:solidFill>
                <a:effectLst/>
                <a:uLnTx/>
                <a:uFillTx/>
                <a:latin typeface="Arial Bold"/>
                <a:ea typeface="Arial Bold"/>
                <a:cs typeface="Arial Bold"/>
                <a:sym typeface="Arial Bold"/>
              </a:rPr>
              <a:t>Hypothetical  </a:t>
            </a:r>
          </a:p>
        </p:txBody>
      </p:sp>
      <p:sp>
        <p:nvSpPr>
          <p:cNvPr id="11" name="TextBox 11">
            <a:extLst>
              <a:ext uri="{FF2B5EF4-FFF2-40B4-BE49-F238E27FC236}">
                <a16:creationId xmlns:a16="http://schemas.microsoft.com/office/drawing/2014/main" id="{0728B1C2-B486-A0C3-FFE5-C73A648EA4E7}"/>
              </a:ext>
            </a:extLst>
          </p:cNvPr>
          <p:cNvSpPr txBox="1"/>
          <p:nvPr/>
        </p:nvSpPr>
        <p:spPr>
          <a:xfrm>
            <a:off x="9995774" y="6368673"/>
            <a:ext cx="1773879" cy="164340"/>
          </a:xfrm>
          <a:prstGeom prst="rect">
            <a:avLst/>
          </a:prstGeom>
        </p:spPr>
        <p:txBody>
          <a:bodyPr lIns="0" tIns="0" rIns="0" bIns="0" rtlCol="0" anchor="t">
            <a:spAutoFit/>
          </a:bodyPr>
          <a:lstStyle/>
          <a:p>
            <a:pPr marL="0" marR="0" lvl="0" indent="0" algn="l" defTabSz="914377" rtl="0" eaLnBrk="1" fontAlgn="auto" latinLnBrk="0" hangingPunct="1">
              <a:lnSpc>
                <a:spcPts val="1423"/>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Content Placeholder 2">
            <a:extLst>
              <a:ext uri="{FF2B5EF4-FFF2-40B4-BE49-F238E27FC236}">
                <a16:creationId xmlns:a16="http://schemas.microsoft.com/office/drawing/2014/main" id="{07E582E2-9701-ADB8-9186-9A7731A19A02}"/>
              </a:ext>
            </a:extLst>
          </p:cNvPr>
          <p:cNvSpPr txBox="1">
            <a:spLocks/>
          </p:cNvSpPr>
          <p:nvPr/>
        </p:nvSpPr>
        <p:spPr>
          <a:xfrm>
            <a:off x="533400" y="1213660"/>
            <a:ext cx="7696200" cy="3662835"/>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The local council in the North East Shark Bay area have introduced a shark culling program following a fatal shark attack.  An expert shark culling team have challenged the council’s decision to appoint a local culling team. The council says that the local team is the only team with sufficient experts to distinguish between endangered and non-endangered species of shark. The Conservation of Sharks Advocacy Group promotes the protection all sharks in the public interest. </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endParaRPr kumimoji="0" lang="en-US" sz="2133" b="0" i="0" u="none" strike="noStrike" kern="1200" cap="none" spc="0" normalizeH="0" baseline="0" noProof="0" dirty="0">
              <a:ln>
                <a:noFill/>
              </a:ln>
              <a:solidFill>
                <a:prstClr val="white"/>
              </a:solidFill>
              <a:effectLst/>
              <a:uLnTx/>
              <a:uFillTx/>
              <a:latin typeface="Calibri"/>
              <a:ea typeface="+mn-ea"/>
              <a:cs typeface="+mn-cs"/>
            </a:endParaRP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Can they join? Do they have standing? </a:t>
            </a:r>
          </a:p>
        </p:txBody>
      </p:sp>
      <p:pic>
        <p:nvPicPr>
          <p:cNvPr id="1028" name="Picture 4" descr="Geoffrey Robertson KC : Clooney Foundation for Justice">
            <a:extLst>
              <a:ext uri="{FF2B5EF4-FFF2-40B4-BE49-F238E27FC236}">
                <a16:creationId xmlns:a16="http://schemas.microsoft.com/office/drawing/2014/main" id="{66C2700C-1571-AED6-6D62-045B3CE73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881" y="4955604"/>
            <a:ext cx="1010727" cy="129488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hark costumes sold on Temu Australia">
            <a:extLst>
              <a:ext uri="{FF2B5EF4-FFF2-40B4-BE49-F238E27FC236}">
                <a16:creationId xmlns:a16="http://schemas.microsoft.com/office/drawing/2014/main" id="{962212A1-0085-DBAC-6BE3-AF3A7925D68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6564" b="94208" l="9794" r="89691">
                        <a14:foregroundMark x1="58763" y1="6564" x2="62371" y2="7722"/>
                        <a14:foregroundMark x1="46907" y1="94208" x2="57732" y2="91120"/>
                      </a14:backgroundRemoval>
                    </a14:imgEffect>
                  </a14:imgLayer>
                </a14:imgProps>
              </a:ext>
              <a:ext uri="{28A0092B-C50C-407E-A947-70E740481C1C}">
                <a14:useLocalDpi xmlns:a14="http://schemas.microsoft.com/office/drawing/2010/main" val="0"/>
              </a:ext>
            </a:extLst>
          </a:blip>
          <a:srcRect/>
          <a:stretch>
            <a:fillRect/>
          </a:stretch>
        </p:blipFill>
        <p:spPr bwMode="auto">
          <a:xfrm>
            <a:off x="8398688" y="1179062"/>
            <a:ext cx="3076520" cy="4107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652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985B6-2253-CBB8-65E0-52CA41A55377}"/>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01A7387B-1B2F-B427-AAB6-50A6A8BF05CA}"/>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C819BC3C-1CC3-8997-60B3-94121772C77D}"/>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dirty="0">
                <a:latin typeface="+mn-lt"/>
              </a:rPr>
              <a:t>1.	What is standing or locus standi?</a:t>
            </a:r>
          </a:p>
          <a:p>
            <a:pPr>
              <a:spcBef>
                <a:spcPts val="800"/>
              </a:spcBef>
              <a:buSzPct val="100000"/>
              <a:defRPr/>
            </a:pPr>
            <a:r>
              <a:rPr lang="en-US" altLang="en-US" sz="1867" dirty="0">
                <a:latin typeface="+mn-lt"/>
              </a:rPr>
              <a:t>2.	Why does it exist? What is its purpose?</a:t>
            </a:r>
          </a:p>
          <a:p>
            <a:pPr>
              <a:spcBef>
                <a:spcPts val="800"/>
              </a:spcBef>
              <a:buSzPct val="100000"/>
              <a:defRPr/>
            </a:pPr>
            <a:r>
              <a:rPr lang="en-US" altLang="en-US" sz="1867" dirty="0">
                <a:latin typeface="+mn-lt"/>
              </a:rPr>
              <a:t>	a.	Do you find these justifications plausible?</a:t>
            </a:r>
          </a:p>
          <a:p>
            <a:pPr>
              <a:spcBef>
                <a:spcPts val="800"/>
              </a:spcBef>
              <a:buSzPct val="100000"/>
              <a:defRPr/>
            </a:pP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3B5AB892-D9C8-C079-8550-B06F4E5F7228}"/>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394336930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A7AE9-CAA2-5021-2D40-57052ACF3F0A}"/>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9CD65D4B-B623-AF23-6259-C258D7903ABD}"/>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EB3D6A73-EC77-2A2B-C410-F44513CAB398}"/>
              </a:ext>
            </a:extLst>
          </p:cNvPr>
          <p:cNvSpPr txBox="1">
            <a:spLocks noChangeArrowheads="1"/>
          </p:cNvSpPr>
          <p:nvPr/>
        </p:nvSpPr>
        <p:spPr bwMode="auto">
          <a:xfrm>
            <a:off x="512687" y="1124744"/>
            <a:ext cx="116793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dirty="0">
                <a:latin typeface="+mn-lt"/>
              </a:rPr>
              <a:t>3. Why are there rules relating to standing?</a:t>
            </a:r>
          </a:p>
          <a:p>
            <a:pPr>
              <a:spcBef>
                <a:spcPts val="800"/>
              </a:spcBef>
              <a:buSzPct val="100000"/>
              <a:defRPr/>
            </a:pPr>
            <a:r>
              <a:rPr lang="en-US" altLang="en-US" sz="1867" dirty="0">
                <a:latin typeface="+mn-lt"/>
              </a:rPr>
              <a:t>4. What is the criterion that must generally be satisfied in order to have standing?</a:t>
            </a:r>
          </a:p>
          <a:p>
            <a:pPr>
              <a:spcBef>
                <a:spcPts val="800"/>
              </a:spcBef>
              <a:buSzPct val="100000"/>
              <a:defRPr/>
            </a:pPr>
            <a:r>
              <a:rPr lang="en-US" altLang="en-US" sz="1867" dirty="0">
                <a:latin typeface="+mn-lt"/>
              </a:rPr>
              <a:t>5. In groups: Identify the contribution that the following cases make to the rules of standing 9identify what the facts were and what was held as a minimum:</a:t>
            </a:r>
          </a:p>
          <a:p>
            <a:pPr>
              <a:spcBef>
                <a:spcPts val="800"/>
              </a:spcBef>
              <a:buSzPct val="100000"/>
              <a:defRPr/>
            </a:pPr>
            <a:r>
              <a:rPr lang="en-US" altLang="en-US" sz="1867" dirty="0">
                <a:latin typeface="+mn-lt"/>
              </a:rPr>
              <a:t>	</a:t>
            </a:r>
            <a:r>
              <a:rPr lang="en-US" altLang="en-US" sz="1867" i="1" dirty="0">
                <a:latin typeface="+mn-lt"/>
              </a:rPr>
              <a:t>Australian Conservation Foundation v Commonwealth </a:t>
            </a:r>
            <a:r>
              <a:rPr lang="en-US" altLang="en-US" sz="1867" dirty="0">
                <a:latin typeface="+mn-lt"/>
              </a:rPr>
              <a:t>(1980) 146 CLR 493</a:t>
            </a:r>
          </a:p>
          <a:p>
            <a:pPr>
              <a:spcBef>
                <a:spcPts val="800"/>
              </a:spcBef>
              <a:buSzPct val="100000"/>
              <a:defRPr/>
            </a:pPr>
            <a:r>
              <a:rPr lang="en-US" altLang="en-US" sz="1867" dirty="0">
                <a:latin typeface="+mn-lt"/>
              </a:rPr>
              <a:t>	</a:t>
            </a:r>
            <a:r>
              <a:rPr lang="en-US" altLang="en-US" sz="1867" i="1" dirty="0">
                <a:latin typeface="+mn-lt"/>
              </a:rPr>
              <a:t>Onus v Alcoa of Australia Ltd </a:t>
            </a:r>
            <a:r>
              <a:rPr lang="en-US" altLang="en-US" sz="1867" dirty="0">
                <a:latin typeface="+mn-lt"/>
              </a:rPr>
              <a:t>(1981) 149 CLR 27</a:t>
            </a:r>
          </a:p>
          <a:p>
            <a:pPr>
              <a:spcBef>
                <a:spcPts val="800"/>
              </a:spcBef>
              <a:buSzPct val="100000"/>
              <a:defRPr/>
            </a:pPr>
            <a:r>
              <a:rPr lang="en-US" altLang="en-US" sz="1867" dirty="0">
                <a:latin typeface="+mn-lt"/>
              </a:rPr>
              <a:t>	</a:t>
            </a:r>
            <a:r>
              <a:rPr lang="en-US" altLang="en-US" sz="1867" i="1" dirty="0">
                <a:latin typeface="+mn-lt"/>
              </a:rPr>
              <a:t>Bateman’s Bay Aboriginal Land Council v The Aboriginal Community Benefit Fund Pty Ltd </a:t>
            </a:r>
            <a:r>
              <a:rPr lang="en-US" altLang="en-US" sz="1867" dirty="0">
                <a:latin typeface="+mn-lt"/>
              </a:rPr>
              <a:t>(1998) 194 CLR 247</a:t>
            </a:r>
          </a:p>
          <a:p>
            <a:pPr>
              <a:spcBef>
                <a:spcPts val="800"/>
              </a:spcBef>
              <a:buSzPct val="100000"/>
              <a:defRPr/>
            </a:pPr>
            <a:r>
              <a:rPr lang="en-US" altLang="en-US" sz="1867" dirty="0">
                <a:latin typeface="+mn-lt"/>
              </a:rPr>
              <a:t>	</a:t>
            </a:r>
            <a:r>
              <a:rPr lang="en-US" altLang="en-US" sz="1867" i="1" dirty="0">
                <a:latin typeface="+mn-lt"/>
              </a:rPr>
              <a:t>Shop Distributive and Allied Employees Assoc v Minister for Industrial Affairs (SA) </a:t>
            </a:r>
            <a:r>
              <a:rPr lang="en-US" altLang="en-US" sz="1867" dirty="0">
                <a:latin typeface="+mn-lt"/>
              </a:rPr>
              <a:t>(1995) 183 CLR 552</a:t>
            </a:r>
          </a:p>
          <a:p>
            <a:pPr>
              <a:spcBef>
                <a:spcPts val="800"/>
              </a:spcBef>
              <a:buSzPct val="100000"/>
              <a:defRPr/>
            </a:pPr>
            <a:r>
              <a:rPr lang="en-US" altLang="en-US" sz="1867" dirty="0">
                <a:latin typeface="+mn-lt"/>
              </a:rPr>
              <a:t>	</a:t>
            </a:r>
            <a:r>
              <a:rPr lang="en-US" altLang="en-US" sz="1867" i="1" dirty="0">
                <a:latin typeface="+mn-lt"/>
              </a:rPr>
              <a:t>Australian Institute of Marine and Power Engineers v Sec, Department of Transport </a:t>
            </a:r>
            <a:r>
              <a:rPr lang="en-US" altLang="en-US" sz="1867" dirty="0">
                <a:latin typeface="+mn-lt"/>
              </a:rPr>
              <a:t>(1986) 71 ALR 73</a:t>
            </a:r>
          </a:p>
          <a:p>
            <a:pPr>
              <a:spcBef>
                <a:spcPts val="800"/>
              </a:spcBef>
              <a:buSzPct val="100000"/>
              <a:defRPr/>
            </a:pPr>
            <a:r>
              <a:rPr lang="en-US" altLang="en-US" sz="1867" dirty="0">
                <a:latin typeface="+mn-lt"/>
              </a:rPr>
              <a:t>	</a:t>
            </a:r>
            <a:r>
              <a:rPr lang="en-US" altLang="en-US" sz="1867" i="1" dirty="0">
                <a:latin typeface="+mn-lt"/>
              </a:rPr>
              <a:t>North Coast Environmental Council v Minister for Resources </a:t>
            </a:r>
            <a:r>
              <a:rPr lang="en-US" altLang="en-US" sz="1867" dirty="0">
                <a:latin typeface="+mn-lt"/>
              </a:rPr>
              <a:t>(1994) 127 ALR 617</a:t>
            </a:r>
          </a:p>
          <a:p>
            <a:pPr>
              <a:spcBef>
                <a:spcPts val="800"/>
              </a:spcBef>
              <a:buSzPct val="100000"/>
              <a:defRPr/>
            </a:pPr>
            <a:r>
              <a:rPr lang="en-US" altLang="en-US" sz="1867" dirty="0">
                <a:latin typeface="+mn-lt"/>
              </a:rPr>
              <a:t>	</a:t>
            </a:r>
            <a:r>
              <a:rPr lang="en-US" altLang="en-US" sz="1867" i="1" dirty="0">
                <a:latin typeface="+mn-lt"/>
              </a:rPr>
              <a:t>Right to Life Assoc (NSW) v Sec, Commonwealth Department of Human Services and Health </a:t>
            </a:r>
            <a:r>
              <a:rPr lang="en-US" altLang="en-US" sz="1867" dirty="0">
                <a:latin typeface="+mn-lt"/>
              </a:rPr>
              <a:t>(1995) 128 ALR 258</a:t>
            </a:r>
          </a:p>
          <a:p>
            <a:pPr>
              <a:spcBef>
                <a:spcPts val="800"/>
              </a:spcBef>
              <a:buSzPct val="100000"/>
              <a:defRPr/>
            </a:pP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015BF1A4-D831-84B5-5537-5BA821E60B2D}"/>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4889513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61C58-31AE-2BA5-F38D-66584ADA6161}"/>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A4D09596-C9F9-2ED5-79B2-C931CD3D61C9}"/>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C37FEF16-BCE9-29BC-D6BD-C20B8657893E}"/>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dirty="0">
                <a:latin typeface="+mn-lt"/>
              </a:rPr>
              <a:t>6.	What are purely commercial interests?</a:t>
            </a:r>
          </a:p>
          <a:p>
            <a:pPr>
              <a:spcBef>
                <a:spcPts val="800"/>
              </a:spcBef>
              <a:buSzPct val="100000"/>
              <a:defRPr/>
            </a:pPr>
            <a:r>
              <a:rPr lang="en-US" altLang="en-US" sz="1867" dirty="0">
                <a:latin typeface="+mn-lt"/>
              </a:rPr>
              <a:t>7.	Consider Argos Pty Ltd v Corbell (2014) 254 CLR 394</a:t>
            </a:r>
          </a:p>
          <a:p>
            <a:pPr>
              <a:spcBef>
                <a:spcPts val="800"/>
              </a:spcBef>
              <a:buSzPct val="100000"/>
              <a:defRPr/>
            </a:pPr>
            <a:r>
              <a:rPr lang="en-US" altLang="en-US" sz="1867" dirty="0">
                <a:latin typeface="+mn-lt"/>
              </a:rPr>
              <a:t>	a.	What were the facts?</a:t>
            </a:r>
          </a:p>
          <a:p>
            <a:pPr>
              <a:spcBef>
                <a:spcPts val="800"/>
              </a:spcBef>
              <a:buSzPct val="100000"/>
              <a:defRPr/>
            </a:pPr>
            <a:r>
              <a:rPr lang="en-US" altLang="en-US" sz="1867" dirty="0">
                <a:latin typeface="+mn-lt"/>
              </a:rPr>
              <a:t>	b.	What was held?</a:t>
            </a:r>
          </a:p>
          <a:p>
            <a:pPr>
              <a:spcBef>
                <a:spcPts val="800"/>
              </a:spcBef>
              <a:buSzPct val="100000"/>
              <a:defRPr/>
            </a:pPr>
            <a:r>
              <a:rPr lang="en-US" altLang="en-US" sz="1867" dirty="0">
                <a:latin typeface="+mn-lt"/>
              </a:rPr>
              <a:t>8.	In what circumstances do trade unions have standing?</a:t>
            </a:r>
          </a:p>
          <a:p>
            <a:pPr>
              <a:spcBef>
                <a:spcPts val="800"/>
              </a:spcBef>
              <a:buSzPct val="100000"/>
              <a:defRPr/>
            </a:pPr>
            <a:r>
              <a:rPr lang="en-US" altLang="en-US" sz="1867" dirty="0">
                <a:latin typeface="+mn-lt"/>
              </a:rPr>
              <a:t>9.	What is joinder and amicus curiae?</a:t>
            </a:r>
          </a:p>
          <a:p>
            <a:pPr>
              <a:spcBef>
                <a:spcPts val="800"/>
              </a:spcBef>
              <a:buSzPct val="100000"/>
              <a:defRPr/>
            </a:pPr>
            <a:r>
              <a:rPr lang="en-US" altLang="en-US" sz="1867" dirty="0">
                <a:latin typeface="+mn-lt"/>
              </a:rPr>
              <a:t>10.	What is the Attorney-General’s fiat?</a:t>
            </a:r>
          </a:p>
          <a:p>
            <a:pPr>
              <a:spcBef>
                <a:spcPts val="800"/>
              </a:spcBef>
              <a:buSzPct val="100000"/>
              <a:defRPr/>
            </a:pPr>
            <a:r>
              <a:rPr lang="en-US" altLang="en-US" sz="1867" dirty="0">
                <a:latin typeface="+mn-lt"/>
              </a:rPr>
              <a:t>11.	Is the law relating to standing coherent?</a:t>
            </a:r>
          </a:p>
          <a:p>
            <a:pPr>
              <a:spcBef>
                <a:spcPts val="800"/>
              </a:spcBef>
              <a:buSzPct val="100000"/>
              <a:defRPr/>
            </a:pPr>
            <a:r>
              <a:rPr lang="en-US" altLang="en-US" sz="1867" dirty="0">
                <a:latin typeface="+mn-lt"/>
              </a:rPr>
              <a:t>	a.	How would you improve it?</a:t>
            </a:r>
          </a:p>
          <a:p>
            <a:pPr>
              <a:spcBef>
                <a:spcPts val="800"/>
              </a:spcBef>
              <a:buSzPct val="100000"/>
              <a:defRPr/>
            </a:pP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7BF5AD86-35AD-C514-C103-33E3B5CC6CF4}"/>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231363228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22BF7E66-234C-1369-3740-A21D535FBE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E344C0A-1629-544E-E77D-905602B658B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AB50D528-1DFF-105D-53E2-B978C9D9285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740DAFF-196D-C5E3-9F20-B42D19B44BEC}"/>
              </a:ext>
            </a:extLst>
          </p:cNvPr>
          <p:cNvSpPr txBox="1"/>
          <p:nvPr/>
        </p:nvSpPr>
        <p:spPr>
          <a:xfrm>
            <a:off x="392084" y="560536"/>
            <a:ext cx="9666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Attorney-General’s fiat </a:t>
            </a:r>
          </a:p>
        </p:txBody>
      </p:sp>
      <p:sp>
        <p:nvSpPr>
          <p:cNvPr id="9" name="TextBox 9">
            <a:extLst>
              <a:ext uri="{FF2B5EF4-FFF2-40B4-BE49-F238E27FC236}">
                <a16:creationId xmlns:a16="http://schemas.microsoft.com/office/drawing/2014/main" id="{9374554B-BAD6-C653-812C-7500D426DB00}"/>
              </a:ext>
            </a:extLst>
          </p:cNvPr>
          <p:cNvSpPr txBox="1"/>
          <p:nvPr/>
        </p:nvSpPr>
        <p:spPr>
          <a:xfrm>
            <a:off x="392084" y="1286802"/>
            <a:ext cx="8534400" cy="3785652"/>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If a private individual is unable to demonstrate a special interest not shared by the rest of the community, they lack standing. An individual may sue to protect public rights in the name of the Attorney-General if that individual obtains the Attorney- General‘s fiat.</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Attorney- General has standing ex officio (by virtue of his or her office) to seek an injunction to protect public rights. The resulting action is called a relator action, because the plaintiff sues in the Attorney-General‘s name (ex </a:t>
            </a:r>
            <a:r>
              <a:rPr kumimoji="0" lang="en-US" sz="16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relatione</a:t>
            </a: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AG), and has the conduct of the action.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Attorney- General‘s refusal to grant a fiat cannot be subject to judicial review: </a:t>
            </a:r>
            <a:r>
              <a:rPr kumimoji="0" lang="en-US" sz="1600"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Gouriet</a:t>
            </a:r>
            <a:r>
              <a:rPr kumimoji="0" lang="en-US" sz="1600"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v Union of Post Office Workers</a:t>
            </a: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[1978] AC 435</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Question: Explain the importance of </a:t>
            </a:r>
            <a:r>
              <a:rPr kumimoji="0" lang="en-US" sz="2400"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 McBain; Ex </a:t>
            </a:r>
            <a:r>
              <a:rPr kumimoji="0" lang="en-US" sz="2400"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parte</a:t>
            </a:r>
            <a:r>
              <a:rPr kumimoji="0" lang="en-US" sz="2400"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Australian Catholic Bishops Conference</a:t>
            </a:r>
            <a:r>
              <a:rPr kumimoji="0" lang="en-US" sz="24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(2002) 209 CLR 372, for the use of the Attorney General’s Fiat.</a:t>
            </a:r>
          </a:p>
        </p:txBody>
      </p:sp>
      <p:sp>
        <p:nvSpPr>
          <p:cNvPr id="10" name="TextBox 10">
            <a:extLst>
              <a:ext uri="{FF2B5EF4-FFF2-40B4-BE49-F238E27FC236}">
                <a16:creationId xmlns:a16="http://schemas.microsoft.com/office/drawing/2014/main" id="{CA714B86-06BF-A5C9-5BE0-227EBEE21FE3}"/>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3925039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AF13D6B-F833-3C15-57C4-9A7A643232E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82983D4-0308-B73C-9A53-D493087C970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5B9435D-3A44-8970-8AEC-3B8150FA569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0D4655E5-DA92-86AF-C930-0F1D37516529}"/>
              </a:ext>
            </a:extLst>
          </p:cNvPr>
          <p:cNvSpPr txBox="1"/>
          <p:nvPr/>
        </p:nvSpPr>
        <p:spPr>
          <a:xfrm>
            <a:off x="392084" y="560536"/>
            <a:ext cx="9666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Joinder and amicus curiae</a:t>
            </a:r>
          </a:p>
        </p:txBody>
      </p:sp>
      <p:sp>
        <p:nvSpPr>
          <p:cNvPr id="9" name="TextBox 9">
            <a:extLst>
              <a:ext uri="{FF2B5EF4-FFF2-40B4-BE49-F238E27FC236}">
                <a16:creationId xmlns:a16="http://schemas.microsoft.com/office/drawing/2014/main" id="{6B9C4711-8048-EDAA-2A45-43FD08B6C0AE}"/>
              </a:ext>
            </a:extLst>
          </p:cNvPr>
          <p:cNvSpPr txBox="1"/>
          <p:nvPr/>
        </p:nvSpPr>
        <p:spPr>
          <a:xfrm>
            <a:off x="392084" y="1286802"/>
            <a:ext cx="8534400" cy="3785652"/>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Joinder: A joinder is given in cases where the issues or parties involved overlap to give rise to a common question of fact or law, and all rights to relief claimed are in respect of, or arise from, the same transaction or series of transactions. A joinder can also be given at the discretion of the court.</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purpose of a joinder is to hear matters concurrently where it will increase efficiency and/or fairness.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An amicus curiae, or ‘friend of the court’, is a person or entity who appears in court in relation to a matter to assist the court without being a party to the proceeding. It is different to an intervenor as they are not a party to the proceeding and are not seeking a particular outcome; they are merely helping to facilitate the court processes.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Question: In what circumstances is the amicus curiae rule useful? Explain and give examples.</a:t>
            </a:r>
          </a:p>
        </p:txBody>
      </p:sp>
      <p:sp>
        <p:nvSpPr>
          <p:cNvPr id="10" name="TextBox 10">
            <a:extLst>
              <a:ext uri="{FF2B5EF4-FFF2-40B4-BE49-F238E27FC236}">
                <a16:creationId xmlns:a16="http://schemas.microsoft.com/office/drawing/2014/main" id="{2A49ED39-1AFB-A6CD-FBD1-D71B9C22E62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808758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FF7F89C-3C5A-F7C0-7A76-A2B99DFA5D4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1564F1D-D29E-3B9E-5660-B9387F2E24D9}"/>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44AD645-F80A-9D16-7F33-56A6D0B43527}"/>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3074" name="Picture 2" descr="Adani Mining's Carmichael coal mine plan gets the thumbs up - International  Mining">
            <a:extLst>
              <a:ext uri="{FF2B5EF4-FFF2-40B4-BE49-F238E27FC236}">
                <a16:creationId xmlns:a16="http://schemas.microsoft.com/office/drawing/2014/main" id="{6C6E1993-FA16-1A58-7FB0-9DE678A61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757"/>
            <a:ext cx="12216384" cy="73949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5">
            <a:extLst>
              <a:ext uri="{FF2B5EF4-FFF2-40B4-BE49-F238E27FC236}">
                <a16:creationId xmlns:a16="http://schemas.microsoft.com/office/drawing/2014/main" id="{983B816C-D544-E4A3-EC17-ED69BE70670E}"/>
              </a:ext>
            </a:extLst>
          </p:cNvPr>
          <p:cNvSpPr txBox="1"/>
          <p:nvPr/>
        </p:nvSpPr>
        <p:spPr>
          <a:xfrm>
            <a:off x="392084" y="560536"/>
            <a:ext cx="9666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effectLst/>
                <a:uLnTx/>
                <a:uFillTx/>
                <a:latin typeface="Arial Bold"/>
                <a:ea typeface="Arial Bold"/>
                <a:cs typeface="Arial Bold"/>
                <a:sym typeface="Arial Bold"/>
              </a:rPr>
              <a:t>The Adani Saga</a:t>
            </a:r>
          </a:p>
        </p:txBody>
      </p:sp>
      <p:sp>
        <p:nvSpPr>
          <p:cNvPr id="10" name="TextBox 10">
            <a:extLst>
              <a:ext uri="{FF2B5EF4-FFF2-40B4-BE49-F238E27FC236}">
                <a16:creationId xmlns:a16="http://schemas.microsoft.com/office/drawing/2014/main" id="{B0FC51E2-540B-1D7D-32C3-E032E574A2C6}"/>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2033653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D4C2A77A-ED2F-BC88-AAC0-1DD63BDF072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BF02294-7D07-752C-645D-3DE65832B92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9F37EB5-F0F2-ACD1-94CD-F0FC934EFFF5}"/>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6BE91E70-52B7-956E-5B79-349D1034399B}"/>
              </a:ext>
            </a:extLst>
          </p:cNvPr>
          <p:cNvSpPr txBox="1"/>
          <p:nvPr/>
        </p:nvSpPr>
        <p:spPr>
          <a:xfrm>
            <a:off x="392084" y="560536"/>
            <a:ext cx="9666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Adani Carmichael Coal Mine </a:t>
            </a:r>
          </a:p>
        </p:txBody>
      </p:sp>
      <p:sp>
        <p:nvSpPr>
          <p:cNvPr id="9" name="TextBox 9">
            <a:extLst>
              <a:ext uri="{FF2B5EF4-FFF2-40B4-BE49-F238E27FC236}">
                <a16:creationId xmlns:a16="http://schemas.microsoft.com/office/drawing/2014/main" id="{1DFE09DA-E2D5-D4E3-8556-89180F926CC6}"/>
              </a:ext>
            </a:extLst>
          </p:cNvPr>
          <p:cNvSpPr txBox="1"/>
          <p:nvPr/>
        </p:nvSpPr>
        <p:spPr>
          <a:xfrm>
            <a:off x="392084" y="1286802"/>
            <a:ext cx="5627716" cy="3508653"/>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Carmichael coal mine is a coal mine in Queensland, Australia. Owned by the Adani Group, construction began in July 2019.</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mine has drawn criticism for its environmental impacts on the Great Barrier Reef, water usage and carbon emissions. Other contentious issues are its claimed economic benefits, financial viability and use of taxpayer funding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In addition to the enormous political campaign against the mine and its financial difficulties, it has faced multiple court cases. Some of those cases that have received heavy media coverage. Those cases are not the focus of this case study but are explained below to </a:t>
            </a:r>
            <a:r>
              <a:rPr kumimoji="0" lang="en-US" sz="16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minimise</a:t>
            </a: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confusion over the different cases against this mine and associated infrastructure.</a:t>
            </a:r>
          </a:p>
        </p:txBody>
      </p:sp>
      <p:sp>
        <p:nvSpPr>
          <p:cNvPr id="10" name="TextBox 10">
            <a:extLst>
              <a:ext uri="{FF2B5EF4-FFF2-40B4-BE49-F238E27FC236}">
                <a16:creationId xmlns:a16="http://schemas.microsoft.com/office/drawing/2014/main" id="{9282C4BD-5C56-74F2-46EC-C3ECF110E724}"/>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098" name="Picture 2" descr="Australian Campaign Case Study: Stop Adani, 2012 - 2022">
            <a:extLst>
              <a:ext uri="{FF2B5EF4-FFF2-40B4-BE49-F238E27FC236}">
                <a16:creationId xmlns:a16="http://schemas.microsoft.com/office/drawing/2014/main" id="{200EBD2D-EEAA-8811-DB41-78E48C0357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6577" y="1286802"/>
            <a:ext cx="5043819" cy="37828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6373F7-E88C-1791-A99E-9C1D35A0F0A9}"/>
              </a:ext>
            </a:extLst>
          </p:cNvPr>
          <p:cNvSpPr txBox="1"/>
          <p:nvPr/>
        </p:nvSpPr>
        <p:spPr>
          <a:xfrm>
            <a:off x="8556973" y="5293236"/>
            <a:ext cx="3061830" cy="276999"/>
          </a:xfrm>
          <a:prstGeom prst="rect">
            <a:avLst/>
          </a:prstGeom>
          <a:noFill/>
        </p:spPr>
        <p:txBody>
          <a:bodyPr wrap="square">
            <a:spAutoFit/>
          </a:bodyPr>
          <a:lstStyle/>
          <a:p>
            <a:r>
              <a:rPr lang="en-AU" sz="1200" dirty="0">
                <a:solidFill>
                  <a:schemeClr val="bg1"/>
                </a:solidFill>
              </a:rPr>
              <a:t>https://commonslibrary.org/</a:t>
            </a:r>
          </a:p>
        </p:txBody>
      </p:sp>
    </p:spTree>
    <p:extLst>
      <p:ext uri="{BB962C8B-B14F-4D97-AF65-F5344CB8AC3E}">
        <p14:creationId xmlns:p14="http://schemas.microsoft.com/office/powerpoint/2010/main" val="1892051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D0DFB4C-2E5F-C186-B323-E028839A391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DEEF0A3-0CF7-CDF4-624C-C347F11088F6}"/>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B8B7696-9CC2-0D86-941B-A169C78CF33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0A8A1163-6E65-0AF8-C9DB-8D752CDC578A}"/>
              </a:ext>
            </a:extLst>
          </p:cNvPr>
          <p:cNvSpPr txBox="1"/>
          <p:nvPr/>
        </p:nvSpPr>
        <p:spPr>
          <a:xfrm>
            <a:off x="392084" y="560536"/>
            <a:ext cx="10199716"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Interaction with State EIA processes the Adani Carmichael Mine and Rail Case</a:t>
            </a:r>
          </a:p>
        </p:txBody>
      </p:sp>
      <p:sp>
        <p:nvSpPr>
          <p:cNvPr id="10" name="TextBox 10">
            <a:extLst>
              <a:ext uri="{FF2B5EF4-FFF2-40B4-BE49-F238E27FC236}">
                <a16:creationId xmlns:a16="http://schemas.microsoft.com/office/drawing/2014/main" id="{75B70C30-AFBA-2CB0-FA8F-6AAE98B82F53}"/>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3">
            <a:extLst>
              <a:ext uri="{FF2B5EF4-FFF2-40B4-BE49-F238E27FC236}">
                <a16:creationId xmlns:a16="http://schemas.microsoft.com/office/drawing/2014/main" id="{B21AEBEA-3064-D80C-C738-BDD0FDE10BF3}"/>
              </a:ext>
            </a:extLst>
          </p:cNvPr>
          <p:cNvPicPr>
            <a:picLocks noChangeAspect="1"/>
          </p:cNvPicPr>
          <p:nvPr/>
        </p:nvPicPr>
        <p:blipFill rotWithShape="1">
          <a:blip r:embed="rId2"/>
          <a:srcRect l="14890" t="25369" r="46959" b="15988"/>
          <a:stretch/>
        </p:blipFill>
        <p:spPr>
          <a:xfrm>
            <a:off x="443059" y="1418149"/>
            <a:ext cx="4743935" cy="4861309"/>
          </a:xfrm>
          <a:prstGeom prst="rect">
            <a:avLst/>
          </a:prstGeom>
        </p:spPr>
      </p:pic>
      <p:pic>
        <p:nvPicPr>
          <p:cNvPr id="6" name="Picture 5">
            <a:extLst>
              <a:ext uri="{FF2B5EF4-FFF2-40B4-BE49-F238E27FC236}">
                <a16:creationId xmlns:a16="http://schemas.microsoft.com/office/drawing/2014/main" id="{E6C35731-A0F8-4B52-FE25-393994666392}"/>
              </a:ext>
            </a:extLst>
          </p:cNvPr>
          <p:cNvPicPr>
            <a:picLocks noChangeAspect="1"/>
          </p:cNvPicPr>
          <p:nvPr/>
        </p:nvPicPr>
        <p:blipFill rotWithShape="1">
          <a:blip r:embed="rId3"/>
          <a:srcRect l="15048" t="15221" r="46880" b="25795"/>
          <a:stretch/>
        </p:blipFill>
        <p:spPr>
          <a:xfrm>
            <a:off x="5312188" y="1418148"/>
            <a:ext cx="4669104" cy="4822395"/>
          </a:xfrm>
          <a:prstGeom prst="rect">
            <a:avLst/>
          </a:prstGeom>
        </p:spPr>
      </p:pic>
      <p:sp>
        <p:nvSpPr>
          <p:cNvPr id="7" name="TextBox 6">
            <a:extLst>
              <a:ext uri="{FF2B5EF4-FFF2-40B4-BE49-F238E27FC236}">
                <a16:creationId xmlns:a16="http://schemas.microsoft.com/office/drawing/2014/main" id="{3DA7D40C-C00E-F8F8-69E5-D1871552029D}"/>
              </a:ext>
            </a:extLst>
          </p:cNvPr>
          <p:cNvSpPr txBox="1"/>
          <p:nvPr/>
        </p:nvSpPr>
        <p:spPr>
          <a:xfrm>
            <a:off x="443059" y="6364605"/>
            <a:ext cx="793638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bg1"/>
                </a:solidFill>
                <a:effectLst/>
                <a:uLnTx/>
                <a:uFillTx/>
                <a:latin typeface="Arial" panose="020B0604020202020204"/>
                <a:ea typeface="+mn-ea"/>
                <a:cs typeface="+mn-cs"/>
              </a:rPr>
              <a:t>Source: http://envlaw.com.au/carmichael-coal-mine-federal-court/</a:t>
            </a:r>
          </a:p>
        </p:txBody>
      </p:sp>
    </p:spTree>
    <p:extLst>
      <p:ext uri="{BB962C8B-B14F-4D97-AF65-F5344CB8AC3E}">
        <p14:creationId xmlns:p14="http://schemas.microsoft.com/office/powerpoint/2010/main" val="598582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47BA28C-BD29-7BB6-FD25-0D082CDE2AE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EF3E7F-AB4D-B2BB-FBC5-41946D397DB9}"/>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BEC07AD1-8D5E-0DDD-1F18-65535DB8179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0C2DB48C-E083-AA52-37CD-1D64D7D39F49}"/>
              </a:ext>
            </a:extLst>
          </p:cNvPr>
          <p:cNvSpPr txBox="1"/>
          <p:nvPr/>
        </p:nvSpPr>
        <p:spPr>
          <a:xfrm>
            <a:off x="392084" y="560536"/>
            <a:ext cx="10199716"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Interaction with State EIA processes the Adani Carmichael Mine and Rail Case</a:t>
            </a:r>
          </a:p>
        </p:txBody>
      </p:sp>
      <p:sp>
        <p:nvSpPr>
          <p:cNvPr id="10" name="TextBox 10">
            <a:extLst>
              <a:ext uri="{FF2B5EF4-FFF2-40B4-BE49-F238E27FC236}">
                <a16:creationId xmlns:a16="http://schemas.microsoft.com/office/drawing/2014/main" id="{BEA1D2AF-D494-2E40-D54D-DC1CF6AD1CA2}"/>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7" name="TextBox 6">
            <a:extLst>
              <a:ext uri="{FF2B5EF4-FFF2-40B4-BE49-F238E27FC236}">
                <a16:creationId xmlns:a16="http://schemas.microsoft.com/office/drawing/2014/main" id="{0FB1E179-1548-8788-24E5-053E8153140E}"/>
              </a:ext>
            </a:extLst>
          </p:cNvPr>
          <p:cNvSpPr txBox="1"/>
          <p:nvPr/>
        </p:nvSpPr>
        <p:spPr>
          <a:xfrm>
            <a:off x="443059" y="6364605"/>
            <a:ext cx="793638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bg1"/>
                </a:solidFill>
                <a:effectLst/>
                <a:uLnTx/>
                <a:uFillTx/>
                <a:latin typeface="Arial" panose="020B0604020202020204"/>
                <a:ea typeface="+mn-ea"/>
                <a:cs typeface="+mn-cs"/>
              </a:rPr>
              <a:t>Source: http://envlaw.com.au/carmichael-coal-mine-federal-court/</a:t>
            </a:r>
          </a:p>
        </p:txBody>
      </p:sp>
      <p:pic>
        <p:nvPicPr>
          <p:cNvPr id="8" name="Picture 7">
            <a:extLst>
              <a:ext uri="{FF2B5EF4-FFF2-40B4-BE49-F238E27FC236}">
                <a16:creationId xmlns:a16="http://schemas.microsoft.com/office/drawing/2014/main" id="{10D21CD1-F484-EEFE-1E58-559C2B3A91C6}"/>
              </a:ext>
            </a:extLst>
          </p:cNvPr>
          <p:cNvPicPr>
            <a:picLocks noChangeAspect="1"/>
          </p:cNvPicPr>
          <p:nvPr/>
        </p:nvPicPr>
        <p:blipFill rotWithShape="1">
          <a:blip r:embed="rId2"/>
          <a:srcRect l="15126" t="15504" r="46880" b="27670"/>
          <a:stretch/>
        </p:blipFill>
        <p:spPr>
          <a:xfrm>
            <a:off x="443060" y="1346485"/>
            <a:ext cx="4962420" cy="4948073"/>
          </a:xfrm>
          <a:prstGeom prst="rect">
            <a:avLst/>
          </a:prstGeom>
        </p:spPr>
      </p:pic>
      <p:pic>
        <p:nvPicPr>
          <p:cNvPr id="9" name="Picture 8">
            <a:extLst>
              <a:ext uri="{FF2B5EF4-FFF2-40B4-BE49-F238E27FC236}">
                <a16:creationId xmlns:a16="http://schemas.microsoft.com/office/drawing/2014/main" id="{0DED1746-010C-779D-745B-F98CB13BE8E3}"/>
              </a:ext>
            </a:extLst>
          </p:cNvPr>
          <p:cNvPicPr>
            <a:picLocks noChangeAspect="1"/>
          </p:cNvPicPr>
          <p:nvPr/>
        </p:nvPicPr>
        <p:blipFill rotWithShape="1">
          <a:blip r:embed="rId3"/>
          <a:srcRect l="15047" t="24307" r="47037" b="23422"/>
          <a:stretch/>
        </p:blipFill>
        <p:spPr>
          <a:xfrm>
            <a:off x="5518768" y="1346485"/>
            <a:ext cx="5383681" cy="4948073"/>
          </a:xfrm>
          <a:prstGeom prst="rect">
            <a:avLst/>
          </a:prstGeom>
        </p:spPr>
      </p:pic>
    </p:spTree>
    <p:extLst>
      <p:ext uri="{BB962C8B-B14F-4D97-AF65-F5344CB8AC3E}">
        <p14:creationId xmlns:p14="http://schemas.microsoft.com/office/powerpoint/2010/main" val="1025534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A634F121-7A71-5E8C-6FD5-E78506B9E7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1941311-DD09-7BE0-E623-F8F4FD5022F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572037C-F735-28F0-87A4-659D6684A95C}"/>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ECEFE53B-4977-EACB-354A-4EAFD7D5309A}"/>
              </a:ext>
            </a:extLst>
          </p:cNvPr>
          <p:cNvSpPr txBox="1"/>
          <p:nvPr/>
        </p:nvSpPr>
        <p:spPr>
          <a:xfrm>
            <a:off x="392084" y="292259"/>
            <a:ext cx="101997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Other regulations</a:t>
            </a:r>
          </a:p>
        </p:txBody>
      </p:sp>
      <p:sp>
        <p:nvSpPr>
          <p:cNvPr id="10" name="TextBox 10">
            <a:extLst>
              <a:ext uri="{FF2B5EF4-FFF2-40B4-BE49-F238E27FC236}">
                <a16:creationId xmlns:a16="http://schemas.microsoft.com/office/drawing/2014/main" id="{4330016E-A8E2-0E11-9FAA-0156581CD5D8}"/>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6" name="TextBox 5">
            <a:extLst>
              <a:ext uri="{FF2B5EF4-FFF2-40B4-BE49-F238E27FC236}">
                <a16:creationId xmlns:a16="http://schemas.microsoft.com/office/drawing/2014/main" id="{2D1D1113-8439-C8C8-7316-AD152FC4B3B0}"/>
              </a:ext>
            </a:extLst>
          </p:cNvPr>
          <p:cNvSpPr txBox="1"/>
          <p:nvPr/>
        </p:nvSpPr>
        <p:spPr>
          <a:xfrm>
            <a:off x="304800" y="1130685"/>
            <a:ext cx="7010400" cy="5524589"/>
          </a:xfrm>
          <a:prstGeom prst="rect">
            <a:avLst/>
          </a:prstGeom>
          <a:noFill/>
        </p:spPr>
        <p:txBody>
          <a:bodyPr wrap="square">
            <a:spAutoFit/>
          </a:bodyPr>
          <a:lstStyle/>
          <a:p>
            <a:pPr marL="0" indent="0">
              <a:spcBef>
                <a:spcPts val="0"/>
              </a:spcBef>
              <a:spcAft>
                <a:spcPts val="300"/>
              </a:spcAft>
              <a:buNone/>
            </a:pPr>
            <a:r>
              <a:rPr lang="en-GB" sz="1400" b="1" i="0" u="none" strike="noStrike" baseline="0" dirty="0">
                <a:solidFill>
                  <a:schemeClr val="bg1"/>
                </a:solidFill>
                <a:latin typeface="Arial" panose="020B0604020202020204" pitchFamily="34" charset="0"/>
              </a:rPr>
              <a:t>Native Title Act 1993 (</a:t>
            </a:r>
            <a:r>
              <a:rPr lang="en-GB" sz="1400" b="1" i="0" u="none" strike="noStrike" baseline="0" dirty="0" err="1">
                <a:solidFill>
                  <a:schemeClr val="bg1"/>
                </a:solidFill>
                <a:latin typeface="Arial" panose="020B0604020202020204" pitchFamily="34" charset="0"/>
              </a:rPr>
              <a:t>Cth</a:t>
            </a:r>
            <a:r>
              <a:rPr lang="en-GB" sz="1400" b="1" i="0" u="none" strike="noStrike" baseline="0" dirty="0">
                <a:solidFill>
                  <a:schemeClr val="bg1"/>
                </a:solidFill>
                <a:latin typeface="Arial" panose="020B0604020202020204" pitchFamily="34" charset="0"/>
              </a:rPr>
              <a:t>) </a:t>
            </a:r>
            <a:endParaRPr lang="en-GB" sz="1400" b="0" i="0" u="none" strike="noStrike" baseline="0" dirty="0">
              <a:solidFill>
                <a:schemeClr val="bg1"/>
              </a:solidFill>
              <a:latin typeface="Arial" panose="020B0604020202020204" pitchFamily="34" charset="0"/>
            </a:endParaRPr>
          </a:p>
          <a:p>
            <a:pPr>
              <a:spcBef>
                <a:spcPts val="0"/>
              </a:spcBef>
              <a:spcAft>
                <a:spcPts val="300"/>
              </a:spcAft>
            </a:pPr>
            <a:r>
              <a:rPr lang="en-GB" sz="1400" dirty="0">
                <a:solidFill>
                  <a:schemeClr val="bg1"/>
                </a:solidFill>
              </a:rPr>
              <a:t>M</a:t>
            </a:r>
            <a:r>
              <a:rPr lang="en-GB" sz="1400" b="0" i="0" u="none" strike="noStrike" baseline="0" dirty="0">
                <a:solidFill>
                  <a:schemeClr val="bg1"/>
                </a:solidFill>
                <a:latin typeface="Arial" panose="020B0604020202020204" pitchFamily="34" charset="0"/>
              </a:rPr>
              <a:t>ust negotiate an Indigenous Land Use Agreement with native title holders </a:t>
            </a:r>
          </a:p>
          <a:p>
            <a:pPr>
              <a:spcBef>
                <a:spcPts val="0"/>
              </a:spcBef>
              <a:spcAft>
                <a:spcPts val="300"/>
              </a:spcAft>
            </a:pPr>
            <a:r>
              <a:rPr lang="en-GB" sz="1400" b="0" i="0" u="none" strike="noStrike" baseline="0" dirty="0">
                <a:solidFill>
                  <a:schemeClr val="bg1"/>
                </a:solidFill>
                <a:latin typeface="Arial" panose="020B0604020202020204" pitchFamily="34" charset="0"/>
              </a:rPr>
              <a:t>Several legal challenges made by the </a:t>
            </a:r>
            <a:r>
              <a:rPr lang="en-GB" sz="1400" b="0" i="0" u="none" strike="noStrike" baseline="0" dirty="0" err="1">
                <a:solidFill>
                  <a:schemeClr val="bg1"/>
                </a:solidFill>
                <a:latin typeface="Arial" panose="020B0604020202020204" pitchFamily="34" charset="0"/>
              </a:rPr>
              <a:t>Wangan</a:t>
            </a:r>
            <a:r>
              <a:rPr lang="en-GB" sz="1400" b="0" i="0" u="none" strike="noStrike" baseline="0" dirty="0">
                <a:solidFill>
                  <a:schemeClr val="bg1"/>
                </a:solidFill>
                <a:latin typeface="Arial" panose="020B0604020202020204" pitchFamily="34" charset="0"/>
              </a:rPr>
              <a:t> and </a:t>
            </a:r>
            <a:r>
              <a:rPr lang="en-GB" sz="1400" b="0" i="0" u="none" strike="noStrike" baseline="0" dirty="0" err="1">
                <a:solidFill>
                  <a:schemeClr val="bg1"/>
                </a:solidFill>
                <a:latin typeface="Arial" panose="020B0604020202020204" pitchFamily="34" charset="0"/>
              </a:rPr>
              <a:t>Jagalingou</a:t>
            </a:r>
            <a:r>
              <a:rPr lang="en-GB" sz="1400" b="0" i="0" u="none" strike="noStrike" baseline="0" dirty="0">
                <a:solidFill>
                  <a:schemeClr val="bg1"/>
                </a:solidFill>
                <a:latin typeface="Arial" panose="020B0604020202020204" pitchFamily="34" charset="0"/>
              </a:rPr>
              <a:t> People.</a:t>
            </a:r>
            <a:endParaRPr lang="en-AU" sz="1400" b="0" i="0" u="none" strike="noStrike" baseline="0" dirty="0">
              <a:solidFill>
                <a:schemeClr val="bg1"/>
              </a:solidFill>
              <a:latin typeface="Arial" panose="020B0604020202020204" pitchFamily="34" charset="0"/>
            </a:endParaRPr>
          </a:p>
          <a:p>
            <a:pPr marL="0" indent="0">
              <a:spcBef>
                <a:spcPts val="0"/>
              </a:spcBef>
              <a:spcAft>
                <a:spcPts val="300"/>
              </a:spcAft>
              <a:buNone/>
            </a:pPr>
            <a:r>
              <a:rPr lang="en-GB" sz="1400" b="1" i="0" u="none" strike="noStrike" baseline="0" dirty="0">
                <a:solidFill>
                  <a:schemeClr val="bg1"/>
                </a:solidFill>
                <a:latin typeface="Arial" panose="020B0604020202020204" pitchFamily="34" charset="0"/>
              </a:rPr>
              <a:t>Aboriginal Cultural Heritage Act 2003 (Qld)</a:t>
            </a:r>
            <a:endParaRPr lang="en-GB" sz="1400" b="0" i="0" u="none" strike="noStrike" baseline="0" dirty="0">
              <a:solidFill>
                <a:schemeClr val="bg1"/>
              </a:solidFill>
              <a:latin typeface="Arial" panose="020B0604020202020204" pitchFamily="34" charset="0"/>
            </a:endParaRPr>
          </a:p>
          <a:p>
            <a:pPr>
              <a:spcBef>
                <a:spcPts val="0"/>
              </a:spcBef>
              <a:spcAft>
                <a:spcPts val="300"/>
              </a:spcAft>
            </a:pPr>
            <a:r>
              <a:rPr lang="en-GB" sz="1400" dirty="0">
                <a:solidFill>
                  <a:schemeClr val="bg1"/>
                </a:solidFill>
              </a:rPr>
              <a:t>M</a:t>
            </a:r>
            <a:r>
              <a:rPr lang="en-GB" sz="1400" b="0" i="0" u="none" strike="noStrike" baseline="0" dirty="0">
                <a:solidFill>
                  <a:schemeClr val="bg1"/>
                </a:solidFill>
                <a:latin typeface="Arial" panose="020B0604020202020204" pitchFamily="34" charset="0"/>
              </a:rPr>
              <a:t>ust prepare a cultural heritage management plan</a:t>
            </a:r>
            <a:endParaRPr lang="en-AU" sz="1400" b="0" i="0" u="none" strike="noStrike" baseline="0" dirty="0">
              <a:solidFill>
                <a:schemeClr val="bg1"/>
              </a:solidFill>
              <a:latin typeface="Arial" panose="020B0604020202020204" pitchFamily="34" charset="0"/>
            </a:endParaRPr>
          </a:p>
          <a:p>
            <a:pPr marL="0" indent="0">
              <a:spcBef>
                <a:spcPts val="0"/>
              </a:spcBef>
              <a:spcAft>
                <a:spcPts val="300"/>
              </a:spcAft>
              <a:buNone/>
            </a:pPr>
            <a:r>
              <a:rPr lang="en-GB" sz="1400" b="1" i="0" u="none" strike="noStrike" baseline="0" dirty="0">
                <a:solidFill>
                  <a:schemeClr val="bg1"/>
                </a:solidFill>
                <a:latin typeface="Arial" panose="020B0604020202020204" pitchFamily="34" charset="0"/>
              </a:rPr>
              <a:t>Minerals Resources Act 1989 (Qld) </a:t>
            </a:r>
            <a:endParaRPr lang="en-GB" sz="1400" b="0" i="0" u="none" strike="noStrike" baseline="0" dirty="0">
              <a:solidFill>
                <a:schemeClr val="bg1"/>
              </a:solidFill>
              <a:latin typeface="Arial" panose="020B0604020202020204" pitchFamily="34" charset="0"/>
            </a:endParaRPr>
          </a:p>
          <a:p>
            <a:pPr>
              <a:spcBef>
                <a:spcPts val="0"/>
              </a:spcBef>
              <a:spcAft>
                <a:spcPts val="300"/>
              </a:spcAft>
            </a:pPr>
            <a:r>
              <a:rPr lang="en-GB" sz="1400" b="0" i="0" u="none" strike="noStrike" baseline="0" dirty="0">
                <a:solidFill>
                  <a:schemeClr val="bg1"/>
                </a:solidFill>
                <a:latin typeface="Arial" panose="020B0604020202020204" pitchFamily="34" charset="0"/>
              </a:rPr>
              <a:t>Applications for a mining lease</a:t>
            </a:r>
            <a:endParaRPr lang="en-AU" sz="1400" b="0" i="0" u="none" strike="noStrike" baseline="0" dirty="0">
              <a:solidFill>
                <a:schemeClr val="bg1"/>
              </a:solidFill>
              <a:latin typeface="Arial" panose="020B0604020202020204" pitchFamily="34" charset="0"/>
            </a:endParaRPr>
          </a:p>
          <a:p>
            <a:pPr marL="0" indent="0">
              <a:spcBef>
                <a:spcPts val="0"/>
              </a:spcBef>
              <a:spcAft>
                <a:spcPts val="300"/>
              </a:spcAft>
              <a:buNone/>
            </a:pPr>
            <a:r>
              <a:rPr lang="en-AU" sz="1400" b="1" i="0" u="none" strike="noStrike" baseline="0" dirty="0">
                <a:solidFill>
                  <a:schemeClr val="bg1"/>
                </a:solidFill>
                <a:latin typeface="Arial" panose="020B0604020202020204" pitchFamily="34" charset="0"/>
              </a:rPr>
              <a:t>Environmental Protection Act 1994 (Qld)</a:t>
            </a:r>
            <a:endParaRPr lang="en-AU" sz="1400" b="0" i="0" u="none" strike="noStrike" baseline="0" dirty="0">
              <a:solidFill>
                <a:schemeClr val="bg1"/>
              </a:solidFill>
              <a:latin typeface="Arial" panose="020B0604020202020204" pitchFamily="34" charset="0"/>
            </a:endParaRPr>
          </a:p>
          <a:p>
            <a:pPr>
              <a:spcBef>
                <a:spcPts val="0"/>
              </a:spcBef>
              <a:spcAft>
                <a:spcPts val="300"/>
              </a:spcAft>
            </a:pPr>
            <a:r>
              <a:rPr lang="en-GB" sz="1400" b="0" i="0" u="none" strike="noStrike" baseline="0" dirty="0">
                <a:solidFill>
                  <a:schemeClr val="bg1"/>
                </a:solidFill>
                <a:latin typeface="Arial" panose="020B0604020202020204" pitchFamily="34" charset="0"/>
              </a:rPr>
              <a:t>a general environmental duty applies under s 319</a:t>
            </a:r>
          </a:p>
          <a:p>
            <a:pPr>
              <a:spcBef>
                <a:spcPts val="0"/>
              </a:spcBef>
              <a:spcAft>
                <a:spcPts val="300"/>
              </a:spcAft>
            </a:pPr>
            <a:r>
              <a:rPr lang="en-GB" sz="1400" b="0" i="0" u="none" strike="noStrike" baseline="0" dirty="0">
                <a:solidFill>
                  <a:schemeClr val="bg1"/>
                </a:solidFill>
                <a:latin typeface="Arial" panose="020B0604020202020204" pitchFamily="34" charset="0"/>
              </a:rPr>
              <a:t>An environmental authority (assessment and approval) must be obtained for various environmental impacts</a:t>
            </a:r>
            <a:endParaRPr lang="en-AU" sz="1400" b="0" i="0" u="none" strike="noStrike" baseline="0" dirty="0">
              <a:solidFill>
                <a:schemeClr val="bg1"/>
              </a:solidFill>
              <a:latin typeface="Arial" panose="020B0604020202020204" pitchFamily="34" charset="0"/>
            </a:endParaRPr>
          </a:p>
          <a:p>
            <a:pPr marL="0" indent="0">
              <a:spcBef>
                <a:spcPts val="0"/>
              </a:spcBef>
              <a:spcAft>
                <a:spcPts val="300"/>
              </a:spcAft>
              <a:buNone/>
            </a:pPr>
            <a:r>
              <a:rPr lang="en-GB" sz="1400" b="1" i="0" u="none" strike="noStrike" baseline="0" dirty="0">
                <a:solidFill>
                  <a:schemeClr val="bg1"/>
                </a:solidFill>
                <a:latin typeface="Arial" panose="020B0604020202020204" pitchFamily="34" charset="0"/>
              </a:rPr>
              <a:t>Sustainable Planning Act 2009 (Qld)</a:t>
            </a:r>
            <a:endParaRPr lang="en-GB" sz="1400" b="0" i="0" u="none" strike="noStrike" baseline="0" dirty="0">
              <a:solidFill>
                <a:schemeClr val="bg1"/>
              </a:solidFill>
              <a:latin typeface="Arial" panose="020B0604020202020204" pitchFamily="34" charset="0"/>
            </a:endParaRPr>
          </a:p>
          <a:p>
            <a:pPr>
              <a:spcBef>
                <a:spcPts val="0"/>
              </a:spcBef>
              <a:spcAft>
                <a:spcPts val="300"/>
              </a:spcAft>
            </a:pPr>
            <a:r>
              <a:rPr lang="en-GB" sz="1400" b="0" i="0" u="none" strike="noStrike" baseline="0" dirty="0">
                <a:solidFill>
                  <a:schemeClr val="bg1"/>
                </a:solidFill>
                <a:latin typeface="Arial" panose="020B0604020202020204" pitchFamily="34" charset="0"/>
              </a:rPr>
              <a:t>Development assessment and approval required (planning approvals)</a:t>
            </a:r>
            <a:endParaRPr lang="en-AU" sz="1400" b="0" i="0" u="none" strike="noStrike" baseline="0" dirty="0">
              <a:solidFill>
                <a:schemeClr val="bg1"/>
              </a:solidFill>
              <a:latin typeface="Arial" panose="020B0604020202020204" pitchFamily="34" charset="0"/>
            </a:endParaRPr>
          </a:p>
          <a:p>
            <a:pPr marL="0" indent="0">
              <a:spcBef>
                <a:spcPts val="0"/>
              </a:spcBef>
              <a:spcAft>
                <a:spcPts val="300"/>
              </a:spcAft>
              <a:buNone/>
            </a:pPr>
            <a:r>
              <a:rPr lang="en-AU" sz="1400" b="1" i="0" u="none" strike="noStrike" baseline="0" dirty="0">
                <a:solidFill>
                  <a:schemeClr val="bg1"/>
                </a:solidFill>
                <a:latin typeface="Arial" panose="020B0604020202020204" pitchFamily="34" charset="0"/>
              </a:rPr>
              <a:t>Water Act 2000 (Qld), </a:t>
            </a:r>
            <a:endParaRPr lang="en-AU" sz="1400" b="0" i="0" u="none" strike="noStrike" baseline="0" dirty="0">
              <a:solidFill>
                <a:schemeClr val="bg1"/>
              </a:solidFill>
              <a:latin typeface="Arial" panose="020B0604020202020204" pitchFamily="34" charset="0"/>
            </a:endParaRPr>
          </a:p>
          <a:p>
            <a:pPr>
              <a:spcBef>
                <a:spcPts val="0"/>
              </a:spcBef>
              <a:spcAft>
                <a:spcPts val="300"/>
              </a:spcAft>
            </a:pPr>
            <a:r>
              <a:rPr lang="en-GB" sz="1400" b="0" i="0" u="none" strike="noStrike" baseline="0" dirty="0">
                <a:solidFill>
                  <a:schemeClr val="bg1"/>
                </a:solidFill>
                <a:latin typeface="Arial" panose="020B0604020202020204" pitchFamily="34" charset="0"/>
              </a:rPr>
              <a:t>Water licences required for taking or interfering with water and various local water plans to be complied with </a:t>
            </a:r>
            <a:endParaRPr lang="en-AU" sz="1400" b="0" i="0" u="none" strike="noStrike" baseline="0" dirty="0">
              <a:solidFill>
                <a:schemeClr val="bg1"/>
              </a:solidFill>
              <a:latin typeface="Arial" panose="020B0604020202020204" pitchFamily="34" charset="0"/>
            </a:endParaRPr>
          </a:p>
          <a:p>
            <a:pPr marL="0" indent="0">
              <a:spcBef>
                <a:spcPts val="0"/>
              </a:spcBef>
              <a:spcAft>
                <a:spcPts val="300"/>
              </a:spcAft>
              <a:buNone/>
            </a:pPr>
            <a:r>
              <a:rPr lang="en-AU" sz="1400" b="1" i="0" u="none" strike="noStrike" baseline="0" dirty="0">
                <a:solidFill>
                  <a:schemeClr val="bg1"/>
                </a:solidFill>
                <a:latin typeface="Arial" panose="020B0604020202020204" pitchFamily="34" charset="0"/>
              </a:rPr>
              <a:t>Vegetation Management Act 1999 (Qld)</a:t>
            </a:r>
            <a:endParaRPr lang="en-AU" sz="1400" b="0" i="0" u="none" strike="noStrike" baseline="0" dirty="0">
              <a:solidFill>
                <a:schemeClr val="bg1"/>
              </a:solidFill>
              <a:latin typeface="Arial" panose="020B0604020202020204" pitchFamily="34" charset="0"/>
            </a:endParaRPr>
          </a:p>
          <a:p>
            <a:pPr>
              <a:spcBef>
                <a:spcPts val="0"/>
              </a:spcBef>
              <a:spcAft>
                <a:spcPts val="300"/>
              </a:spcAft>
            </a:pPr>
            <a:r>
              <a:rPr lang="en-GB" sz="1400" b="0" i="0" u="none" strike="noStrike" baseline="0" dirty="0">
                <a:solidFill>
                  <a:schemeClr val="bg1"/>
                </a:solidFill>
                <a:latin typeface="Arial" panose="020B0604020202020204" pitchFamily="34" charset="0"/>
              </a:rPr>
              <a:t>Vegetation clearing must be assessed by DNRM  –but exemption applies for mining activities</a:t>
            </a:r>
            <a:endParaRPr lang="en-AU" sz="1400" b="0" i="0" u="none" strike="noStrike" baseline="0" dirty="0">
              <a:solidFill>
                <a:schemeClr val="bg1"/>
              </a:solidFill>
              <a:latin typeface="Arial" panose="020B0604020202020204" pitchFamily="34" charset="0"/>
            </a:endParaRPr>
          </a:p>
          <a:p>
            <a:pPr marL="0" indent="0">
              <a:spcBef>
                <a:spcPts val="0"/>
              </a:spcBef>
              <a:spcAft>
                <a:spcPts val="300"/>
              </a:spcAft>
              <a:buNone/>
            </a:pPr>
            <a:r>
              <a:rPr lang="en-AU" sz="1400" b="1" i="0" u="none" strike="noStrike" baseline="0" dirty="0">
                <a:solidFill>
                  <a:schemeClr val="bg1"/>
                </a:solidFill>
                <a:latin typeface="Arial" panose="020B0604020202020204" pitchFamily="34" charset="0"/>
              </a:rPr>
              <a:t>Nature Conservation Act 1992 (Qld) </a:t>
            </a:r>
            <a:endParaRPr lang="en-AU" sz="1400" b="0" i="0" u="none" strike="noStrike" baseline="0" dirty="0">
              <a:solidFill>
                <a:schemeClr val="bg1"/>
              </a:solidFill>
              <a:latin typeface="Arial" panose="020B0604020202020204" pitchFamily="34" charset="0"/>
            </a:endParaRPr>
          </a:p>
          <a:p>
            <a:pPr>
              <a:spcBef>
                <a:spcPts val="0"/>
              </a:spcBef>
              <a:spcAft>
                <a:spcPts val="300"/>
              </a:spcAft>
            </a:pPr>
            <a:r>
              <a:rPr lang="en-GB" sz="1400" b="0" i="0" u="none" strike="noStrike" baseline="0" dirty="0">
                <a:solidFill>
                  <a:schemeClr val="bg1"/>
                </a:solidFill>
                <a:latin typeface="Arial" panose="020B0604020202020204" pitchFamily="34" charset="0"/>
              </a:rPr>
              <a:t>Protection for endangered species and habitat –exemptions apply for mining</a:t>
            </a:r>
            <a:endParaRPr lang="en-AU" sz="1400" b="0" i="0" u="none" strike="noStrike" baseline="0" dirty="0">
              <a:solidFill>
                <a:schemeClr val="bg1"/>
              </a:solidFill>
              <a:latin typeface="Arial" panose="020B0604020202020204" pitchFamily="34" charset="0"/>
            </a:endParaRPr>
          </a:p>
          <a:p>
            <a:pPr marL="0" indent="0">
              <a:spcBef>
                <a:spcPts val="0"/>
              </a:spcBef>
              <a:spcAft>
                <a:spcPts val="300"/>
              </a:spcAft>
              <a:buNone/>
            </a:pPr>
            <a:r>
              <a:rPr lang="en-AU" sz="1400" b="1" i="0" u="none" strike="noStrike" baseline="0" dirty="0">
                <a:solidFill>
                  <a:schemeClr val="bg1"/>
                </a:solidFill>
                <a:latin typeface="Arial" panose="020B0604020202020204" pitchFamily="34" charset="0"/>
              </a:rPr>
              <a:t>And more …..</a:t>
            </a:r>
            <a:endParaRPr lang="en-AU" sz="1400" dirty="0">
              <a:solidFill>
                <a:schemeClr val="bg1"/>
              </a:solidFill>
            </a:endParaRPr>
          </a:p>
        </p:txBody>
      </p:sp>
      <p:pic>
        <p:nvPicPr>
          <p:cNvPr id="11" name="Picture 10" descr="An island with a body of water&#10;&#10;AI-generated content may be incorrect.">
            <a:extLst>
              <a:ext uri="{FF2B5EF4-FFF2-40B4-BE49-F238E27FC236}">
                <a16:creationId xmlns:a16="http://schemas.microsoft.com/office/drawing/2014/main" id="{95C2C8B4-1A10-8348-FE97-53175E3A7276}"/>
              </a:ext>
            </a:extLst>
          </p:cNvPr>
          <p:cNvPicPr>
            <a:picLocks noChangeAspect="1"/>
          </p:cNvPicPr>
          <p:nvPr/>
        </p:nvPicPr>
        <p:blipFill>
          <a:blip r:embed="rId2"/>
          <a:srcRect l="39968" r="19760"/>
          <a:stretch/>
        </p:blipFill>
        <p:spPr>
          <a:xfrm>
            <a:off x="7604234" y="1335562"/>
            <a:ext cx="4413862" cy="5192446"/>
          </a:xfrm>
          <a:prstGeom prst="rect">
            <a:avLst/>
          </a:prstGeom>
        </p:spPr>
      </p:pic>
      <p:sp>
        <p:nvSpPr>
          <p:cNvPr id="12" name="TextBox 11">
            <a:extLst>
              <a:ext uri="{FF2B5EF4-FFF2-40B4-BE49-F238E27FC236}">
                <a16:creationId xmlns:a16="http://schemas.microsoft.com/office/drawing/2014/main" id="{0868817B-D41E-C45E-B95C-04278A1A6470}"/>
              </a:ext>
            </a:extLst>
          </p:cNvPr>
          <p:cNvSpPr txBox="1"/>
          <p:nvPr/>
        </p:nvSpPr>
        <p:spPr>
          <a:xfrm>
            <a:off x="11277600" y="6541061"/>
            <a:ext cx="83388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chemeClr val="bg1"/>
                </a:solidFill>
                <a:effectLst/>
                <a:uLnTx/>
                <a:uFillTx/>
                <a:latin typeface="Arial" panose="020B0604020202020204"/>
                <a:ea typeface="+mn-ea"/>
                <a:cs typeface="+mn-cs"/>
              </a:rPr>
              <a:t>Source: Adani</a:t>
            </a:r>
            <a:endParaRPr kumimoji="0" lang="en-AU" sz="8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17663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6753EEE-D934-6653-5035-48687228249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872A1E2-122C-8C86-3EA8-13F2925D58F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29E53E3E-D9E2-7773-A871-ED1D249CDF8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978848B0-606A-BC05-46C3-BCC1B2AA96AE}"/>
              </a:ext>
            </a:extLst>
          </p:cNvPr>
          <p:cNvSpPr txBox="1"/>
          <p:nvPr/>
        </p:nvSpPr>
        <p:spPr>
          <a:xfrm>
            <a:off x="392084" y="560536"/>
            <a:ext cx="9666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Adani Carmichael Coal Mine </a:t>
            </a:r>
          </a:p>
        </p:txBody>
      </p:sp>
      <p:sp>
        <p:nvSpPr>
          <p:cNvPr id="9" name="TextBox 9">
            <a:extLst>
              <a:ext uri="{FF2B5EF4-FFF2-40B4-BE49-F238E27FC236}">
                <a16:creationId xmlns:a16="http://schemas.microsoft.com/office/drawing/2014/main" id="{F0EE190D-0DB4-1003-066B-6D53D73F1ED2}"/>
              </a:ext>
            </a:extLst>
          </p:cNvPr>
          <p:cNvSpPr txBox="1"/>
          <p:nvPr/>
        </p:nvSpPr>
        <p:spPr>
          <a:xfrm>
            <a:off x="416468" y="1371600"/>
            <a:ext cx="10439400" cy="2246769"/>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first application was brought by the Mackay Conservation Group in early 2015 in the Federal Court in Sydney.</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 judgment was delivered but the Court later issued a statement that the parties agreed the Commonwealth Environment Minister had failed to consider approved conservation advices for two listed threatened species,  the </a:t>
            </a:r>
            <a:r>
              <a:rPr kumimoji="0" lang="en-US" sz="16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Yakka</a:t>
            </a: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Skink and the Ornamental Snake, contrary to the requirements of section 139(2) of the EPBC Act.</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Following the first approval for the mine being set aside, the Minister re-approved the mine under the EPBC Act.</a:t>
            </a:r>
          </a:p>
          <a:p>
            <a:r>
              <a:rPr lang="en-AU" sz="2000" u="sng" dirty="0">
                <a:solidFill>
                  <a:schemeClr val="bg1"/>
                </a:solidFill>
                <a:latin typeface="Arial" panose="020B0604020202020204" pitchFamily="34" charset="0"/>
                <a:ea typeface="Times New Roman" panose="02020603050405020304" pitchFamily="18" charset="0"/>
                <a:hlinkClick r:id="rId2">
                  <a:extLst>
                    <a:ext uri="{A12FA001-AC4F-418D-AE19-62706E023703}">
                      <ahyp:hlinkClr xmlns:ahyp="http://schemas.microsoft.com/office/drawing/2018/hyperlinkcolor" val="tx"/>
                    </a:ext>
                  </a:extLst>
                </a:hlinkClick>
              </a:rPr>
              <a:t>Video report on 2015 Federal Court setback for Adani</a:t>
            </a:r>
            <a:r>
              <a:rPr lang="en-AU" sz="2000" dirty="0">
                <a:solidFill>
                  <a:schemeClr val="bg1"/>
                </a:solidFill>
                <a:latin typeface="Arial" panose="020B0604020202020204" pitchFamily="34" charset="0"/>
                <a:ea typeface="Times New Roman" panose="02020603050405020304" pitchFamily="18" charset="0"/>
              </a:rPr>
              <a:t>. </a:t>
            </a:r>
            <a:endParaRPr lang="en-AU" sz="2000" dirty="0">
              <a:solidFill>
                <a:schemeClr val="bg1"/>
              </a:solidFill>
              <a:latin typeface="Calibri" panose="020F0502020204030204" pitchFamily="34" charset="0"/>
              <a:ea typeface="Times New Roman" panose="02020603050405020304" pitchFamily="18" charset="0"/>
            </a:endParaRPr>
          </a:p>
        </p:txBody>
      </p:sp>
      <p:sp>
        <p:nvSpPr>
          <p:cNvPr id="10" name="TextBox 10">
            <a:extLst>
              <a:ext uri="{FF2B5EF4-FFF2-40B4-BE49-F238E27FC236}">
                <a16:creationId xmlns:a16="http://schemas.microsoft.com/office/drawing/2014/main" id="{305FAB9F-B5DB-9C80-5152-7CC3E7F09922}"/>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7" name="Picture 6">
            <a:extLst>
              <a:ext uri="{FF2B5EF4-FFF2-40B4-BE49-F238E27FC236}">
                <a16:creationId xmlns:a16="http://schemas.microsoft.com/office/drawing/2014/main" id="{E2AACAAB-696A-02F4-404A-8D159D1D8AE3}"/>
              </a:ext>
            </a:extLst>
          </p:cNvPr>
          <p:cNvPicPr>
            <a:picLocks noChangeAspect="1"/>
          </p:cNvPicPr>
          <p:nvPr/>
        </p:nvPicPr>
        <p:blipFill>
          <a:blip r:embed="rId3"/>
          <a:srcRect l="23611" t="37778" r="43056" b="25556"/>
          <a:stretch/>
        </p:blipFill>
        <p:spPr>
          <a:xfrm>
            <a:off x="1905000" y="3892113"/>
            <a:ext cx="3657600" cy="2514600"/>
          </a:xfrm>
          <a:prstGeom prst="rect">
            <a:avLst/>
          </a:prstGeom>
        </p:spPr>
      </p:pic>
      <p:pic>
        <p:nvPicPr>
          <p:cNvPr id="5122" name="Picture 2">
            <a:extLst>
              <a:ext uri="{FF2B5EF4-FFF2-40B4-BE49-F238E27FC236}">
                <a16:creationId xmlns:a16="http://schemas.microsoft.com/office/drawing/2014/main" id="{1FAFDF41-F5C1-95CC-AE5E-756473964D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2950" y="3920688"/>
            <a:ext cx="3457046" cy="248907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101923C-7036-7D81-E7CB-CEFF598EA125}"/>
              </a:ext>
            </a:extLst>
          </p:cNvPr>
          <p:cNvSpPr txBox="1"/>
          <p:nvPr/>
        </p:nvSpPr>
        <p:spPr>
          <a:xfrm>
            <a:off x="4648200" y="6567388"/>
            <a:ext cx="264046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err="1">
                <a:ln>
                  <a:noFill/>
                </a:ln>
                <a:solidFill>
                  <a:schemeClr val="bg1"/>
                </a:solidFill>
                <a:effectLst/>
                <a:uLnTx/>
                <a:uFillTx/>
                <a:latin typeface="Arial" panose="020B0604020202020204"/>
                <a:ea typeface="+mn-ea"/>
                <a:cs typeface="+mn-cs"/>
              </a:rPr>
              <a:t>Yakka</a:t>
            </a:r>
            <a:r>
              <a:rPr kumimoji="0" lang="en-GB" sz="800" b="0" i="0" u="none" strike="noStrike" kern="1200" cap="none" spc="0" normalizeH="0" baseline="0" noProof="0" dirty="0">
                <a:ln>
                  <a:noFill/>
                </a:ln>
                <a:solidFill>
                  <a:schemeClr val="bg1"/>
                </a:solidFill>
                <a:effectLst/>
                <a:uLnTx/>
                <a:uFillTx/>
                <a:latin typeface="Arial" panose="020B0604020202020204"/>
                <a:ea typeface="+mn-ea"/>
                <a:cs typeface="+mn-cs"/>
              </a:rPr>
              <a:t> Skink and Ornamental Snake Source:  DEECA</a:t>
            </a:r>
            <a:endParaRPr kumimoji="0" lang="en-AU" sz="8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Tree>
    <p:extLst>
      <p:ext uri="{BB962C8B-B14F-4D97-AF65-F5344CB8AC3E}">
        <p14:creationId xmlns:p14="http://schemas.microsoft.com/office/powerpoint/2010/main" val="813842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6E25F1DD-D47A-E263-67AA-0EFEC27C700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609BBA0-7E73-13A3-3E0C-1216912C106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8A80969-41DC-BCBF-69FE-1A35E00B1AA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F3089966-7AFF-F2C2-CF8F-739D5A839038}"/>
              </a:ext>
            </a:extLst>
          </p:cNvPr>
          <p:cNvSpPr txBox="1"/>
          <p:nvPr/>
        </p:nvSpPr>
        <p:spPr>
          <a:xfrm>
            <a:off x="392084" y="560536"/>
            <a:ext cx="9666316"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Adani Carmichael Coal Mine: The second judicial review application and appeal</a:t>
            </a:r>
          </a:p>
        </p:txBody>
      </p:sp>
      <p:sp>
        <p:nvSpPr>
          <p:cNvPr id="9" name="TextBox 9">
            <a:extLst>
              <a:ext uri="{FF2B5EF4-FFF2-40B4-BE49-F238E27FC236}">
                <a16:creationId xmlns:a16="http://schemas.microsoft.com/office/drawing/2014/main" id="{706D7A07-05E8-0169-DEB2-27C3112752D8}"/>
              </a:ext>
            </a:extLst>
          </p:cNvPr>
          <p:cNvSpPr txBox="1"/>
          <p:nvPr/>
        </p:nvSpPr>
        <p:spPr>
          <a:xfrm>
            <a:off x="392084" y="1691144"/>
            <a:ext cx="10439400" cy="1785104"/>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second application, brought by the Australian Conservation Foundation (ACF) in late 2015, alleged that the Minister failed to properly consider the impacts of the climate pollution from the mine on the Great Barrier Reef World Heritage Area.</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application was dismissed at first instance by the Federal Court. ACF appealed but was unsuccessful.</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court ruled in favour of the government, based on the argument that only considering the direct emissions from mining operations (and not the emissions caused by the burning of its coal) is a decision at the minister's discretion.</a:t>
            </a:r>
          </a:p>
        </p:txBody>
      </p:sp>
      <p:sp>
        <p:nvSpPr>
          <p:cNvPr id="10" name="TextBox 10">
            <a:extLst>
              <a:ext uri="{FF2B5EF4-FFF2-40B4-BE49-F238E27FC236}">
                <a16:creationId xmlns:a16="http://schemas.microsoft.com/office/drawing/2014/main" id="{2635A577-7ACC-971D-04EC-883290D3DBD9}"/>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146" name="Picture 2" descr="Australian Conservation Foundation ...">
            <a:extLst>
              <a:ext uri="{FF2B5EF4-FFF2-40B4-BE49-F238E27FC236}">
                <a16:creationId xmlns:a16="http://schemas.microsoft.com/office/drawing/2014/main" id="{B7D94519-2247-799F-8B16-1FD922B28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191000"/>
            <a:ext cx="4777110" cy="16764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Great Barrier Reef - Wikipedia">
            <a:extLst>
              <a:ext uri="{FF2B5EF4-FFF2-40B4-BE49-F238E27FC236}">
                <a16:creationId xmlns:a16="http://schemas.microsoft.com/office/drawing/2014/main" id="{5E85EAB4-DAFC-4E9A-85AC-F8E60B0076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123" y="3881665"/>
            <a:ext cx="3295652" cy="24783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477E60C-3E0F-17A3-1C53-5C6349A44F23}"/>
              </a:ext>
            </a:extLst>
          </p:cNvPr>
          <p:cNvSpPr txBox="1"/>
          <p:nvPr/>
        </p:nvSpPr>
        <p:spPr>
          <a:xfrm>
            <a:off x="7363831" y="6456677"/>
            <a:ext cx="12362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chemeClr val="bg1"/>
                </a:solidFill>
                <a:effectLst/>
                <a:uLnTx/>
                <a:uFillTx/>
                <a:latin typeface="Arial" panose="020B0604020202020204"/>
                <a:ea typeface="+mn-ea"/>
                <a:cs typeface="+mn-cs"/>
              </a:rPr>
              <a:t>Source:  </a:t>
            </a:r>
            <a:r>
              <a:rPr kumimoji="0" lang="en-GB" sz="800" b="0" i="0" u="none" strike="noStrike" kern="1200" cap="none" spc="0" normalizeH="0" baseline="0" noProof="0" dirty="0" err="1">
                <a:ln>
                  <a:noFill/>
                </a:ln>
                <a:solidFill>
                  <a:schemeClr val="bg1"/>
                </a:solidFill>
                <a:effectLst/>
                <a:uLnTx/>
                <a:uFillTx/>
                <a:latin typeface="Arial" panose="020B0604020202020204"/>
                <a:ea typeface="+mn-ea"/>
                <a:cs typeface="+mn-cs"/>
              </a:rPr>
              <a:t>Wikicommons</a:t>
            </a:r>
            <a:endParaRPr kumimoji="0" lang="en-AU" sz="8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Tree>
    <p:extLst>
      <p:ext uri="{BB962C8B-B14F-4D97-AF65-F5344CB8AC3E}">
        <p14:creationId xmlns:p14="http://schemas.microsoft.com/office/powerpoint/2010/main" val="440838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54D27D68-7EA4-B5CE-38A2-6A65AEADE5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D65B18A-0400-69E7-1923-E9832675DF3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626E8364-4C44-1F0D-2A14-4238B1C7187E}"/>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A0BBF164-0D7B-CF23-5172-F1F934FABF7D}"/>
              </a:ext>
            </a:extLst>
          </p:cNvPr>
          <p:cNvSpPr txBox="1"/>
          <p:nvPr/>
        </p:nvSpPr>
        <p:spPr>
          <a:xfrm>
            <a:off x="392084" y="560536"/>
            <a:ext cx="10653522"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Adani Carmichael Coal Mine: The third judicial review application</a:t>
            </a:r>
          </a:p>
          <a:p>
            <a:pPr marL="0" marR="0" lvl="0" indent="0" algn="l" defTabSz="914400" rtl="0" eaLnBrk="1" fontAlgn="auto" latinLnBrk="0" hangingPunct="1">
              <a:lnSpc>
                <a:spcPts val="3494"/>
              </a:lnSpc>
              <a:spcBef>
                <a:spcPts val="0"/>
              </a:spcBef>
              <a:spcAft>
                <a:spcPts val="0"/>
              </a:spcAft>
              <a:buClrTx/>
              <a:buSzTx/>
              <a:buFontTx/>
              <a:buNone/>
              <a:tabLst/>
              <a:defRPr/>
            </a:pPr>
            <a:endPar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endParaRPr>
          </a:p>
        </p:txBody>
      </p:sp>
      <p:sp>
        <p:nvSpPr>
          <p:cNvPr id="9" name="TextBox 9">
            <a:extLst>
              <a:ext uri="{FF2B5EF4-FFF2-40B4-BE49-F238E27FC236}">
                <a16:creationId xmlns:a16="http://schemas.microsoft.com/office/drawing/2014/main" id="{FC16290D-F00A-2F45-3300-B3200403743C}"/>
              </a:ext>
            </a:extLst>
          </p:cNvPr>
          <p:cNvSpPr txBox="1"/>
          <p:nvPr/>
        </p:nvSpPr>
        <p:spPr>
          <a:xfrm>
            <a:off x="392084" y="1691144"/>
            <a:ext cx="10439400" cy="2677656"/>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third application was brought by the ACF on 4 December 2018. It was allowed by consent of all of the parties on 12 June 2019 – that is, ACF won.</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CF alleged that the Minister, Melissa Price, erred by deciding that water use at the mine not directly involved in the extraction of coal did not require approval under the EPBC Act’s water trigger.</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Through the proceedings it became evident that the process leading to the Minister’s approval hadn’t properly considered the more than 2,200 public submissions that had been made, with some even being lost.</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As a result, the ACF amended the grounds to challenge the failure to consider those submissions and the Minister and Adani conceded, leading to ACF’s application for review being granted by consent- meaning the Australian Government would reassess the project’s water use.</a:t>
            </a:r>
          </a:p>
        </p:txBody>
      </p:sp>
      <p:sp>
        <p:nvSpPr>
          <p:cNvPr id="10" name="TextBox 10">
            <a:extLst>
              <a:ext uri="{FF2B5EF4-FFF2-40B4-BE49-F238E27FC236}">
                <a16:creationId xmlns:a16="http://schemas.microsoft.com/office/drawing/2014/main" id="{3F972AF9-C3B6-0584-E49A-9F1D3B4F2154}"/>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Australian Conservation Foundation ...">
            <a:extLst>
              <a:ext uri="{FF2B5EF4-FFF2-40B4-BE49-F238E27FC236}">
                <a16:creationId xmlns:a16="http://schemas.microsoft.com/office/drawing/2014/main" id="{CDD99F7D-F915-418D-7B73-A440886F9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605824"/>
            <a:ext cx="4777110" cy="167640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1DEC8A96-4DC3-86B0-6704-FCEE62815F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4539149"/>
            <a:ext cx="2619375" cy="17430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1D37F4-34FF-B1AA-0C18-0C551EA21F6F}"/>
              </a:ext>
            </a:extLst>
          </p:cNvPr>
          <p:cNvSpPr txBox="1"/>
          <p:nvPr/>
        </p:nvSpPr>
        <p:spPr>
          <a:xfrm>
            <a:off x="7363831" y="6456677"/>
            <a:ext cx="12362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chemeClr val="bg1"/>
                </a:solidFill>
                <a:effectLst/>
                <a:uLnTx/>
                <a:uFillTx/>
                <a:latin typeface="Arial" panose="020B0604020202020204"/>
                <a:ea typeface="+mn-ea"/>
                <a:cs typeface="+mn-cs"/>
              </a:rPr>
              <a:t>Source:  </a:t>
            </a:r>
            <a:r>
              <a:rPr kumimoji="0" lang="en-GB" sz="800" b="0" i="0" u="none" strike="noStrike" kern="1200" cap="none" spc="0" normalizeH="0" baseline="0" noProof="0" dirty="0" err="1">
                <a:ln>
                  <a:noFill/>
                </a:ln>
                <a:solidFill>
                  <a:schemeClr val="bg1"/>
                </a:solidFill>
                <a:effectLst/>
                <a:uLnTx/>
                <a:uFillTx/>
                <a:latin typeface="Arial" panose="020B0604020202020204"/>
                <a:ea typeface="+mn-ea"/>
                <a:cs typeface="+mn-cs"/>
              </a:rPr>
              <a:t>Wikicommons</a:t>
            </a:r>
            <a:endParaRPr kumimoji="0" lang="en-AU" sz="8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41749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37309D5-3866-3C20-A662-9E608FA646C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6E195E9-6411-7854-55FA-D242E8D59230}"/>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AD08E483-B5A1-AC4B-6D67-301E04FC529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FA883CDA-02F5-E0BB-CE0D-903BCFA3ED24}"/>
              </a:ext>
            </a:extLst>
          </p:cNvPr>
          <p:cNvSpPr txBox="1"/>
          <p:nvPr/>
        </p:nvSpPr>
        <p:spPr>
          <a:xfrm>
            <a:off x="392084" y="560536"/>
            <a:ext cx="10653522"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Adani Carmichael Coal Mine: The fourth judicial review application</a:t>
            </a:r>
          </a:p>
          <a:p>
            <a:pPr marL="0" marR="0" lvl="0" indent="0" algn="l" defTabSz="914400" rtl="0" eaLnBrk="1" fontAlgn="auto" latinLnBrk="0" hangingPunct="1">
              <a:lnSpc>
                <a:spcPts val="3494"/>
              </a:lnSpc>
              <a:spcBef>
                <a:spcPts val="0"/>
              </a:spcBef>
              <a:spcAft>
                <a:spcPts val="0"/>
              </a:spcAft>
              <a:buClrTx/>
              <a:buSzTx/>
              <a:buFontTx/>
              <a:buNone/>
              <a:tabLst/>
              <a:defRPr/>
            </a:pPr>
            <a:endPar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endParaRPr>
          </a:p>
        </p:txBody>
      </p:sp>
      <p:sp>
        <p:nvSpPr>
          <p:cNvPr id="9" name="TextBox 9">
            <a:extLst>
              <a:ext uri="{FF2B5EF4-FFF2-40B4-BE49-F238E27FC236}">
                <a16:creationId xmlns:a16="http://schemas.microsoft.com/office/drawing/2014/main" id="{E5159169-140D-C352-D607-1E9EDA0D7DB6}"/>
              </a:ext>
            </a:extLst>
          </p:cNvPr>
          <p:cNvSpPr txBox="1"/>
          <p:nvPr/>
        </p:nvSpPr>
        <p:spPr>
          <a:xfrm>
            <a:off x="392084" y="1691144"/>
            <a:ext cx="10439400" cy="1785104"/>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fourth application was brought by ACF in 2020 against a decision by a delegate of the Minister. The application argued that the water pipeline should require assessment under the EPBC water trigger.</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 federal court ruled in favour of the AFC in May 2021, thereby requiring the minister to reconsider the environmental impacts associated with the mine's water pipeline before it is approved.</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Note: This decision does not stop the mine,. The Minister is merely required to reconsider the application according to law and is highly likely to again approve the water infrastructure for the mine.</a:t>
            </a:r>
          </a:p>
        </p:txBody>
      </p:sp>
      <p:sp>
        <p:nvSpPr>
          <p:cNvPr id="10" name="TextBox 10">
            <a:extLst>
              <a:ext uri="{FF2B5EF4-FFF2-40B4-BE49-F238E27FC236}">
                <a16:creationId xmlns:a16="http://schemas.microsoft.com/office/drawing/2014/main" id="{E4F6CFAE-5E3D-8FD7-160E-820D2A82D9A3}"/>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Australian Conservation Foundation ...">
            <a:extLst>
              <a:ext uri="{FF2B5EF4-FFF2-40B4-BE49-F238E27FC236}">
                <a16:creationId xmlns:a16="http://schemas.microsoft.com/office/drawing/2014/main" id="{7CCB3A8A-7E49-8479-7A86-52B4AA494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605824"/>
            <a:ext cx="4777110" cy="167640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7EF1000F-C406-15B8-E2A2-1385223CF7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4539149"/>
            <a:ext cx="2619375" cy="17430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5F26874-B8EF-954C-D2E4-F8E3C2F42927}"/>
              </a:ext>
            </a:extLst>
          </p:cNvPr>
          <p:cNvSpPr txBox="1"/>
          <p:nvPr/>
        </p:nvSpPr>
        <p:spPr>
          <a:xfrm>
            <a:off x="7363831" y="6456677"/>
            <a:ext cx="12362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chemeClr val="bg1"/>
                </a:solidFill>
                <a:effectLst/>
                <a:uLnTx/>
                <a:uFillTx/>
                <a:latin typeface="Arial" panose="020B0604020202020204"/>
                <a:ea typeface="+mn-ea"/>
                <a:cs typeface="+mn-cs"/>
              </a:rPr>
              <a:t>Source:  </a:t>
            </a:r>
            <a:r>
              <a:rPr kumimoji="0" lang="en-GB" sz="800" b="0" i="0" u="none" strike="noStrike" kern="1200" cap="none" spc="0" normalizeH="0" baseline="0" noProof="0" dirty="0" err="1">
                <a:ln>
                  <a:noFill/>
                </a:ln>
                <a:solidFill>
                  <a:schemeClr val="bg1"/>
                </a:solidFill>
                <a:effectLst/>
                <a:uLnTx/>
                <a:uFillTx/>
                <a:latin typeface="Arial" panose="020B0604020202020204"/>
                <a:ea typeface="+mn-ea"/>
                <a:cs typeface="+mn-cs"/>
              </a:rPr>
              <a:t>Wikicommons</a:t>
            </a:r>
            <a:endParaRPr kumimoji="0" lang="en-AU" sz="8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Tree>
    <p:extLst>
      <p:ext uri="{BB962C8B-B14F-4D97-AF65-F5344CB8AC3E}">
        <p14:creationId xmlns:p14="http://schemas.microsoft.com/office/powerpoint/2010/main" val="925304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FAF086E-69D5-8261-CD65-279A600EEC6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05CAE0B-24FC-E60D-104A-7E9B467C718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1568B00-6204-44EF-5967-0F48D76AD73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23F90DB1-DB25-74B0-26F9-9C6750869B44}"/>
              </a:ext>
            </a:extLst>
          </p:cNvPr>
          <p:cNvSpPr txBox="1"/>
          <p:nvPr/>
        </p:nvSpPr>
        <p:spPr>
          <a:xfrm>
            <a:off x="392084" y="560536"/>
            <a:ext cx="10653522"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Problems with Judicial Review</a:t>
            </a:r>
          </a:p>
          <a:p>
            <a:pPr marL="0" marR="0" lvl="0" indent="0" algn="l" defTabSz="914400" rtl="0" eaLnBrk="1" fontAlgn="auto" latinLnBrk="0" hangingPunct="1">
              <a:lnSpc>
                <a:spcPts val="3494"/>
              </a:lnSpc>
              <a:spcBef>
                <a:spcPts val="0"/>
              </a:spcBef>
              <a:spcAft>
                <a:spcPts val="0"/>
              </a:spcAft>
              <a:buClrTx/>
              <a:buSzTx/>
              <a:buFontTx/>
              <a:buNone/>
              <a:tabLst/>
              <a:defRPr/>
            </a:pPr>
            <a:endPar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endParaRPr>
          </a:p>
        </p:txBody>
      </p:sp>
      <p:sp>
        <p:nvSpPr>
          <p:cNvPr id="9" name="TextBox 9">
            <a:extLst>
              <a:ext uri="{FF2B5EF4-FFF2-40B4-BE49-F238E27FC236}">
                <a16:creationId xmlns:a16="http://schemas.microsoft.com/office/drawing/2014/main" id="{B241E881-65E3-B2FB-7AFD-6E570695B26C}"/>
              </a:ext>
            </a:extLst>
          </p:cNvPr>
          <p:cNvSpPr txBox="1"/>
          <p:nvPr/>
        </p:nvSpPr>
        <p:spPr>
          <a:xfrm>
            <a:off x="392084" y="1134893"/>
            <a:ext cx="7685116" cy="5355312"/>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Groundhog Day’ outcomes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Even if successful, decision can make the same decision again if the error with better reasoning, so the error can be corrected. At least the key issues can be </a:t>
            </a:r>
            <a:r>
              <a:rPr kumimoji="0" lang="en-US" sz="16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publicised</a:t>
            </a: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and the  project commencement may be delayed (and sometimes cancelled).</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Nathan Dam case - QCC v MEH (2003) -. A new dam proposal on Dawson River in Qld was likely to impact on the Great Barrier Reef –the Minister failed to take this into account –decision was set aside and he had to do it again and approved the dam with additional conditions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Tarkine</a:t>
            </a: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National Coalition case (2013).  Approval of a new mine in Tasmania failed to consider risks to Tasmanian Devil (road kill a huge problem) –challenge succeeded and then mine was approved with additional conditions.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Legal costs may be very high</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Legal proceedings are expensive to run and government funding for public interest cases has been greatly reduced.</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Many challenges are unsuccessful –and winner’s legal costs may be awarded against the losing party. Applicants may be excused from payment if the legal issues are of broad importance to the general community –the </a:t>
            </a:r>
            <a:r>
              <a:rPr kumimoji="0" lang="en-US" sz="1600"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Oshlack</a:t>
            </a: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principle applied in the Blue Wedges case (2008) re Port Phillip Bay dredging.</a:t>
            </a:r>
          </a:p>
        </p:txBody>
      </p:sp>
      <p:sp>
        <p:nvSpPr>
          <p:cNvPr id="10" name="TextBox 10">
            <a:extLst>
              <a:ext uri="{FF2B5EF4-FFF2-40B4-BE49-F238E27FC236}">
                <a16:creationId xmlns:a16="http://schemas.microsoft.com/office/drawing/2014/main" id="{C9E479D9-88DB-3FBA-172A-D43621114A78}"/>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7" name="Picture 6" descr="A large area with a river and trees&#10;&#10;AI-generated content may be incorrect.">
            <a:extLst>
              <a:ext uri="{FF2B5EF4-FFF2-40B4-BE49-F238E27FC236}">
                <a16:creationId xmlns:a16="http://schemas.microsoft.com/office/drawing/2014/main" id="{4BA75BAF-BED1-E027-F75B-6FF8956D0590}"/>
              </a:ext>
            </a:extLst>
          </p:cNvPr>
          <p:cNvPicPr>
            <a:picLocks noChangeAspect="1"/>
          </p:cNvPicPr>
          <p:nvPr/>
        </p:nvPicPr>
        <p:blipFill>
          <a:blip r:embed="rId2"/>
          <a:srcRect r="21826"/>
          <a:stretch/>
        </p:blipFill>
        <p:spPr>
          <a:xfrm>
            <a:off x="9055996" y="1234159"/>
            <a:ext cx="3136004" cy="2406962"/>
          </a:xfrm>
          <a:prstGeom prst="rect">
            <a:avLst/>
          </a:prstGeom>
        </p:spPr>
      </p:pic>
      <p:pic>
        <p:nvPicPr>
          <p:cNvPr id="8" name="Picture 7" descr="A dam with a waterfall and trees&#10;&#10;AI-generated content may be incorrect.">
            <a:extLst>
              <a:ext uri="{FF2B5EF4-FFF2-40B4-BE49-F238E27FC236}">
                <a16:creationId xmlns:a16="http://schemas.microsoft.com/office/drawing/2014/main" id="{45BE8E9D-59CF-AECA-D2E3-9F878F9AA924}"/>
              </a:ext>
            </a:extLst>
          </p:cNvPr>
          <p:cNvPicPr>
            <a:picLocks noChangeAspect="1"/>
          </p:cNvPicPr>
          <p:nvPr/>
        </p:nvPicPr>
        <p:blipFill>
          <a:blip r:embed="rId3"/>
          <a:stretch>
            <a:fillRect/>
          </a:stretch>
        </p:blipFill>
        <p:spPr>
          <a:xfrm>
            <a:off x="9055996" y="4101213"/>
            <a:ext cx="3154192" cy="1828362"/>
          </a:xfrm>
          <a:prstGeom prst="rect">
            <a:avLst/>
          </a:prstGeom>
        </p:spPr>
      </p:pic>
      <p:sp>
        <p:nvSpPr>
          <p:cNvPr id="11" name="TextBox 10">
            <a:extLst>
              <a:ext uri="{FF2B5EF4-FFF2-40B4-BE49-F238E27FC236}">
                <a16:creationId xmlns:a16="http://schemas.microsoft.com/office/drawing/2014/main" id="{3350E695-B756-BC13-666C-21677ED4EF74}"/>
              </a:ext>
            </a:extLst>
          </p:cNvPr>
          <p:cNvSpPr txBox="1"/>
          <p:nvPr/>
        </p:nvSpPr>
        <p:spPr>
          <a:xfrm>
            <a:off x="9723029" y="3763445"/>
            <a:ext cx="2000869" cy="215444"/>
          </a:xfrm>
          <a:prstGeom prst="rect">
            <a:avLst/>
          </a:prstGeom>
          <a:noFill/>
        </p:spPr>
        <p:txBody>
          <a:bodyPr wrap="none" rtlCol="0">
            <a:spAutoFit/>
          </a:bodyPr>
          <a:lstStyle/>
          <a:p>
            <a:r>
              <a:rPr lang="en-GB" sz="800" dirty="0">
                <a:solidFill>
                  <a:schemeClr val="bg1"/>
                </a:solidFill>
              </a:rPr>
              <a:t>Source: Roseberry Mine (Tasmania) </a:t>
            </a:r>
            <a:r>
              <a:rPr lang="en-GB" sz="800" dirty="0" err="1">
                <a:solidFill>
                  <a:schemeClr val="bg1"/>
                </a:solidFill>
              </a:rPr>
              <a:t>Tarkine</a:t>
            </a:r>
            <a:endParaRPr lang="en-AU" sz="800" dirty="0">
              <a:solidFill>
                <a:schemeClr val="bg1"/>
              </a:solidFill>
            </a:endParaRPr>
          </a:p>
        </p:txBody>
      </p:sp>
      <p:sp>
        <p:nvSpPr>
          <p:cNvPr id="12" name="TextBox 11">
            <a:extLst>
              <a:ext uri="{FF2B5EF4-FFF2-40B4-BE49-F238E27FC236}">
                <a16:creationId xmlns:a16="http://schemas.microsoft.com/office/drawing/2014/main" id="{20C475D2-64EA-B90F-5B2B-2657345F05F3}"/>
              </a:ext>
            </a:extLst>
          </p:cNvPr>
          <p:cNvSpPr txBox="1"/>
          <p:nvPr/>
        </p:nvSpPr>
        <p:spPr>
          <a:xfrm>
            <a:off x="10167139" y="6051899"/>
            <a:ext cx="1281120" cy="215444"/>
          </a:xfrm>
          <a:prstGeom prst="rect">
            <a:avLst/>
          </a:prstGeom>
          <a:noFill/>
        </p:spPr>
        <p:txBody>
          <a:bodyPr wrap="none" rtlCol="0">
            <a:spAutoFit/>
          </a:bodyPr>
          <a:lstStyle/>
          <a:p>
            <a:r>
              <a:rPr lang="en-GB" sz="800" dirty="0">
                <a:solidFill>
                  <a:schemeClr val="bg1"/>
                </a:solidFill>
              </a:rPr>
              <a:t>Source: ELA / Nathan Dam</a:t>
            </a:r>
            <a:endParaRPr lang="en-AU" sz="800" dirty="0">
              <a:solidFill>
                <a:schemeClr val="bg1"/>
              </a:solidFill>
            </a:endParaRPr>
          </a:p>
        </p:txBody>
      </p:sp>
    </p:spTree>
    <p:extLst>
      <p:ext uri="{BB962C8B-B14F-4D97-AF65-F5344CB8AC3E}">
        <p14:creationId xmlns:p14="http://schemas.microsoft.com/office/powerpoint/2010/main" val="3239395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4A6D7-D9F3-B230-47AE-91086CCDE19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011CDB4-FA73-6383-B84C-898697163FA5}"/>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998161F-04E2-8055-EEB0-A17C90BAADE1}"/>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2CBD3554-8B43-24A0-65E0-5392762B0058}"/>
              </a:ext>
            </a:extLst>
          </p:cNvPr>
          <p:cNvSpPr txBox="1"/>
          <p:nvPr/>
        </p:nvSpPr>
        <p:spPr>
          <a:xfrm>
            <a:off x="392084" y="560536"/>
            <a:ext cx="9666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The Contested Concept of “Lawfare”</a:t>
            </a:r>
          </a:p>
        </p:txBody>
      </p:sp>
      <p:sp>
        <p:nvSpPr>
          <p:cNvPr id="10" name="TextBox 10">
            <a:extLst>
              <a:ext uri="{FF2B5EF4-FFF2-40B4-BE49-F238E27FC236}">
                <a16:creationId xmlns:a16="http://schemas.microsoft.com/office/drawing/2014/main" id="{E4ABC0CF-CDEB-03FB-5CB3-47BB054D0B5F}"/>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 name="Picture 5">
            <a:extLst>
              <a:ext uri="{FF2B5EF4-FFF2-40B4-BE49-F238E27FC236}">
                <a16:creationId xmlns:a16="http://schemas.microsoft.com/office/drawing/2014/main" id="{345E4C3E-71E6-3001-6371-E35A105CCA38}"/>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2139083" y="1843050"/>
            <a:ext cx="1964280" cy="1307140"/>
          </a:xfrm>
          <a:prstGeom prst="rect">
            <a:avLst/>
          </a:prstGeom>
        </p:spPr>
      </p:pic>
      <p:sp>
        <p:nvSpPr>
          <p:cNvPr id="7" name="TextBox 6">
            <a:extLst>
              <a:ext uri="{FF2B5EF4-FFF2-40B4-BE49-F238E27FC236}">
                <a16:creationId xmlns:a16="http://schemas.microsoft.com/office/drawing/2014/main" id="{9FC288C5-E61D-597E-2E68-D54890C27659}"/>
              </a:ext>
            </a:extLst>
          </p:cNvPr>
          <p:cNvSpPr txBox="1"/>
          <p:nvPr/>
        </p:nvSpPr>
        <p:spPr>
          <a:xfrm>
            <a:off x="811791" y="3385826"/>
            <a:ext cx="3805161" cy="2862322"/>
          </a:xfrm>
          <a:prstGeom prst="rect">
            <a:avLst/>
          </a:prstGeom>
          <a:noFill/>
        </p:spPr>
        <p:txBody>
          <a:bodyPr wrap="square" rtlCol="0">
            <a:spAutoFit/>
          </a:bodyPr>
          <a:lstStyle/>
          <a:p>
            <a:pPr marL="285744" marR="0" lvl="0" indent="-285744" algn="l" defTabSz="609585" rtl="0" eaLnBrk="1" fontAlgn="auto" latinLnBrk="0" hangingPunct="1">
              <a:lnSpc>
                <a:spcPct val="100000"/>
              </a:lnSpc>
              <a:spcBef>
                <a:spcPts val="0"/>
              </a:spcBef>
              <a:spcAft>
                <a:spcPts val="0"/>
              </a:spcAft>
              <a:buClrTx/>
              <a:buSzTx/>
              <a:buFont typeface="Arial"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Environmental groups challenge decisions just to frustrate/delay. This is bad for the economy </a:t>
            </a:r>
            <a:r>
              <a:rPr kumimoji="0" lang="mr-IN" sz="1800" b="0" i="0" u="none" strike="noStrike" kern="1200" cap="none" spc="0" normalizeH="0" baseline="0" noProof="0" dirty="0">
                <a:ln>
                  <a:noFill/>
                </a:ln>
                <a:solidFill>
                  <a:prstClr val="white"/>
                </a:solidFill>
                <a:effectLst/>
                <a:uLnTx/>
                <a:uFillTx/>
                <a:latin typeface="Arial" panose="020B0604020202020204"/>
                <a:ea typeface="+mn-ea"/>
                <a:cs typeface="Mangal" panose="02040503050203030202" pitchFamily="18" charset="0"/>
              </a:rPr>
              <a:t>–</a:t>
            </a: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 reduces willingness to invest in Australia</a:t>
            </a:r>
          </a:p>
          <a:p>
            <a:pPr marL="285744" marR="0" lvl="0" indent="-285744" algn="l" defTabSz="609585" rtl="0" eaLnBrk="1" fontAlgn="auto" latinLnBrk="0" hangingPunct="1">
              <a:lnSpc>
                <a:spcPct val="100000"/>
              </a:lnSpc>
              <a:spcBef>
                <a:spcPts val="0"/>
              </a:spcBef>
              <a:spcAft>
                <a:spcPts val="0"/>
              </a:spcAft>
              <a:buClrTx/>
              <a:buSzTx/>
              <a:buFont typeface="Arial"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Allows unelected judges to interfere in decisions made by democratically elected ministers.</a:t>
            </a:r>
          </a:p>
          <a:p>
            <a:pPr marL="285744" marR="0" lvl="0" indent="-285744" algn="l" defTabSz="609585" rtl="0" eaLnBrk="1" fontAlgn="auto" latinLnBrk="0" hangingPunct="1">
              <a:lnSpc>
                <a:spcPct val="100000"/>
              </a:lnSpc>
              <a:spcBef>
                <a:spcPts val="0"/>
              </a:spcBef>
              <a:spcAft>
                <a:spcPts val="0"/>
              </a:spcAft>
              <a:buClrTx/>
              <a:buSzTx/>
              <a:buFont typeface="Arial"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Litigation funders taking advantage</a:t>
            </a:r>
          </a:p>
        </p:txBody>
      </p:sp>
      <p:pic>
        <p:nvPicPr>
          <p:cNvPr id="8" name="Picture 7">
            <a:extLst>
              <a:ext uri="{FF2B5EF4-FFF2-40B4-BE49-F238E27FC236}">
                <a16:creationId xmlns:a16="http://schemas.microsoft.com/office/drawing/2014/main" id="{5B38F5DF-B84B-4D1E-36EB-D216BABD17CC}"/>
              </a:ext>
            </a:extLst>
          </p:cNvPr>
          <p:cNvPicPr>
            <a:picLocks noChangeAspect="1"/>
          </p:cNvPicPr>
          <p:nvPr/>
        </p:nvPicPr>
        <p:blipFill>
          <a:blip r:embed="rId4"/>
          <a:stretch>
            <a:fillRect/>
          </a:stretch>
        </p:blipFill>
        <p:spPr>
          <a:xfrm>
            <a:off x="8004776" y="1945344"/>
            <a:ext cx="1833244" cy="1714715"/>
          </a:xfrm>
          <a:prstGeom prst="rect">
            <a:avLst/>
          </a:prstGeom>
        </p:spPr>
      </p:pic>
      <p:sp>
        <p:nvSpPr>
          <p:cNvPr id="11" name="TextBox 10">
            <a:extLst>
              <a:ext uri="{FF2B5EF4-FFF2-40B4-BE49-F238E27FC236}">
                <a16:creationId xmlns:a16="http://schemas.microsoft.com/office/drawing/2014/main" id="{3BE08FC6-1698-303D-9099-576DA0C895FC}"/>
              </a:ext>
            </a:extLst>
          </p:cNvPr>
          <p:cNvSpPr txBox="1"/>
          <p:nvPr/>
        </p:nvSpPr>
        <p:spPr>
          <a:xfrm>
            <a:off x="5988552" y="3620958"/>
            <a:ext cx="4635471" cy="2862322"/>
          </a:xfrm>
          <a:prstGeom prst="rect">
            <a:avLst/>
          </a:prstGeom>
          <a:noFill/>
        </p:spPr>
        <p:txBody>
          <a:bodyPr wrap="square" rtlCol="0">
            <a:spAutoFit/>
          </a:bodyPr>
          <a:lstStyle/>
          <a:p>
            <a:pPr marL="285744" marR="0" lvl="0" indent="-285744" algn="l" defTabSz="609585" rtl="0" eaLnBrk="1" fontAlgn="auto" latinLnBrk="0" hangingPunct="1">
              <a:lnSpc>
                <a:spcPct val="100000"/>
              </a:lnSpc>
              <a:spcBef>
                <a:spcPts val="0"/>
              </a:spcBef>
              <a:spcAft>
                <a:spcPts val="0"/>
              </a:spcAft>
              <a:buClrTx/>
              <a:buSzTx/>
              <a:buFont typeface="Arial"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No evidence that open standing significantly increases litigation </a:t>
            </a:r>
            <a:r>
              <a:rPr kumimoji="0" lang="mr-IN" sz="1800" b="0" i="0" u="none" strike="noStrike" kern="1200" cap="none" spc="0" normalizeH="0" baseline="0" noProof="0" dirty="0">
                <a:ln>
                  <a:noFill/>
                </a:ln>
                <a:solidFill>
                  <a:prstClr val="white"/>
                </a:solidFill>
                <a:effectLst/>
                <a:uLnTx/>
                <a:uFillTx/>
                <a:latin typeface="Arial" panose="020B0604020202020204"/>
                <a:ea typeface="+mn-ea"/>
                <a:cs typeface="Mangal" panose="02040503050203030202" pitchFamily="18" charset="0"/>
              </a:rPr>
              <a:t>–</a:t>
            </a: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 no evidence of ‘floodgates’</a:t>
            </a:r>
          </a:p>
          <a:p>
            <a:pPr marL="285744" marR="0" lvl="0" indent="-285744" algn="l" defTabSz="609585" rtl="0" eaLnBrk="1" fontAlgn="auto" latinLnBrk="0" hangingPunct="1">
              <a:lnSpc>
                <a:spcPct val="100000"/>
              </a:lnSpc>
              <a:spcBef>
                <a:spcPts val="0"/>
              </a:spcBef>
              <a:spcAft>
                <a:spcPts val="0"/>
              </a:spcAft>
              <a:buClrTx/>
              <a:buSzTx/>
              <a:buFont typeface="Arial"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Generous standing protects ‘rule of law’ </a:t>
            </a:r>
            <a:r>
              <a:rPr kumimoji="0" lang="mr-IN" sz="1800" b="0" i="0" u="none" strike="noStrike" kern="1200" cap="none" spc="0" normalizeH="0" baseline="0" noProof="0" dirty="0">
                <a:ln>
                  <a:noFill/>
                </a:ln>
                <a:solidFill>
                  <a:prstClr val="white"/>
                </a:solidFill>
                <a:effectLst/>
                <a:uLnTx/>
                <a:uFillTx/>
                <a:latin typeface="Arial" panose="020B0604020202020204"/>
                <a:ea typeface="+mn-ea"/>
                <a:cs typeface="Mangal" panose="02040503050203030202" pitchFamily="18" charset="0"/>
              </a:rPr>
              <a:t>–</a:t>
            </a: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 ensures government cannot act outside legal limits of powers, irrespective of whether individual interests are harmed</a:t>
            </a:r>
          </a:p>
          <a:p>
            <a:pPr marL="285744" marR="0" lvl="0" indent="-285744" algn="l" defTabSz="609585" rtl="0" eaLnBrk="1" fontAlgn="auto" latinLnBrk="0" hangingPunct="1">
              <a:lnSpc>
                <a:spcPct val="100000"/>
              </a:lnSpc>
              <a:spcBef>
                <a:spcPts val="0"/>
              </a:spcBef>
              <a:spcAft>
                <a:spcPts val="0"/>
              </a:spcAft>
              <a:buClrTx/>
              <a:buSzTx/>
              <a:buFont typeface="Arial" charset="0"/>
              <a:buChar char="•"/>
              <a:tabLst/>
              <a:defRPr/>
            </a:pPr>
            <a:r>
              <a:rPr kumimoji="0" lang="en-US" sz="1800" b="1" i="0" u="none" strike="noStrike" kern="1200" cap="none" spc="0" normalizeH="0" baseline="0" noProof="0" dirty="0">
                <a:ln>
                  <a:noFill/>
                </a:ln>
                <a:solidFill>
                  <a:prstClr val="white"/>
                </a:solidFill>
                <a:effectLst/>
                <a:uLnTx/>
                <a:uFillTx/>
                <a:latin typeface="Arial" panose="020B0604020202020204"/>
                <a:ea typeface="+mn-ea"/>
                <a:cs typeface="+mn-cs"/>
              </a:rPr>
              <a:t>Public interest in government acting within legal power</a:t>
            </a:r>
          </a:p>
        </p:txBody>
      </p:sp>
      <p:pic>
        <p:nvPicPr>
          <p:cNvPr id="12" name="Picture 2" descr="The attorney general, Christian Porter">
            <a:extLst>
              <a:ext uri="{FF2B5EF4-FFF2-40B4-BE49-F238E27FC236}">
                <a16:creationId xmlns:a16="http://schemas.microsoft.com/office/drawing/2014/main" id="{FF04B8EA-EB9E-7973-F6A3-F1AE658A8D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884" y="1843050"/>
            <a:ext cx="2197771" cy="131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4176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FEC32-569B-B2C3-D2B8-75A10415983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4186F3A-B0C5-78BA-AEDC-383BA250A2A1}"/>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84C77A0D-30AC-89CB-7FBF-3DC6EF81A95E}"/>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17626F13-20DF-576F-F00F-ABA0036CAB35}"/>
              </a:ext>
            </a:extLst>
          </p:cNvPr>
          <p:cNvSpPr txBox="1"/>
          <p:nvPr/>
        </p:nvSpPr>
        <p:spPr>
          <a:xfrm>
            <a:off x="409264" y="560536"/>
            <a:ext cx="9666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Some media links</a:t>
            </a:r>
          </a:p>
        </p:txBody>
      </p:sp>
      <p:sp>
        <p:nvSpPr>
          <p:cNvPr id="9" name="TextBox 8">
            <a:extLst>
              <a:ext uri="{FF2B5EF4-FFF2-40B4-BE49-F238E27FC236}">
                <a16:creationId xmlns:a16="http://schemas.microsoft.com/office/drawing/2014/main" id="{540F38D8-FB15-BB68-CCBC-412BE1B8F61A}"/>
              </a:ext>
            </a:extLst>
          </p:cNvPr>
          <p:cNvSpPr txBox="1"/>
          <p:nvPr/>
        </p:nvSpPr>
        <p:spPr>
          <a:xfrm>
            <a:off x="392084" y="1357753"/>
            <a:ext cx="8077962" cy="206210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1200"/>
              </a:spcAft>
              <a:buClr>
                <a:prstClr val="white"/>
              </a:buClr>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hlinkClick r:id="" action="ppaction://noaction"/>
              </a:rPr>
              <a:t>http://theconversation.com/the-government-vs-the-environment-lawfare-in-australia-46205</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285750" marR="0" lvl="0" indent="-285750" algn="l" defTabSz="914400" rtl="0" eaLnBrk="1" fontAlgn="auto" latinLnBrk="0" hangingPunct="1">
              <a:lnSpc>
                <a:spcPct val="100000"/>
              </a:lnSpc>
              <a:spcBef>
                <a:spcPts val="0"/>
              </a:spcBef>
              <a:spcAft>
                <a:spcPts val="1200"/>
              </a:spcAft>
              <a:buClr>
                <a:prstClr val="white"/>
              </a:buClr>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hlinkClick r:id="rId2"/>
              </a:rPr>
              <a:t>http://www.theaustralian.com.au/national-affairs/george-brandis-moves-to-end-lawfare-sabotage/news-story/17c875ed6b26ac342cae158e1b512231</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285750" marR="0" lvl="0" indent="-285750" algn="l" defTabSz="914400" rtl="0" eaLnBrk="1" fontAlgn="auto" latinLnBrk="0" hangingPunct="1">
              <a:lnSpc>
                <a:spcPct val="100000"/>
              </a:lnSpc>
              <a:spcBef>
                <a:spcPts val="0"/>
              </a:spcBef>
              <a:spcAft>
                <a:spcPts val="1200"/>
              </a:spcAft>
              <a:buClr>
                <a:prstClr val="white"/>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hlinkClick r:id="rId3"/>
              </a:rPr>
              <a:t>https://www.theguardian.com/australia-news/2019/nov/15/australian-litigation-funding-giant-rejects-christian-porters-lawfare-claim</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14591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5BAD7613-CE3D-B7E8-ED07-09D3F5909BE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2EAE574-CC16-E5CA-44E4-FFDE3381B46D}"/>
              </a:ext>
            </a:extLst>
          </p:cNvPr>
          <p:cNvGrpSpPr/>
          <p:nvPr/>
        </p:nvGrpSpPr>
        <p:grpSpPr>
          <a:xfrm rot="-10800000">
            <a:off x="11045569" y="-12699"/>
            <a:ext cx="1146433" cy="1146433"/>
            <a:chOff x="0" y="0"/>
            <a:chExt cx="1630482" cy="1630482"/>
          </a:xfrm>
        </p:grpSpPr>
        <p:sp>
          <p:nvSpPr>
            <p:cNvPr id="3" name="Freeform 3">
              <a:extLst>
                <a:ext uri="{FF2B5EF4-FFF2-40B4-BE49-F238E27FC236}">
                  <a16:creationId xmlns:a16="http://schemas.microsoft.com/office/drawing/2014/main" id="{8358BE90-D9A3-0AAF-4CE8-54408792C00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AC818F8E-C656-176F-139A-274FB9CE19D1}"/>
              </a:ext>
            </a:extLst>
          </p:cNvPr>
          <p:cNvSpPr txBox="1"/>
          <p:nvPr/>
        </p:nvSpPr>
        <p:spPr>
          <a:xfrm>
            <a:off x="609600" y="685800"/>
            <a:ext cx="10865608" cy="455702"/>
          </a:xfrm>
          <a:prstGeom prst="rect">
            <a:avLst/>
          </a:prstGeom>
        </p:spPr>
        <p:txBody>
          <a:bodyPr wrap="square" lIns="0" tIns="0" rIns="0" bIns="0" rtlCol="0" anchor="t">
            <a:spAutoFit/>
          </a:bodyPr>
          <a:lstStyle/>
          <a:p>
            <a:pPr marL="0" marR="0" lvl="0" indent="0" algn="l" defTabSz="914377" rtl="0" eaLnBrk="1" fontAlgn="auto" latinLnBrk="0" hangingPunct="1">
              <a:lnSpc>
                <a:spcPts val="3865"/>
              </a:lnSpc>
              <a:spcBef>
                <a:spcPts val="0"/>
              </a:spcBef>
              <a:spcAft>
                <a:spcPts val="0"/>
              </a:spcAft>
              <a:buClrTx/>
              <a:buSzTx/>
              <a:buFontTx/>
              <a:buNone/>
              <a:tabLst/>
              <a:defRPr/>
            </a:pPr>
            <a:r>
              <a:rPr kumimoji="0" lang="en-US" sz="2761" b="1" i="0" u="none" strike="noStrike" kern="1200" cap="none" spc="0" normalizeH="0" baseline="0" noProof="0" dirty="0">
                <a:ln>
                  <a:noFill/>
                </a:ln>
                <a:solidFill>
                  <a:srgbClr val="FFFFFF"/>
                </a:solidFill>
                <a:effectLst/>
                <a:uLnTx/>
                <a:uFillTx/>
                <a:latin typeface="Arial Bold"/>
                <a:ea typeface="Arial Bold"/>
                <a:cs typeface="Arial Bold"/>
                <a:sym typeface="Arial Bold"/>
              </a:rPr>
              <a:t>Problem Question  </a:t>
            </a:r>
          </a:p>
        </p:txBody>
      </p:sp>
      <p:sp>
        <p:nvSpPr>
          <p:cNvPr id="11" name="TextBox 11">
            <a:extLst>
              <a:ext uri="{FF2B5EF4-FFF2-40B4-BE49-F238E27FC236}">
                <a16:creationId xmlns:a16="http://schemas.microsoft.com/office/drawing/2014/main" id="{97D957AE-639A-89FB-E7DC-9F202FA66E87}"/>
              </a:ext>
            </a:extLst>
          </p:cNvPr>
          <p:cNvSpPr txBox="1"/>
          <p:nvPr/>
        </p:nvSpPr>
        <p:spPr>
          <a:xfrm>
            <a:off x="9995774" y="6368673"/>
            <a:ext cx="1773879" cy="164340"/>
          </a:xfrm>
          <a:prstGeom prst="rect">
            <a:avLst/>
          </a:prstGeom>
        </p:spPr>
        <p:txBody>
          <a:bodyPr lIns="0" tIns="0" rIns="0" bIns="0" rtlCol="0" anchor="t">
            <a:spAutoFit/>
          </a:bodyPr>
          <a:lstStyle/>
          <a:p>
            <a:pPr marL="0" marR="0" lvl="0" indent="0" algn="l" defTabSz="914377" rtl="0" eaLnBrk="1" fontAlgn="auto" latinLnBrk="0" hangingPunct="1">
              <a:lnSpc>
                <a:spcPts val="1423"/>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Content Placeholder 2">
            <a:extLst>
              <a:ext uri="{FF2B5EF4-FFF2-40B4-BE49-F238E27FC236}">
                <a16:creationId xmlns:a16="http://schemas.microsoft.com/office/drawing/2014/main" id="{6F7102AB-67FC-52F3-0C78-19C445670A7B}"/>
              </a:ext>
            </a:extLst>
          </p:cNvPr>
          <p:cNvSpPr txBox="1">
            <a:spLocks/>
          </p:cNvSpPr>
          <p:nvPr/>
        </p:nvSpPr>
        <p:spPr>
          <a:xfrm>
            <a:off x="533400" y="1213660"/>
            <a:ext cx="7696200" cy="3662835"/>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The Minister for the Environment has power to grant mining licenses. A number of companies have made applications for licenses to mine in areas of land adjacent to forests that are world heritage listed. The minister has rejected three applications on the basis that forest environments are too fragile, but has granted a </a:t>
            </a:r>
            <a:r>
              <a:rPr kumimoji="0" lang="en-US" sz="2133" b="0" i="0" u="none" strike="noStrike" kern="1200" cap="none" spc="0" normalizeH="0" baseline="0" noProof="0" dirty="0" err="1">
                <a:ln>
                  <a:noFill/>
                </a:ln>
                <a:solidFill>
                  <a:prstClr val="white"/>
                </a:solidFill>
                <a:effectLst/>
                <a:uLnTx/>
                <a:uFillTx/>
                <a:latin typeface="Calibri"/>
                <a:ea typeface="+mn-ea"/>
                <a:cs typeface="+mn-cs"/>
              </a:rPr>
              <a:t>licence</a:t>
            </a:r>
            <a:r>
              <a:rPr kumimoji="0" lang="en-US" sz="2133" b="0" i="0" u="none" strike="noStrike" kern="1200" cap="none" spc="0" normalizeH="0" baseline="0" noProof="0" dirty="0">
                <a:ln>
                  <a:noFill/>
                </a:ln>
                <a:solidFill>
                  <a:prstClr val="white"/>
                </a:solidFill>
                <a:effectLst/>
                <a:uLnTx/>
                <a:uFillTx/>
                <a:latin typeface="Calibri"/>
                <a:ea typeface="+mn-ea"/>
                <a:cs typeface="+mn-cs"/>
              </a:rPr>
              <a:t> to Forest Mines.  The Minister sent a letter to this effect with reasons for the decision to each company. There is no provision in the relevant legislation to support an application for review of the decision by </a:t>
            </a:r>
            <a:r>
              <a:rPr kumimoji="0" lang="en-US" sz="2133" b="0" i="0" u="none" strike="noStrike" kern="1200" cap="none" spc="0" normalizeH="0" baseline="0" noProof="0" dirty="0" err="1">
                <a:ln>
                  <a:noFill/>
                </a:ln>
                <a:solidFill>
                  <a:prstClr val="white"/>
                </a:solidFill>
                <a:effectLst/>
                <a:uLnTx/>
                <a:uFillTx/>
                <a:latin typeface="Calibri"/>
                <a:ea typeface="+mn-ea"/>
                <a:cs typeface="+mn-cs"/>
              </a:rPr>
              <a:t>th</a:t>
            </a:r>
            <a:r>
              <a:rPr lang="en-US" sz="2133" dirty="0">
                <a:solidFill>
                  <a:prstClr val="white"/>
                </a:solidFill>
                <a:latin typeface="Calibri"/>
              </a:rPr>
              <a:t>e </a:t>
            </a:r>
            <a:r>
              <a:rPr kumimoji="0" lang="en-US" sz="2133" b="0" i="0" u="none" strike="noStrike" kern="1200" cap="none" spc="0" normalizeH="0" baseline="0" noProof="0" dirty="0">
                <a:ln>
                  <a:noFill/>
                </a:ln>
                <a:solidFill>
                  <a:prstClr val="white"/>
                </a:solidFill>
                <a:effectLst/>
                <a:uLnTx/>
                <a:uFillTx/>
                <a:latin typeface="Calibri"/>
                <a:ea typeface="+mn-ea"/>
                <a:cs typeface="+mn-cs"/>
              </a:rPr>
              <a:t>ART. One of the unsuccessful companies, Pro Pristine Mines, who are well known for their detailed proposals to protect the soil, flora, fauna and water, wants to challenge the Minister’s decision.</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Advise Pro Pristine Mines (PPM).  </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How would PPM challenge the decision?  </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Do they have standing to challenge the Minister’s decision not to grant Forest Mines a mining </a:t>
            </a:r>
            <a:r>
              <a:rPr kumimoji="0" lang="en-US" sz="2133" b="0" i="0" u="none" strike="noStrike" kern="1200" cap="none" spc="0" normalizeH="0" baseline="0" noProof="0" dirty="0" err="1">
                <a:ln>
                  <a:noFill/>
                </a:ln>
                <a:solidFill>
                  <a:prstClr val="white"/>
                </a:solidFill>
                <a:effectLst/>
                <a:uLnTx/>
                <a:uFillTx/>
                <a:latin typeface="Calibri"/>
                <a:ea typeface="+mn-ea"/>
                <a:cs typeface="+mn-cs"/>
              </a:rPr>
              <a:t>licence</a:t>
            </a:r>
            <a:r>
              <a:rPr kumimoji="0" lang="en-US" sz="2133"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endParaRPr kumimoji="0" lang="en-US" sz="2133" b="0" i="0" u="none" strike="noStrike" kern="1200" cap="none" spc="0" normalizeH="0" baseline="0" noProof="0" dirty="0">
              <a:ln>
                <a:noFill/>
              </a:ln>
              <a:solidFill>
                <a:prstClr val="white"/>
              </a:solidFill>
              <a:effectLst/>
              <a:uLnTx/>
              <a:uFillTx/>
              <a:latin typeface="Calibri"/>
              <a:ea typeface="+mn-ea"/>
              <a:cs typeface="+mn-cs"/>
            </a:endParaRPr>
          </a:p>
        </p:txBody>
      </p:sp>
      <p:pic>
        <p:nvPicPr>
          <p:cNvPr id="2050" name="Picture 2" descr="Australian Conservation Foundation ...">
            <a:extLst>
              <a:ext uri="{FF2B5EF4-FFF2-40B4-BE49-F238E27FC236}">
                <a16:creationId xmlns:a16="http://schemas.microsoft.com/office/drawing/2014/main" id="{E50DFD1D-AA68-F561-F39B-45EB207D2E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1371600"/>
            <a:ext cx="3609975" cy="126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006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4BD2944-369D-0DE0-F83E-BD21619FB6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44C67A0-346F-F8F6-EBEC-AD1265ED68B6}"/>
              </a:ext>
            </a:extLst>
          </p:cNvPr>
          <p:cNvGrpSpPr/>
          <p:nvPr/>
        </p:nvGrpSpPr>
        <p:grpSpPr>
          <a:xfrm rot="-10800000">
            <a:off x="11045569" y="-12699"/>
            <a:ext cx="1146433" cy="1146433"/>
            <a:chOff x="0" y="0"/>
            <a:chExt cx="1630482" cy="1630482"/>
          </a:xfrm>
        </p:grpSpPr>
        <p:sp>
          <p:nvSpPr>
            <p:cNvPr id="3" name="Freeform 3">
              <a:extLst>
                <a:ext uri="{FF2B5EF4-FFF2-40B4-BE49-F238E27FC236}">
                  <a16:creationId xmlns:a16="http://schemas.microsoft.com/office/drawing/2014/main" id="{77C7AE6E-0E21-43F3-3532-54FEEBC4DA8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58ED0C12-7674-B911-C1B9-F2E0D05071B1}"/>
              </a:ext>
            </a:extLst>
          </p:cNvPr>
          <p:cNvSpPr txBox="1"/>
          <p:nvPr/>
        </p:nvSpPr>
        <p:spPr>
          <a:xfrm>
            <a:off x="609600" y="685800"/>
            <a:ext cx="10865608" cy="455702"/>
          </a:xfrm>
          <a:prstGeom prst="rect">
            <a:avLst/>
          </a:prstGeom>
        </p:spPr>
        <p:txBody>
          <a:bodyPr wrap="square" lIns="0" tIns="0" rIns="0" bIns="0" rtlCol="0" anchor="t">
            <a:spAutoFit/>
          </a:bodyPr>
          <a:lstStyle/>
          <a:p>
            <a:pPr marL="0" marR="0" lvl="0" indent="0" algn="l" defTabSz="914377" rtl="0" eaLnBrk="1" fontAlgn="auto" latinLnBrk="0" hangingPunct="1">
              <a:lnSpc>
                <a:spcPts val="3865"/>
              </a:lnSpc>
              <a:spcBef>
                <a:spcPts val="0"/>
              </a:spcBef>
              <a:spcAft>
                <a:spcPts val="0"/>
              </a:spcAft>
              <a:buClrTx/>
              <a:buSzTx/>
              <a:buFontTx/>
              <a:buNone/>
              <a:tabLst/>
              <a:defRPr/>
            </a:pPr>
            <a:r>
              <a:rPr kumimoji="0" lang="en-US" sz="2761" b="1" i="0" u="none" strike="noStrike" kern="1200" cap="none" spc="0" normalizeH="0" baseline="0" noProof="0" dirty="0">
                <a:ln>
                  <a:noFill/>
                </a:ln>
                <a:solidFill>
                  <a:srgbClr val="FFFFFF"/>
                </a:solidFill>
                <a:effectLst/>
                <a:uLnTx/>
                <a:uFillTx/>
                <a:latin typeface="Arial Bold"/>
                <a:ea typeface="Arial Bold"/>
                <a:cs typeface="Arial Bold"/>
                <a:sym typeface="Arial Bold"/>
              </a:rPr>
              <a:t>Questions for Discussion</a:t>
            </a:r>
          </a:p>
        </p:txBody>
      </p:sp>
      <p:sp>
        <p:nvSpPr>
          <p:cNvPr id="11" name="TextBox 11">
            <a:extLst>
              <a:ext uri="{FF2B5EF4-FFF2-40B4-BE49-F238E27FC236}">
                <a16:creationId xmlns:a16="http://schemas.microsoft.com/office/drawing/2014/main" id="{F021E7E0-D537-4233-2F71-388F8742E62A}"/>
              </a:ext>
            </a:extLst>
          </p:cNvPr>
          <p:cNvSpPr txBox="1"/>
          <p:nvPr/>
        </p:nvSpPr>
        <p:spPr>
          <a:xfrm>
            <a:off x="9995774" y="6368673"/>
            <a:ext cx="1773879" cy="164340"/>
          </a:xfrm>
          <a:prstGeom prst="rect">
            <a:avLst/>
          </a:prstGeom>
        </p:spPr>
        <p:txBody>
          <a:bodyPr lIns="0" tIns="0" rIns="0" bIns="0" rtlCol="0" anchor="t">
            <a:spAutoFit/>
          </a:bodyPr>
          <a:lstStyle/>
          <a:p>
            <a:pPr marL="0" marR="0" lvl="0" indent="0" algn="l" defTabSz="914377" rtl="0" eaLnBrk="1" fontAlgn="auto" latinLnBrk="0" hangingPunct="1">
              <a:lnSpc>
                <a:spcPts val="1423"/>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Content Placeholder 2">
            <a:extLst>
              <a:ext uri="{FF2B5EF4-FFF2-40B4-BE49-F238E27FC236}">
                <a16:creationId xmlns:a16="http://schemas.microsoft.com/office/drawing/2014/main" id="{0CF219B5-A2EB-2BC3-9C81-B3A30D6629E3}"/>
              </a:ext>
            </a:extLst>
          </p:cNvPr>
          <p:cNvSpPr txBox="1">
            <a:spLocks/>
          </p:cNvSpPr>
          <p:nvPr/>
        </p:nvSpPr>
        <p:spPr>
          <a:xfrm>
            <a:off x="533400" y="1213660"/>
            <a:ext cx="9906000" cy="3662835"/>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Do you think these post-ACF cases (particularly Argos, North Coast and Animals’ Angels) suggest that the courts’ approach to standing has evolved in the last 35 years?</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Do you think the ADJR Act’s broad purpose of improving Government decision-making has influenced the courts to </a:t>
            </a:r>
            <a:br>
              <a:rPr kumimoji="0" lang="en-US" sz="2133" b="0" i="0" u="none" strike="noStrike" kern="1200" cap="none" spc="0" normalizeH="0" baseline="0" noProof="0" dirty="0">
                <a:ln>
                  <a:noFill/>
                </a:ln>
                <a:solidFill>
                  <a:prstClr val="white"/>
                </a:solidFill>
                <a:effectLst/>
                <a:uLnTx/>
                <a:uFillTx/>
                <a:latin typeface="Calibri"/>
                <a:ea typeface="+mn-ea"/>
                <a:cs typeface="+mn-cs"/>
              </a:rPr>
            </a:br>
            <a:r>
              <a:rPr kumimoji="0" lang="en-US" sz="2133" b="0" i="0" u="none" strike="noStrike" kern="1200" cap="none" spc="0" normalizeH="0" baseline="0" noProof="0" dirty="0">
                <a:ln>
                  <a:noFill/>
                </a:ln>
                <a:solidFill>
                  <a:prstClr val="white"/>
                </a:solidFill>
                <a:effectLst/>
                <a:uLnTx/>
                <a:uFillTx/>
                <a:latin typeface="Calibri"/>
                <a:ea typeface="+mn-ea"/>
                <a:cs typeface="+mn-cs"/>
              </a:rPr>
              <a:t>relax the standing test(s)?</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Can you think of any problems with requiring the interest to be one that is </a:t>
            </a:r>
            <a:r>
              <a:rPr kumimoji="0" lang="en-US" sz="2133" b="0" i="0" u="none" strike="noStrike" kern="1200" cap="none" spc="0" normalizeH="0" baseline="0" noProof="0" dirty="0" err="1">
                <a:ln>
                  <a:noFill/>
                </a:ln>
                <a:solidFill>
                  <a:prstClr val="white"/>
                </a:solidFill>
                <a:effectLst/>
                <a:uLnTx/>
                <a:uFillTx/>
                <a:latin typeface="Calibri"/>
                <a:ea typeface="+mn-ea"/>
                <a:cs typeface="+mn-cs"/>
              </a:rPr>
              <a:t>recognised</a:t>
            </a:r>
            <a:r>
              <a:rPr kumimoji="0" lang="en-US" sz="2133" b="0" i="0" u="none" strike="noStrike" kern="1200" cap="none" spc="0" normalizeH="0" baseline="0" noProof="0" dirty="0">
                <a:ln>
                  <a:noFill/>
                </a:ln>
                <a:solidFill>
                  <a:prstClr val="white"/>
                </a:solidFill>
                <a:effectLst/>
                <a:uLnTx/>
                <a:uFillTx/>
                <a:latin typeface="Calibri"/>
                <a:ea typeface="+mn-ea"/>
                <a:cs typeface="+mn-cs"/>
              </a:rPr>
              <a:t> </a:t>
            </a:r>
            <a:br>
              <a:rPr kumimoji="0" lang="en-US" sz="2133" b="0" i="0" u="none" strike="noStrike" kern="1200" cap="none" spc="0" normalizeH="0" baseline="0" noProof="0" dirty="0">
                <a:ln>
                  <a:noFill/>
                </a:ln>
                <a:solidFill>
                  <a:prstClr val="white"/>
                </a:solidFill>
                <a:effectLst/>
                <a:uLnTx/>
                <a:uFillTx/>
                <a:latin typeface="Calibri"/>
                <a:ea typeface="+mn-ea"/>
                <a:cs typeface="+mn-cs"/>
              </a:rPr>
            </a:br>
            <a:r>
              <a:rPr kumimoji="0" lang="en-US" sz="2133" b="0" i="0" u="none" strike="noStrike" kern="1200" cap="none" spc="0" normalizeH="0" baseline="0" noProof="0" dirty="0">
                <a:ln>
                  <a:noFill/>
                </a:ln>
                <a:solidFill>
                  <a:prstClr val="white"/>
                </a:solidFill>
                <a:effectLst/>
                <a:uLnTx/>
                <a:uFillTx/>
                <a:latin typeface="Calibri"/>
                <a:ea typeface="+mn-ea"/>
                <a:cs typeface="+mn-cs"/>
              </a:rPr>
              <a:t>by the statute? </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ALRC recommended in 2012 that ADJR include an equivalent </a:t>
            </a:r>
            <a:br>
              <a:rPr kumimoji="0" lang="en-US" sz="2133" b="0" i="0" u="none" strike="noStrike" kern="1200" cap="none" spc="0" normalizeH="0" baseline="0" noProof="0" dirty="0">
                <a:ln>
                  <a:noFill/>
                </a:ln>
                <a:solidFill>
                  <a:prstClr val="white"/>
                </a:solidFill>
                <a:effectLst/>
                <a:uLnTx/>
                <a:uFillTx/>
                <a:latin typeface="Calibri"/>
                <a:ea typeface="+mn-ea"/>
                <a:cs typeface="+mn-cs"/>
              </a:rPr>
            </a:br>
            <a:r>
              <a:rPr kumimoji="0" lang="en-US" sz="2133" b="0" i="0" u="none" strike="noStrike" kern="1200" cap="none" spc="0" normalizeH="0" baseline="0" noProof="0" dirty="0">
                <a:ln>
                  <a:noFill/>
                </a:ln>
                <a:solidFill>
                  <a:prstClr val="white"/>
                </a:solidFill>
                <a:effectLst/>
                <a:uLnTx/>
                <a:uFillTx/>
                <a:latin typeface="Calibri"/>
                <a:ea typeface="+mn-ea"/>
                <a:cs typeface="+mn-cs"/>
              </a:rPr>
              <a:t>to s 27(2) AAT Act (refer back to Topic 4 slides on standing for </a:t>
            </a:r>
            <a:br>
              <a:rPr kumimoji="0" lang="en-US" sz="2133" b="0" i="0" u="none" strike="noStrike" kern="1200" cap="none" spc="0" normalizeH="0" baseline="0" noProof="0" dirty="0">
                <a:ln>
                  <a:noFill/>
                </a:ln>
                <a:solidFill>
                  <a:prstClr val="white"/>
                </a:solidFill>
                <a:effectLst/>
                <a:uLnTx/>
                <a:uFillTx/>
                <a:latin typeface="Calibri"/>
                <a:ea typeface="+mn-ea"/>
                <a:cs typeface="+mn-cs"/>
              </a:rPr>
            </a:br>
            <a:r>
              <a:rPr kumimoji="0" lang="en-US" sz="2133" b="0" i="0" u="none" strike="noStrike" kern="1200" cap="none" spc="0" normalizeH="0" baseline="0" noProof="0" dirty="0">
                <a:ln>
                  <a:noFill/>
                </a:ln>
                <a:solidFill>
                  <a:prstClr val="white"/>
                </a:solidFill>
                <a:effectLst/>
                <a:uLnTx/>
                <a:uFillTx/>
                <a:latin typeface="Calibri"/>
                <a:ea typeface="+mn-ea"/>
                <a:cs typeface="+mn-cs"/>
              </a:rPr>
              <a:t>details) – why?</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endParaRPr kumimoji="0" lang="en-US" sz="2133"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825794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a:p>
        </p:txBody>
      </p:sp>
      <p:grpSp>
        <p:nvGrpSpPr>
          <p:cNvPr id="9" name="Group 9"/>
          <p:cNvGrpSpPr/>
          <p:nvPr/>
        </p:nvGrpSpPr>
        <p:grpSpPr>
          <a:xfrm>
            <a:off x="0" y="1"/>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1" name="Group 11"/>
          <p:cNvGrpSpPr/>
          <p:nvPr/>
        </p:nvGrpSpPr>
        <p:grpSpPr>
          <a:xfrm>
            <a:off x="0" y="6065520"/>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sp>
        <p:nvSpPr>
          <p:cNvPr id="13" name="Freeform 13"/>
          <p:cNvSpPr/>
          <p:nvPr/>
        </p:nvSpPr>
        <p:spPr>
          <a:xfrm>
            <a:off x="10381972" y="5925709"/>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a:p>
          </p:txBody>
        </p:sp>
      </p:grpSp>
      <p:sp>
        <p:nvSpPr>
          <p:cNvPr id="16" name="TextBox 16"/>
          <p:cNvSpPr txBox="1"/>
          <p:nvPr/>
        </p:nvSpPr>
        <p:spPr>
          <a:xfrm>
            <a:off x="2537901" y="1616936"/>
            <a:ext cx="6187757" cy="3183731"/>
          </a:xfrm>
          <a:prstGeom prst="rect">
            <a:avLst/>
          </a:prstGeom>
        </p:spPr>
        <p:txBody>
          <a:bodyPr lIns="0" tIns="0" rIns="0" bIns="0" rtlCol="0" anchor="t">
            <a:spAutoFit/>
          </a:bodyPr>
          <a:lstStyle/>
          <a:p>
            <a:pPr algn="l">
              <a:lnSpc>
                <a:spcPts val="4320"/>
              </a:lnSpc>
            </a:pPr>
            <a:r>
              <a:rPr lang="en-US" sz="3600" b="1">
                <a:solidFill>
                  <a:srgbClr val="7AE1AA"/>
                </a:solidFill>
                <a:latin typeface="Arial Bold"/>
                <a:ea typeface="Arial Bold"/>
                <a:cs typeface="Arial Bold"/>
                <a:sym typeface="Arial Bold"/>
              </a:rPr>
              <a:t>—</a:t>
            </a:r>
          </a:p>
          <a:p>
            <a:pPr algn="l">
              <a:lnSpc>
                <a:spcPts val="4320"/>
              </a:lnSpc>
            </a:pPr>
            <a:r>
              <a:rPr lang="en-US" sz="3600" b="1">
                <a:solidFill>
                  <a:srgbClr val="FFFFFF"/>
                </a:solidFill>
                <a:latin typeface="Arial Bold"/>
                <a:ea typeface="Arial Bold"/>
                <a:cs typeface="Arial Bold"/>
                <a:sym typeface="Arial Bold"/>
              </a:rPr>
              <a:t>Questions?</a:t>
            </a:r>
          </a:p>
          <a:p>
            <a:pPr algn="l">
              <a:lnSpc>
                <a:spcPts val="4320"/>
              </a:lnSpc>
            </a:pPr>
            <a:endParaRPr lang="en-US" sz="3600" b="1">
              <a:solidFill>
                <a:srgbClr val="FFFFFF"/>
              </a:solidFill>
              <a:latin typeface="Arial Bold"/>
              <a:ea typeface="Arial Bold"/>
              <a:cs typeface="Arial Bold"/>
              <a:sym typeface="Arial Bold"/>
            </a:endParaRPr>
          </a:p>
          <a:p>
            <a:pPr algn="l">
              <a:lnSpc>
                <a:spcPts val="2375"/>
              </a:lnSpc>
            </a:pPr>
            <a:r>
              <a:rPr lang="en-US" sz="1979" b="1">
                <a:solidFill>
                  <a:srgbClr val="FFFFFF"/>
                </a:solidFill>
                <a:latin typeface="Arial Bold"/>
                <a:ea typeface="Arial Bold"/>
                <a:cs typeface="Arial Bold"/>
                <a:sym typeface="Arial Bold"/>
              </a:rPr>
              <a:t>Email</a:t>
            </a:r>
          </a:p>
          <a:p>
            <a:pPr algn="l">
              <a:lnSpc>
                <a:spcPts val="2375"/>
              </a:lnSpc>
            </a:pPr>
            <a:r>
              <a:rPr lang="en-US" sz="1979" b="1">
                <a:solidFill>
                  <a:srgbClr val="FFFFFF"/>
                </a:solidFill>
                <a:latin typeface="Arial Bold"/>
                <a:ea typeface="Arial Bold"/>
                <a:cs typeface="Arial Bold"/>
                <a:sym typeface="Arial Bold"/>
              </a:rPr>
              <a:t>richard.taylor2@rmit.edu.au</a:t>
            </a:r>
          </a:p>
          <a:p>
            <a:pPr algn="l">
              <a:lnSpc>
                <a:spcPts val="2375"/>
              </a:lnSpc>
            </a:pPr>
            <a:endParaRPr lang="en-US" sz="1979" b="1">
              <a:solidFill>
                <a:srgbClr val="FFFFFF"/>
              </a:solidFill>
              <a:latin typeface="Arial Bold"/>
              <a:ea typeface="Arial Bold"/>
              <a:cs typeface="Arial Bold"/>
              <a:sym typeface="Arial Bold"/>
            </a:endParaRPr>
          </a:p>
          <a:p>
            <a:pPr algn="l">
              <a:lnSpc>
                <a:spcPts val="2375"/>
              </a:lnSpc>
            </a:pPr>
            <a:endParaRPr lang="en-US" sz="1979" b="1">
              <a:solidFill>
                <a:srgbClr val="FFFFFF"/>
              </a:solidFill>
              <a:latin typeface="Arial Bold"/>
              <a:ea typeface="Arial Bold"/>
              <a:cs typeface="Arial Bold"/>
              <a:sym typeface="Arial Bold"/>
            </a:endParaRPr>
          </a:p>
          <a:p>
            <a:pPr algn="l">
              <a:lnSpc>
                <a:spcPts val="2375"/>
              </a:lnSpc>
            </a:pPr>
            <a:endParaRPr lang="en-US" sz="1979" b="1">
              <a:solidFill>
                <a:srgbClr val="FFFFFF"/>
              </a:solidFill>
              <a:latin typeface="Arial Bold"/>
              <a:ea typeface="Arial Bold"/>
              <a:cs typeface="Arial Bold"/>
              <a:sym typeface="Arial Bold"/>
            </a:endParaRPr>
          </a:p>
        </p:txBody>
      </p:sp>
      <p:sp>
        <p:nvSpPr>
          <p:cNvPr id="17" name="AutoShape 17"/>
          <p:cNvSpPr/>
          <p:nvPr/>
        </p:nvSpPr>
        <p:spPr>
          <a:xfrm rot="47869">
            <a:off x="2533397" y="5904079"/>
            <a:ext cx="1824172" cy="0"/>
          </a:xfrm>
          <a:prstGeom prst="line">
            <a:avLst/>
          </a:prstGeom>
          <a:ln w="19050" cap="rnd">
            <a:solidFill>
              <a:srgbClr val="7AE1AA"/>
            </a:solidFill>
            <a:prstDash val="solid"/>
            <a:headEnd type="none" w="sm" len="sm"/>
            <a:tailEnd type="none" w="sm" len="sm"/>
          </a:ln>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aa77bc-0157-46a4-82a6-8fc765694bc9}" enabled="1" method="Standard" siteId="{d1323671-cdbe-4417-b4d4-bdb24b51316b}" removed="0"/>
</clbl:labelList>
</file>

<file path=docProps/app.xml><?xml version="1.0" encoding="utf-8"?>
<Properties xmlns="http://schemas.openxmlformats.org/officeDocument/2006/extended-properties" xmlns:vt="http://schemas.openxmlformats.org/officeDocument/2006/docPropsVTypes">
  <TotalTime>1379</TotalTime>
  <Words>2553</Words>
  <Application>Microsoft Office PowerPoint</Application>
  <PresentationFormat>Widescreen</PresentationFormat>
  <Paragraphs>186</Paragraphs>
  <Slides>24</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Arial</vt:lpstr>
      <vt:lpstr>Times New Roman</vt:lpstr>
      <vt:lpstr>Arial Bold</vt:lpstr>
      <vt:lpstr>Segoe UI</vt:lpstr>
      <vt:lpstr>Calibri</vt:lpstr>
      <vt:lpstr>Aptos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Week 1 Old Slides.pdf</dc:title>
  <dc:creator>richj_4aa5khv</dc:creator>
  <cp:lastModifiedBy>Richard Taylor</cp:lastModifiedBy>
  <cp:revision>14</cp:revision>
  <dcterms:created xsi:type="dcterms:W3CDTF">2006-08-16T00:00:00Z</dcterms:created>
  <dcterms:modified xsi:type="dcterms:W3CDTF">2025-07-14T06:23:25Z</dcterms:modified>
  <dc:identifier>DAGpupLjq9o</dc:identifier>
</cp:coreProperties>
</file>