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716" r:id="rId2"/>
  </p:sldMasterIdLst>
  <p:notesMasterIdLst>
    <p:notesMasterId r:id="rId44"/>
  </p:notesMasterIdLst>
  <p:sldIdLst>
    <p:sldId id="256" r:id="rId3"/>
    <p:sldId id="429" r:id="rId4"/>
    <p:sldId id="428" r:id="rId5"/>
    <p:sldId id="378" r:id="rId6"/>
    <p:sldId id="406" r:id="rId7"/>
    <p:sldId id="2376" r:id="rId8"/>
    <p:sldId id="2377" r:id="rId9"/>
    <p:sldId id="2370" r:id="rId10"/>
    <p:sldId id="2371" r:id="rId11"/>
    <p:sldId id="2372" r:id="rId12"/>
    <p:sldId id="2373" r:id="rId13"/>
    <p:sldId id="2374" r:id="rId14"/>
    <p:sldId id="2375" r:id="rId15"/>
    <p:sldId id="430" r:id="rId16"/>
    <p:sldId id="431" r:id="rId17"/>
    <p:sldId id="432" r:id="rId18"/>
    <p:sldId id="257" r:id="rId19"/>
    <p:sldId id="2307" r:id="rId20"/>
    <p:sldId id="2308" r:id="rId21"/>
    <p:sldId id="2329" r:id="rId22"/>
    <p:sldId id="2328" r:id="rId23"/>
    <p:sldId id="2330" r:id="rId24"/>
    <p:sldId id="2333" r:id="rId25"/>
    <p:sldId id="2334" r:id="rId26"/>
    <p:sldId id="2335" r:id="rId27"/>
    <p:sldId id="2337" r:id="rId28"/>
    <p:sldId id="425" r:id="rId29"/>
    <p:sldId id="426" r:id="rId30"/>
    <p:sldId id="2350" r:id="rId31"/>
    <p:sldId id="2351" r:id="rId32"/>
    <p:sldId id="2352" r:id="rId33"/>
    <p:sldId id="2353" r:id="rId34"/>
    <p:sldId id="2358" r:id="rId35"/>
    <p:sldId id="2359" r:id="rId36"/>
    <p:sldId id="2364" r:id="rId37"/>
    <p:sldId id="2365" r:id="rId38"/>
    <p:sldId id="2366" r:id="rId39"/>
    <p:sldId id="2367" r:id="rId40"/>
    <p:sldId id="2368" r:id="rId41"/>
    <p:sldId id="2347" r:id="rId42"/>
    <p:sldId id="280" r:id="rId43"/>
  </p:sldIdLst>
  <p:sldSz cx="12192000" cy="6858000"/>
  <p:notesSz cx="6858000" cy="9144000"/>
  <p:embeddedFontLst>
    <p:embeddedFont>
      <p:font typeface="Arial Bold" panose="020B0704020202020204" pitchFamily="34" charset="0"/>
      <p:regular r:id="rId45"/>
      <p:bold r:id="rId46"/>
    </p:embeddedFont>
    <p:embeddedFont>
      <p:font typeface="Merriweather" panose="00000500000000000000" pitchFamily="2" charset="0"/>
      <p:regular r:id="rId47"/>
      <p:bold r:id="rId48"/>
      <p:italic r:id="rId49"/>
      <p:boldItalic r:id="rId50"/>
    </p:embeddedFont>
    <p:embeddedFont>
      <p:font typeface="Segoe UI" panose="020B0502040204020203" pitchFamily="34"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F8E7B3-C13C-480F-B925-ACE2FE51B34C}" v="1" dt="2025-08-20T23:27:23.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51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2.fntdata"/><Relationship Id="rId59"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Taylor" userId="fbfc1553-b23d-457b-a859-b112eb014c8c" providerId="ADAL" clId="{6ED1C99B-AE5D-4976-AB5A-D8D03A3F31CC}"/>
    <pc:docChg chg="undo custSel addSld delSld modSld sldOrd delMainMaster">
      <pc:chgData name="Richard Taylor" userId="fbfc1553-b23d-457b-a859-b112eb014c8c" providerId="ADAL" clId="{6ED1C99B-AE5D-4976-AB5A-D8D03A3F31CC}" dt="2025-07-15T23:49:30.336" v="871" actId="47"/>
      <pc:docMkLst>
        <pc:docMk/>
      </pc:docMkLst>
      <pc:sldChg chg="modSp mod">
        <pc:chgData name="Richard Taylor" userId="fbfc1553-b23d-457b-a859-b112eb014c8c" providerId="ADAL" clId="{6ED1C99B-AE5D-4976-AB5A-D8D03A3F31CC}" dt="2025-07-09T23:17:27.514" v="1" actId="20577"/>
        <pc:sldMkLst>
          <pc:docMk/>
          <pc:sldMk cId="0" sldId="256"/>
        </pc:sldMkLst>
        <pc:spChg chg="mod">
          <ac:chgData name="Richard Taylor" userId="fbfc1553-b23d-457b-a859-b112eb014c8c" providerId="ADAL" clId="{6ED1C99B-AE5D-4976-AB5A-D8D03A3F31CC}" dt="2025-07-09T23:17:27.514" v="1" actId="20577"/>
          <ac:spMkLst>
            <pc:docMk/>
            <pc:sldMk cId="0" sldId="256"/>
            <ac:spMk id="16" creationId="{00000000-0000-0000-0000-000000000000}"/>
          </ac:spMkLst>
        </pc:spChg>
      </pc:sldChg>
      <pc:sldChg chg="add">
        <pc:chgData name="Richard Taylor" userId="fbfc1553-b23d-457b-a859-b112eb014c8c" providerId="ADAL" clId="{6ED1C99B-AE5D-4976-AB5A-D8D03A3F31CC}" dt="2025-07-15T23:04:57.585" v="413"/>
        <pc:sldMkLst>
          <pc:docMk/>
          <pc:sldMk cId="0" sldId="257"/>
        </pc:sldMkLst>
      </pc:sldChg>
      <pc:sldChg chg="add del">
        <pc:chgData name="Richard Taylor" userId="fbfc1553-b23d-457b-a859-b112eb014c8c" providerId="ADAL" clId="{6ED1C99B-AE5D-4976-AB5A-D8D03A3F31CC}" dt="2025-07-15T23:12:13.503" v="424" actId="47"/>
        <pc:sldMkLst>
          <pc:docMk/>
          <pc:sldMk cId="4184571377" sldId="274"/>
        </pc:sldMkLst>
      </pc:sldChg>
      <pc:sldChg chg="add del">
        <pc:chgData name="Richard Taylor" userId="fbfc1553-b23d-457b-a859-b112eb014c8c" providerId="ADAL" clId="{6ED1C99B-AE5D-4976-AB5A-D8D03A3F31CC}" dt="2025-07-15T23:21:57.299" v="464" actId="47"/>
        <pc:sldMkLst>
          <pc:docMk/>
          <pc:sldMk cId="3945166391" sldId="284"/>
        </pc:sldMkLst>
      </pc:sldChg>
      <pc:sldChg chg="del">
        <pc:chgData name="Richard Taylor" userId="fbfc1553-b23d-457b-a859-b112eb014c8c" providerId="ADAL" clId="{6ED1C99B-AE5D-4976-AB5A-D8D03A3F31CC}" dt="2025-07-09T23:17:48.440" v="3" actId="47"/>
        <pc:sldMkLst>
          <pc:docMk/>
          <pc:sldMk cId="1129372345" sldId="304"/>
        </pc:sldMkLst>
      </pc:sldChg>
      <pc:sldChg chg="del">
        <pc:chgData name="Richard Taylor" userId="fbfc1553-b23d-457b-a859-b112eb014c8c" providerId="ADAL" clId="{6ED1C99B-AE5D-4976-AB5A-D8D03A3F31CC}" dt="2025-07-09T23:17:48.440" v="3" actId="47"/>
        <pc:sldMkLst>
          <pc:docMk/>
          <pc:sldMk cId="668507049" sldId="307"/>
        </pc:sldMkLst>
      </pc:sldChg>
      <pc:sldChg chg="add del">
        <pc:chgData name="Richard Taylor" userId="fbfc1553-b23d-457b-a859-b112eb014c8c" providerId="ADAL" clId="{6ED1C99B-AE5D-4976-AB5A-D8D03A3F31CC}" dt="2025-07-15T23:35:51.203" v="647" actId="47"/>
        <pc:sldMkLst>
          <pc:docMk/>
          <pc:sldMk cId="342217666" sldId="313"/>
        </pc:sldMkLst>
      </pc:sldChg>
      <pc:sldChg chg="add del">
        <pc:chgData name="Richard Taylor" userId="fbfc1553-b23d-457b-a859-b112eb014c8c" providerId="ADAL" clId="{6ED1C99B-AE5D-4976-AB5A-D8D03A3F31CC}" dt="2025-07-15T23:21:23.874" v="458" actId="47"/>
        <pc:sldMkLst>
          <pc:docMk/>
          <pc:sldMk cId="3831589150" sldId="317"/>
        </pc:sldMkLst>
      </pc:sldChg>
      <pc:sldChg chg="add del">
        <pc:chgData name="Richard Taylor" userId="fbfc1553-b23d-457b-a859-b112eb014c8c" providerId="ADAL" clId="{6ED1C99B-AE5D-4976-AB5A-D8D03A3F31CC}" dt="2025-07-15T22:45:32.595" v="230" actId="47"/>
        <pc:sldMkLst>
          <pc:docMk/>
          <pc:sldMk cId="1709532087" sldId="321"/>
        </pc:sldMkLst>
      </pc:sldChg>
      <pc:sldChg chg="add del">
        <pc:chgData name="Richard Taylor" userId="fbfc1553-b23d-457b-a859-b112eb014c8c" providerId="ADAL" clId="{6ED1C99B-AE5D-4976-AB5A-D8D03A3F31CC}" dt="2025-07-15T23:21:40.304" v="461" actId="47"/>
        <pc:sldMkLst>
          <pc:docMk/>
          <pc:sldMk cId="2624735673" sldId="322"/>
        </pc:sldMkLst>
      </pc:sldChg>
      <pc:sldChg chg="add del">
        <pc:chgData name="Richard Taylor" userId="fbfc1553-b23d-457b-a859-b112eb014c8c" providerId="ADAL" clId="{6ED1C99B-AE5D-4976-AB5A-D8D03A3F31CC}" dt="2025-07-15T23:22:13.979" v="468" actId="47"/>
        <pc:sldMkLst>
          <pc:docMk/>
          <pc:sldMk cId="2984902792" sldId="324"/>
        </pc:sldMkLst>
      </pc:sldChg>
      <pc:sldChg chg="del">
        <pc:chgData name="Richard Taylor" userId="fbfc1553-b23d-457b-a859-b112eb014c8c" providerId="ADAL" clId="{6ED1C99B-AE5D-4976-AB5A-D8D03A3F31CC}" dt="2025-07-09T23:17:48.440" v="3" actId="47"/>
        <pc:sldMkLst>
          <pc:docMk/>
          <pc:sldMk cId="832213069" sldId="329"/>
        </pc:sldMkLst>
      </pc:sldChg>
      <pc:sldChg chg="add del">
        <pc:chgData name="Richard Taylor" userId="fbfc1553-b23d-457b-a859-b112eb014c8c" providerId="ADAL" clId="{6ED1C99B-AE5D-4976-AB5A-D8D03A3F31CC}" dt="2025-07-15T23:13:20.140" v="428" actId="47"/>
        <pc:sldMkLst>
          <pc:docMk/>
          <pc:sldMk cId="3429314609" sldId="335"/>
        </pc:sldMkLst>
      </pc:sldChg>
      <pc:sldChg chg="add del">
        <pc:chgData name="Richard Taylor" userId="fbfc1553-b23d-457b-a859-b112eb014c8c" providerId="ADAL" clId="{6ED1C99B-AE5D-4976-AB5A-D8D03A3F31CC}" dt="2025-07-15T23:12:15.221" v="425" actId="47"/>
        <pc:sldMkLst>
          <pc:docMk/>
          <pc:sldMk cId="1725474338" sldId="341"/>
        </pc:sldMkLst>
      </pc:sldChg>
      <pc:sldChg chg="add del">
        <pc:chgData name="Richard Taylor" userId="fbfc1553-b23d-457b-a859-b112eb014c8c" providerId="ADAL" clId="{6ED1C99B-AE5D-4976-AB5A-D8D03A3F31CC}" dt="2025-07-15T23:41:37.875" v="754" actId="47"/>
        <pc:sldMkLst>
          <pc:docMk/>
          <pc:sldMk cId="2805700403" sldId="348"/>
        </pc:sldMkLst>
      </pc:sldChg>
      <pc:sldChg chg="add del">
        <pc:chgData name="Richard Taylor" userId="fbfc1553-b23d-457b-a859-b112eb014c8c" providerId="ADAL" clId="{6ED1C99B-AE5D-4976-AB5A-D8D03A3F31CC}" dt="2025-07-15T23:16:09.429" v="437"/>
        <pc:sldMkLst>
          <pc:docMk/>
          <pc:sldMk cId="842753383" sldId="354"/>
        </pc:sldMkLst>
      </pc:sldChg>
      <pc:sldChg chg="add del">
        <pc:chgData name="Richard Taylor" userId="fbfc1553-b23d-457b-a859-b112eb014c8c" providerId="ADAL" clId="{6ED1C99B-AE5D-4976-AB5A-D8D03A3F31CC}" dt="2025-07-15T23:14:46.451" v="432" actId="47"/>
        <pc:sldMkLst>
          <pc:docMk/>
          <pc:sldMk cId="2371682987" sldId="354"/>
        </pc:sldMkLst>
      </pc:sldChg>
      <pc:sldChg chg="del">
        <pc:chgData name="Richard Taylor" userId="fbfc1553-b23d-457b-a859-b112eb014c8c" providerId="ADAL" clId="{6ED1C99B-AE5D-4976-AB5A-D8D03A3F31CC}" dt="2025-07-09T23:17:48.440" v="3" actId="47"/>
        <pc:sldMkLst>
          <pc:docMk/>
          <pc:sldMk cId="3154237381" sldId="357"/>
        </pc:sldMkLst>
      </pc:sldChg>
      <pc:sldChg chg="add del">
        <pc:chgData name="Richard Taylor" userId="fbfc1553-b23d-457b-a859-b112eb014c8c" providerId="ADAL" clId="{6ED1C99B-AE5D-4976-AB5A-D8D03A3F31CC}" dt="2025-07-15T23:22:20.449" v="469" actId="47"/>
        <pc:sldMkLst>
          <pc:docMk/>
          <pc:sldMk cId="3813993028" sldId="363"/>
        </pc:sldMkLst>
      </pc:sldChg>
      <pc:sldChg chg="add del">
        <pc:chgData name="Richard Taylor" userId="fbfc1553-b23d-457b-a859-b112eb014c8c" providerId="ADAL" clId="{6ED1C99B-AE5D-4976-AB5A-D8D03A3F31CC}" dt="2025-07-15T23:27:15.228" v="536" actId="47"/>
        <pc:sldMkLst>
          <pc:docMk/>
          <pc:sldMk cId="2086138382" sldId="364"/>
        </pc:sldMkLst>
      </pc:sldChg>
      <pc:sldChg chg="modSp add del mod">
        <pc:chgData name="Richard Taylor" userId="fbfc1553-b23d-457b-a859-b112eb014c8c" providerId="ADAL" clId="{6ED1C99B-AE5D-4976-AB5A-D8D03A3F31CC}" dt="2025-07-15T23:42:25.733" v="768" actId="47"/>
        <pc:sldMkLst>
          <pc:docMk/>
          <pc:sldMk cId="3309723999" sldId="365"/>
        </pc:sldMkLst>
      </pc:sldChg>
      <pc:sldChg chg="add del">
        <pc:chgData name="Richard Taylor" userId="fbfc1553-b23d-457b-a859-b112eb014c8c" providerId="ADAL" clId="{6ED1C99B-AE5D-4976-AB5A-D8D03A3F31CC}" dt="2025-07-15T23:43:35.976" v="783" actId="47"/>
        <pc:sldMkLst>
          <pc:docMk/>
          <pc:sldMk cId="1767438215" sldId="366"/>
        </pc:sldMkLst>
      </pc:sldChg>
      <pc:sldChg chg="add del ord">
        <pc:chgData name="Richard Taylor" userId="fbfc1553-b23d-457b-a859-b112eb014c8c" providerId="ADAL" clId="{6ED1C99B-AE5D-4976-AB5A-D8D03A3F31CC}" dt="2025-07-15T23:04:50.428" v="412" actId="47"/>
        <pc:sldMkLst>
          <pc:docMk/>
          <pc:sldMk cId="1959422416" sldId="367"/>
        </pc:sldMkLst>
      </pc:sldChg>
      <pc:sldChg chg="add del">
        <pc:chgData name="Richard Taylor" userId="fbfc1553-b23d-457b-a859-b112eb014c8c" providerId="ADAL" clId="{6ED1C99B-AE5D-4976-AB5A-D8D03A3F31CC}" dt="2025-07-15T23:45:16.316" v="816" actId="47"/>
        <pc:sldMkLst>
          <pc:docMk/>
          <pc:sldMk cId="1200488035" sldId="368"/>
        </pc:sldMkLst>
      </pc:sldChg>
      <pc:sldChg chg="add del">
        <pc:chgData name="Richard Taylor" userId="fbfc1553-b23d-457b-a859-b112eb014c8c" providerId="ADAL" clId="{6ED1C99B-AE5D-4976-AB5A-D8D03A3F31CC}" dt="2025-07-15T23:37:33.301" v="701" actId="47"/>
        <pc:sldMkLst>
          <pc:docMk/>
          <pc:sldMk cId="1129382278" sldId="369"/>
        </pc:sldMkLst>
      </pc:sldChg>
      <pc:sldChg chg="modSp add del mod">
        <pc:chgData name="Richard Taylor" userId="fbfc1553-b23d-457b-a859-b112eb014c8c" providerId="ADAL" clId="{6ED1C99B-AE5D-4976-AB5A-D8D03A3F31CC}" dt="2025-07-15T23:38:26.458" v="713" actId="47"/>
        <pc:sldMkLst>
          <pc:docMk/>
          <pc:sldMk cId="226662708" sldId="370"/>
        </pc:sldMkLst>
      </pc:sldChg>
      <pc:sldChg chg="add del">
        <pc:chgData name="Richard Taylor" userId="fbfc1553-b23d-457b-a859-b112eb014c8c" providerId="ADAL" clId="{6ED1C99B-AE5D-4976-AB5A-D8D03A3F31CC}" dt="2025-07-15T23:39:41.669" v="727" actId="47"/>
        <pc:sldMkLst>
          <pc:docMk/>
          <pc:sldMk cId="1273773399" sldId="371"/>
        </pc:sldMkLst>
      </pc:sldChg>
      <pc:sldChg chg="add del">
        <pc:chgData name="Richard Taylor" userId="fbfc1553-b23d-457b-a859-b112eb014c8c" providerId="ADAL" clId="{6ED1C99B-AE5D-4976-AB5A-D8D03A3F31CC}" dt="2025-07-15T22:49:44.561" v="346" actId="47"/>
        <pc:sldMkLst>
          <pc:docMk/>
          <pc:sldMk cId="450627506" sldId="385"/>
        </pc:sldMkLst>
      </pc:sldChg>
      <pc:sldChg chg="del">
        <pc:chgData name="Richard Taylor" userId="fbfc1553-b23d-457b-a859-b112eb014c8c" providerId="ADAL" clId="{6ED1C99B-AE5D-4976-AB5A-D8D03A3F31CC}" dt="2025-07-09T23:17:48.440" v="3" actId="47"/>
        <pc:sldMkLst>
          <pc:docMk/>
          <pc:sldMk cId="1174063511" sldId="386"/>
        </pc:sldMkLst>
      </pc:sldChg>
      <pc:sldChg chg="del">
        <pc:chgData name="Richard Taylor" userId="fbfc1553-b23d-457b-a859-b112eb014c8c" providerId="ADAL" clId="{6ED1C99B-AE5D-4976-AB5A-D8D03A3F31CC}" dt="2025-07-09T23:17:48.440" v="3" actId="47"/>
        <pc:sldMkLst>
          <pc:docMk/>
          <pc:sldMk cId="686586156" sldId="387"/>
        </pc:sldMkLst>
      </pc:sldChg>
      <pc:sldChg chg="del">
        <pc:chgData name="Richard Taylor" userId="fbfc1553-b23d-457b-a859-b112eb014c8c" providerId="ADAL" clId="{6ED1C99B-AE5D-4976-AB5A-D8D03A3F31CC}" dt="2025-07-09T23:17:48.440" v="3" actId="47"/>
        <pc:sldMkLst>
          <pc:docMk/>
          <pc:sldMk cId="1868606157" sldId="388"/>
        </pc:sldMkLst>
      </pc:sldChg>
      <pc:sldChg chg="del">
        <pc:chgData name="Richard Taylor" userId="fbfc1553-b23d-457b-a859-b112eb014c8c" providerId="ADAL" clId="{6ED1C99B-AE5D-4976-AB5A-D8D03A3F31CC}" dt="2025-07-09T23:17:48.440" v="3" actId="47"/>
        <pc:sldMkLst>
          <pc:docMk/>
          <pc:sldMk cId="400729779" sldId="389"/>
        </pc:sldMkLst>
      </pc:sldChg>
      <pc:sldChg chg="del">
        <pc:chgData name="Richard Taylor" userId="fbfc1553-b23d-457b-a859-b112eb014c8c" providerId="ADAL" clId="{6ED1C99B-AE5D-4976-AB5A-D8D03A3F31CC}" dt="2025-07-09T23:17:48.440" v="3" actId="47"/>
        <pc:sldMkLst>
          <pc:docMk/>
          <pc:sldMk cId="3231552441" sldId="390"/>
        </pc:sldMkLst>
      </pc:sldChg>
      <pc:sldChg chg="del">
        <pc:chgData name="Richard Taylor" userId="fbfc1553-b23d-457b-a859-b112eb014c8c" providerId="ADAL" clId="{6ED1C99B-AE5D-4976-AB5A-D8D03A3F31CC}" dt="2025-07-09T23:17:39.784" v="2" actId="47"/>
        <pc:sldMkLst>
          <pc:docMk/>
          <pc:sldMk cId="3033575568" sldId="392"/>
        </pc:sldMkLst>
      </pc:sldChg>
      <pc:sldChg chg="modSp add del mod">
        <pc:chgData name="Richard Taylor" userId="fbfc1553-b23d-457b-a859-b112eb014c8c" providerId="ADAL" clId="{6ED1C99B-AE5D-4976-AB5A-D8D03A3F31CC}" dt="2025-07-15T22:59:52.457" v="395" actId="47"/>
        <pc:sldMkLst>
          <pc:docMk/>
          <pc:sldMk cId="2595266079" sldId="393"/>
        </pc:sldMkLst>
      </pc:sldChg>
      <pc:sldChg chg="del">
        <pc:chgData name="Richard Taylor" userId="fbfc1553-b23d-457b-a859-b112eb014c8c" providerId="ADAL" clId="{6ED1C99B-AE5D-4976-AB5A-D8D03A3F31CC}" dt="2025-07-09T23:17:39.784" v="2" actId="47"/>
        <pc:sldMkLst>
          <pc:docMk/>
          <pc:sldMk cId="3861453210" sldId="393"/>
        </pc:sldMkLst>
      </pc:sldChg>
      <pc:sldChg chg="add del">
        <pc:chgData name="Richard Taylor" userId="fbfc1553-b23d-457b-a859-b112eb014c8c" providerId="ADAL" clId="{6ED1C99B-AE5D-4976-AB5A-D8D03A3F31CC}" dt="2025-07-15T23:00:55.775" v="403" actId="47"/>
        <pc:sldMkLst>
          <pc:docMk/>
          <pc:sldMk cId="2820593153" sldId="394"/>
        </pc:sldMkLst>
      </pc:sldChg>
      <pc:sldChg chg="del">
        <pc:chgData name="Richard Taylor" userId="fbfc1553-b23d-457b-a859-b112eb014c8c" providerId="ADAL" clId="{6ED1C99B-AE5D-4976-AB5A-D8D03A3F31CC}" dt="2025-07-09T23:17:39.784" v="2" actId="47"/>
        <pc:sldMkLst>
          <pc:docMk/>
          <pc:sldMk cId="4090793587" sldId="395"/>
        </pc:sldMkLst>
      </pc:sldChg>
      <pc:sldChg chg="add del">
        <pc:chgData name="Richard Taylor" userId="fbfc1553-b23d-457b-a859-b112eb014c8c" providerId="ADAL" clId="{6ED1C99B-AE5D-4976-AB5A-D8D03A3F31CC}" dt="2025-07-15T23:14:46.451" v="432" actId="47"/>
        <pc:sldMkLst>
          <pc:docMk/>
          <pc:sldMk cId="2121377097" sldId="396"/>
        </pc:sldMkLst>
      </pc:sldChg>
      <pc:sldChg chg="modSp add del mod">
        <pc:chgData name="Richard Taylor" userId="fbfc1553-b23d-457b-a859-b112eb014c8c" providerId="ADAL" clId="{6ED1C99B-AE5D-4976-AB5A-D8D03A3F31CC}" dt="2025-07-15T23:16:09.429" v="437"/>
        <pc:sldMkLst>
          <pc:docMk/>
          <pc:sldMk cId="4290437232" sldId="396"/>
        </pc:sldMkLst>
      </pc:sldChg>
      <pc:sldChg chg="add del">
        <pc:chgData name="Richard Taylor" userId="fbfc1553-b23d-457b-a859-b112eb014c8c" providerId="ADAL" clId="{6ED1C99B-AE5D-4976-AB5A-D8D03A3F31CC}" dt="2025-07-15T23:14:46.451" v="432" actId="47"/>
        <pc:sldMkLst>
          <pc:docMk/>
          <pc:sldMk cId="2406531477" sldId="397"/>
        </pc:sldMkLst>
      </pc:sldChg>
      <pc:sldChg chg="add del">
        <pc:chgData name="Richard Taylor" userId="fbfc1553-b23d-457b-a859-b112eb014c8c" providerId="ADAL" clId="{6ED1C99B-AE5D-4976-AB5A-D8D03A3F31CC}" dt="2025-07-15T23:16:09.429" v="437"/>
        <pc:sldMkLst>
          <pc:docMk/>
          <pc:sldMk cId="3328909009" sldId="397"/>
        </pc:sldMkLst>
      </pc:sldChg>
      <pc:sldChg chg="add del">
        <pc:chgData name="Richard Taylor" userId="fbfc1553-b23d-457b-a859-b112eb014c8c" providerId="ADAL" clId="{6ED1C99B-AE5D-4976-AB5A-D8D03A3F31CC}" dt="2025-07-15T23:14:46.451" v="432" actId="47"/>
        <pc:sldMkLst>
          <pc:docMk/>
          <pc:sldMk cId="483314729" sldId="398"/>
        </pc:sldMkLst>
      </pc:sldChg>
      <pc:sldChg chg="add del">
        <pc:chgData name="Richard Taylor" userId="fbfc1553-b23d-457b-a859-b112eb014c8c" providerId="ADAL" clId="{6ED1C99B-AE5D-4976-AB5A-D8D03A3F31CC}" dt="2025-07-15T23:16:09.429" v="437"/>
        <pc:sldMkLst>
          <pc:docMk/>
          <pc:sldMk cId="849390820" sldId="398"/>
        </pc:sldMkLst>
      </pc:sldChg>
      <pc:sldChg chg="add del ord">
        <pc:chgData name="Richard Taylor" userId="fbfc1553-b23d-457b-a859-b112eb014c8c" providerId="ADAL" clId="{6ED1C99B-AE5D-4976-AB5A-D8D03A3F31CC}" dt="2025-07-15T23:26:27.051" v="502" actId="47"/>
        <pc:sldMkLst>
          <pc:docMk/>
          <pc:sldMk cId="3200025967" sldId="399"/>
        </pc:sldMkLst>
      </pc:sldChg>
      <pc:sldChg chg="modSp add del mod">
        <pc:chgData name="Richard Taylor" userId="fbfc1553-b23d-457b-a859-b112eb014c8c" providerId="ADAL" clId="{6ED1C99B-AE5D-4976-AB5A-D8D03A3F31CC}" dt="2025-07-15T23:21:26.852" v="459" actId="47"/>
        <pc:sldMkLst>
          <pc:docMk/>
          <pc:sldMk cId="429441989" sldId="400"/>
        </pc:sldMkLst>
      </pc:sldChg>
      <pc:sldChg chg="add del">
        <pc:chgData name="Richard Taylor" userId="fbfc1553-b23d-457b-a859-b112eb014c8c" providerId="ADAL" clId="{6ED1C99B-AE5D-4976-AB5A-D8D03A3F31CC}" dt="2025-07-15T23:21:30.645" v="460" actId="47"/>
        <pc:sldMkLst>
          <pc:docMk/>
          <pc:sldMk cId="101192685" sldId="401"/>
        </pc:sldMkLst>
      </pc:sldChg>
      <pc:sldChg chg="add del">
        <pc:chgData name="Richard Taylor" userId="fbfc1553-b23d-457b-a859-b112eb014c8c" providerId="ADAL" clId="{6ED1C99B-AE5D-4976-AB5A-D8D03A3F31CC}" dt="2025-07-15T23:21:43.070" v="462" actId="47"/>
        <pc:sldMkLst>
          <pc:docMk/>
          <pc:sldMk cId="1110110981" sldId="402"/>
        </pc:sldMkLst>
      </pc:sldChg>
      <pc:sldChg chg="add del">
        <pc:chgData name="Richard Taylor" userId="fbfc1553-b23d-457b-a859-b112eb014c8c" providerId="ADAL" clId="{6ED1C99B-AE5D-4976-AB5A-D8D03A3F31CC}" dt="2025-07-15T23:21:45.858" v="463" actId="47"/>
        <pc:sldMkLst>
          <pc:docMk/>
          <pc:sldMk cId="1339383038" sldId="403"/>
        </pc:sldMkLst>
      </pc:sldChg>
      <pc:sldChg chg="add del">
        <pc:chgData name="Richard Taylor" userId="fbfc1553-b23d-457b-a859-b112eb014c8c" providerId="ADAL" clId="{6ED1C99B-AE5D-4976-AB5A-D8D03A3F31CC}" dt="2025-07-15T23:22:01.746" v="465" actId="47"/>
        <pc:sldMkLst>
          <pc:docMk/>
          <pc:sldMk cId="1013385037" sldId="404"/>
        </pc:sldMkLst>
      </pc:sldChg>
      <pc:sldChg chg="add del">
        <pc:chgData name="Richard Taylor" userId="fbfc1553-b23d-457b-a859-b112eb014c8c" providerId="ADAL" clId="{6ED1C99B-AE5D-4976-AB5A-D8D03A3F31CC}" dt="2025-07-15T23:22:04.933" v="466" actId="47"/>
        <pc:sldMkLst>
          <pc:docMk/>
          <pc:sldMk cId="1428819531" sldId="405"/>
        </pc:sldMkLst>
      </pc:sldChg>
      <pc:sldChg chg="addSp modSp mod ord">
        <pc:chgData name="Richard Taylor" userId="fbfc1553-b23d-457b-a859-b112eb014c8c" providerId="ADAL" clId="{6ED1C99B-AE5D-4976-AB5A-D8D03A3F31CC}" dt="2025-07-15T23:14:15.697" v="430"/>
        <pc:sldMkLst>
          <pc:docMk/>
          <pc:sldMk cId="3943369309" sldId="406"/>
        </pc:sldMkLst>
        <pc:spChg chg="mod">
          <ac:chgData name="Richard Taylor" userId="fbfc1553-b23d-457b-a859-b112eb014c8c" providerId="ADAL" clId="{6ED1C99B-AE5D-4976-AB5A-D8D03A3F31CC}" dt="2025-07-15T22:51:34.970" v="382" actId="20577"/>
          <ac:spMkLst>
            <pc:docMk/>
            <pc:sldMk cId="3943369309" sldId="406"/>
            <ac:spMk id="3" creationId="{3B5AB892-D9C8-C079-8550-B06F4E5F7228}"/>
          </ac:spMkLst>
        </pc:spChg>
        <pc:spChg chg="mod">
          <ac:chgData name="Richard Taylor" userId="fbfc1553-b23d-457b-a859-b112eb014c8c" providerId="ADAL" clId="{6ED1C99B-AE5D-4976-AB5A-D8D03A3F31CC}" dt="2025-07-15T22:49:21.707" v="326" actId="20577"/>
          <ac:spMkLst>
            <pc:docMk/>
            <pc:sldMk cId="3943369309" sldId="406"/>
            <ac:spMk id="49155" creationId="{C819BC3C-1CC3-8997-60B3-94121772C77D}"/>
          </ac:spMkLst>
        </pc:spChg>
        <pc:picChg chg="add mod">
          <ac:chgData name="Richard Taylor" userId="fbfc1553-b23d-457b-a859-b112eb014c8c" providerId="ADAL" clId="{6ED1C99B-AE5D-4976-AB5A-D8D03A3F31CC}" dt="2025-07-15T23:03:25.536" v="411" actId="1076"/>
          <ac:picMkLst>
            <pc:docMk/>
            <pc:sldMk cId="3943369309" sldId="406"/>
            <ac:picMk id="2" creationId="{5AAA6A5D-3922-1D7A-9000-A7DC810B57F0}"/>
          </ac:picMkLst>
        </pc:picChg>
      </pc:sldChg>
      <pc:sldChg chg="add del">
        <pc:chgData name="Richard Taylor" userId="fbfc1553-b23d-457b-a859-b112eb014c8c" providerId="ADAL" clId="{6ED1C99B-AE5D-4976-AB5A-D8D03A3F31CC}" dt="2025-07-15T23:30:06.052" v="553" actId="47"/>
        <pc:sldMkLst>
          <pc:docMk/>
          <pc:sldMk cId="3623402042" sldId="407"/>
        </pc:sldMkLst>
      </pc:sldChg>
      <pc:sldChg chg="add del">
        <pc:chgData name="Richard Taylor" userId="fbfc1553-b23d-457b-a859-b112eb014c8c" providerId="ADAL" clId="{6ED1C99B-AE5D-4976-AB5A-D8D03A3F31CC}" dt="2025-07-15T23:32:52.668" v="599" actId="47"/>
        <pc:sldMkLst>
          <pc:docMk/>
          <pc:sldMk cId="2634909087" sldId="408"/>
        </pc:sldMkLst>
      </pc:sldChg>
      <pc:sldChg chg="add del">
        <pc:chgData name="Richard Taylor" userId="fbfc1553-b23d-457b-a859-b112eb014c8c" providerId="ADAL" clId="{6ED1C99B-AE5D-4976-AB5A-D8D03A3F31CC}" dt="2025-07-15T23:32:54.245" v="600" actId="47"/>
        <pc:sldMkLst>
          <pc:docMk/>
          <pc:sldMk cId="2787675173" sldId="409"/>
        </pc:sldMkLst>
      </pc:sldChg>
      <pc:sldChg chg="modSp add del mod">
        <pc:chgData name="Richard Taylor" userId="fbfc1553-b23d-457b-a859-b112eb014c8c" providerId="ADAL" clId="{6ED1C99B-AE5D-4976-AB5A-D8D03A3F31CC}" dt="2025-07-15T22:47:08.936" v="278" actId="47"/>
        <pc:sldMkLst>
          <pc:docMk/>
          <pc:sldMk cId="976242822" sldId="410"/>
        </pc:sldMkLst>
      </pc:sldChg>
      <pc:sldChg chg="add del">
        <pc:chgData name="Richard Taylor" userId="fbfc1553-b23d-457b-a859-b112eb014c8c" providerId="ADAL" clId="{6ED1C99B-AE5D-4976-AB5A-D8D03A3F31CC}" dt="2025-07-15T23:32:57.296" v="601" actId="47"/>
        <pc:sldMkLst>
          <pc:docMk/>
          <pc:sldMk cId="454807959" sldId="412"/>
        </pc:sldMkLst>
      </pc:sldChg>
      <pc:sldChg chg="add del">
        <pc:chgData name="Richard Taylor" userId="fbfc1553-b23d-457b-a859-b112eb014c8c" providerId="ADAL" clId="{6ED1C99B-AE5D-4976-AB5A-D8D03A3F31CC}" dt="2025-07-15T23:36:41.583" v="689" actId="47"/>
        <pc:sldMkLst>
          <pc:docMk/>
          <pc:sldMk cId="2070703945" sldId="413"/>
        </pc:sldMkLst>
      </pc:sldChg>
      <pc:sldChg chg="del">
        <pc:chgData name="Richard Taylor" userId="fbfc1553-b23d-457b-a859-b112eb014c8c" providerId="ADAL" clId="{6ED1C99B-AE5D-4976-AB5A-D8D03A3F31CC}" dt="2025-07-15T22:44:36.236" v="229" actId="47"/>
        <pc:sldMkLst>
          <pc:docMk/>
          <pc:sldMk cId="3352915028" sldId="423"/>
        </pc:sldMkLst>
      </pc:sldChg>
      <pc:sldChg chg="add del">
        <pc:chgData name="Richard Taylor" userId="fbfc1553-b23d-457b-a859-b112eb014c8c" providerId="ADAL" clId="{6ED1C99B-AE5D-4976-AB5A-D8D03A3F31CC}" dt="2025-07-15T23:22:09.697" v="467" actId="47"/>
        <pc:sldMkLst>
          <pc:docMk/>
          <pc:sldMk cId="4202458643" sldId="424"/>
        </pc:sldMkLst>
      </pc:sldChg>
      <pc:sldChg chg="modSp add mod">
        <pc:chgData name="Richard Taylor" userId="fbfc1553-b23d-457b-a859-b112eb014c8c" providerId="ADAL" clId="{6ED1C99B-AE5D-4976-AB5A-D8D03A3F31CC}" dt="2025-07-15T23:17:37.752" v="450" actId="20577"/>
        <pc:sldMkLst>
          <pc:docMk/>
          <pc:sldMk cId="315165205" sldId="425"/>
        </pc:sldMkLst>
        <pc:spChg chg="mod">
          <ac:chgData name="Richard Taylor" userId="fbfc1553-b23d-457b-a859-b112eb014c8c" providerId="ADAL" clId="{6ED1C99B-AE5D-4976-AB5A-D8D03A3F31CC}" dt="2025-07-15T23:17:37.752" v="450" actId="20577"/>
          <ac:spMkLst>
            <pc:docMk/>
            <pc:sldMk cId="315165205" sldId="425"/>
            <ac:spMk id="49155" creationId="{3B734F78-0B22-B501-A4A5-FF73436120A2}"/>
          </ac:spMkLst>
        </pc:spChg>
      </pc:sldChg>
      <pc:sldChg chg="del">
        <pc:chgData name="Richard Taylor" userId="fbfc1553-b23d-457b-a859-b112eb014c8c" providerId="ADAL" clId="{6ED1C99B-AE5D-4976-AB5A-D8D03A3F31CC}" dt="2025-07-09T23:17:48.440" v="3" actId="47"/>
        <pc:sldMkLst>
          <pc:docMk/>
          <pc:sldMk cId="2993120807" sldId="425"/>
        </pc:sldMkLst>
      </pc:sldChg>
      <pc:sldChg chg="del">
        <pc:chgData name="Richard Taylor" userId="fbfc1553-b23d-457b-a859-b112eb014c8c" providerId="ADAL" clId="{6ED1C99B-AE5D-4976-AB5A-D8D03A3F31CC}" dt="2025-07-09T23:17:48.440" v="3" actId="47"/>
        <pc:sldMkLst>
          <pc:docMk/>
          <pc:sldMk cId="392576232" sldId="426"/>
        </pc:sldMkLst>
      </pc:sldChg>
      <pc:sldChg chg="modSp add mod">
        <pc:chgData name="Richard Taylor" userId="fbfc1553-b23d-457b-a859-b112eb014c8c" providerId="ADAL" clId="{6ED1C99B-AE5D-4976-AB5A-D8D03A3F31CC}" dt="2025-07-15T23:20:51.590" v="455" actId="114"/>
        <pc:sldMkLst>
          <pc:docMk/>
          <pc:sldMk cId="3308333837" sldId="426"/>
        </pc:sldMkLst>
        <pc:spChg chg="mod">
          <ac:chgData name="Richard Taylor" userId="fbfc1553-b23d-457b-a859-b112eb014c8c" providerId="ADAL" clId="{6ED1C99B-AE5D-4976-AB5A-D8D03A3F31CC}" dt="2025-07-15T23:20:51.590" v="455" actId="114"/>
          <ac:spMkLst>
            <pc:docMk/>
            <pc:sldMk cId="3308333837" sldId="426"/>
            <ac:spMk id="49155" creationId="{BCD1EBA2-5AFE-DA7D-2470-2A4CA7ACB726}"/>
          </ac:spMkLst>
        </pc:spChg>
      </pc:sldChg>
      <pc:sldChg chg="del">
        <pc:chgData name="Richard Taylor" userId="fbfc1553-b23d-457b-a859-b112eb014c8c" providerId="ADAL" clId="{6ED1C99B-AE5D-4976-AB5A-D8D03A3F31CC}" dt="2025-07-09T23:17:48.440" v="3" actId="47"/>
        <pc:sldMkLst>
          <pc:docMk/>
          <pc:sldMk cId="2313632280" sldId="427"/>
        </pc:sldMkLst>
      </pc:sldChg>
      <pc:sldChg chg="modSp add del mod">
        <pc:chgData name="Richard Taylor" userId="fbfc1553-b23d-457b-a859-b112eb014c8c" providerId="ADAL" clId="{6ED1C99B-AE5D-4976-AB5A-D8D03A3F31CC}" dt="2025-07-15T22:44:30.028" v="228" actId="20577"/>
        <pc:sldMkLst>
          <pc:docMk/>
          <pc:sldMk cId="464343704" sldId="428"/>
        </pc:sldMkLst>
        <pc:spChg chg="mod">
          <ac:chgData name="Richard Taylor" userId="fbfc1553-b23d-457b-a859-b112eb014c8c" providerId="ADAL" clId="{6ED1C99B-AE5D-4976-AB5A-D8D03A3F31CC}" dt="2025-07-15T22:41:04.380" v="44" actId="1076"/>
          <ac:spMkLst>
            <pc:docMk/>
            <pc:sldMk cId="464343704" sldId="428"/>
            <ac:spMk id="29" creationId="{F2668E2D-B3F0-BC7B-8134-7619E1976DF5}"/>
          </ac:spMkLst>
        </pc:spChg>
        <pc:spChg chg="mod">
          <ac:chgData name="Richard Taylor" userId="fbfc1553-b23d-457b-a859-b112eb014c8c" providerId="ADAL" clId="{6ED1C99B-AE5D-4976-AB5A-D8D03A3F31CC}" dt="2025-07-15T22:41:07.911" v="45" actId="1076"/>
          <ac:spMkLst>
            <pc:docMk/>
            <pc:sldMk cId="464343704" sldId="428"/>
            <ac:spMk id="30" creationId="{50256EB7-8E03-BA91-9E4F-F844CD1DB24F}"/>
          </ac:spMkLst>
        </pc:spChg>
        <pc:spChg chg="mod">
          <ac:chgData name="Richard Taylor" userId="fbfc1553-b23d-457b-a859-b112eb014c8c" providerId="ADAL" clId="{6ED1C99B-AE5D-4976-AB5A-D8D03A3F31CC}" dt="2025-07-15T22:43:04.059" v="132" actId="20577"/>
          <ac:spMkLst>
            <pc:docMk/>
            <pc:sldMk cId="464343704" sldId="428"/>
            <ac:spMk id="31" creationId="{AD8984EB-4093-5FAC-88CF-BF647226352B}"/>
          </ac:spMkLst>
        </pc:spChg>
        <pc:spChg chg="mod">
          <ac:chgData name="Richard Taylor" userId="fbfc1553-b23d-457b-a859-b112eb014c8c" providerId="ADAL" clId="{6ED1C99B-AE5D-4976-AB5A-D8D03A3F31CC}" dt="2025-07-15T22:42:40.317" v="65" actId="20577"/>
          <ac:spMkLst>
            <pc:docMk/>
            <pc:sldMk cId="464343704" sldId="428"/>
            <ac:spMk id="32" creationId="{1780486C-C63A-E338-EEF2-07197FF88A35}"/>
          </ac:spMkLst>
        </pc:spChg>
        <pc:spChg chg="mod">
          <ac:chgData name="Richard Taylor" userId="fbfc1553-b23d-457b-a859-b112eb014c8c" providerId="ADAL" clId="{6ED1C99B-AE5D-4976-AB5A-D8D03A3F31CC}" dt="2025-07-15T22:44:06.779" v="201" actId="20577"/>
          <ac:spMkLst>
            <pc:docMk/>
            <pc:sldMk cId="464343704" sldId="428"/>
            <ac:spMk id="33" creationId="{7960C411-C54E-62B7-A1D9-53AE357D94EE}"/>
          </ac:spMkLst>
        </pc:spChg>
        <pc:spChg chg="mod">
          <ac:chgData name="Richard Taylor" userId="fbfc1553-b23d-457b-a859-b112eb014c8c" providerId="ADAL" clId="{6ED1C99B-AE5D-4976-AB5A-D8D03A3F31CC}" dt="2025-07-15T22:43:41.421" v="151" actId="20577"/>
          <ac:spMkLst>
            <pc:docMk/>
            <pc:sldMk cId="464343704" sldId="428"/>
            <ac:spMk id="34" creationId="{FF28665E-2EFC-136C-F239-18493968E118}"/>
          </ac:spMkLst>
        </pc:spChg>
        <pc:spChg chg="mod">
          <ac:chgData name="Richard Taylor" userId="fbfc1553-b23d-457b-a859-b112eb014c8c" providerId="ADAL" clId="{6ED1C99B-AE5D-4976-AB5A-D8D03A3F31CC}" dt="2025-07-15T22:44:24.841" v="221" actId="20577"/>
          <ac:spMkLst>
            <pc:docMk/>
            <pc:sldMk cId="464343704" sldId="428"/>
            <ac:spMk id="35" creationId="{34FEA223-907C-F7F9-E88F-4A907B0AAC16}"/>
          </ac:spMkLst>
        </pc:spChg>
        <pc:spChg chg="mod">
          <ac:chgData name="Richard Taylor" userId="fbfc1553-b23d-457b-a859-b112eb014c8c" providerId="ADAL" clId="{6ED1C99B-AE5D-4976-AB5A-D8D03A3F31CC}" dt="2025-07-15T22:44:30.028" v="228" actId="20577"/>
          <ac:spMkLst>
            <pc:docMk/>
            <pc:sldMk cId="464343704" sldId="428"/>
            <ac:spMk id="36" creationId="{A1D3BF47-CDC2-A1FC-B7B9-963D28A5BB5A}"/>
          </ac:spMkLst>
        </pc:spChg>
      </pc:sldChg>
      <pc:sldChg chg="addSp delSp modSp add mod ord">
        <pc:chgData name="Richard Taylor" userId="fbfc1553-b23d-457b-a859-b112eb014c8c" providerId="ADAL" clId="{6ED1C99B-AE5D-4976-AB5A-D8D03A3F31CC}" dt="2025-07-15T23:20:03.657" v="452"/>
        <pc:sldMkLst>
          <pc:docMk/>
          <pc:sldMk cId="811006037" sldId="429"/>
        </pc:sldMkLst>
        <pc:spChg chg="mod">
          <ac:chgData name="Richard Taylor" userId="fbfc1553-b23d-457b-a859-b112eb014c8c" providerId="ADAL" clId="{6ED1C99B-AE5D-4976-AB5A-D8D03A3F31CC}" dt="2025-07-15T22:46:04.692" v="256" actId="20577"/>
          <ac:spMkLst>
            <pc:docMk/>
            <pc:sldMk cId="811006037" sldId="429"/>
            <ac:spMk id="3" creationId="{D196A77B-AA5C-036C-E5E9-4F9569C777EC}"/>
          </ac:spMkLst>
        </pc:spChg>
        <pc:spChg chg="mod">
          <ac:chgData name="Richard Taylor" userId="fbfc1553-b23d-457b-a859-b112eb014c8c" providerId="ADAL" clId="{6ED1C99B-AE5D-4976-AB5A-D8D03A3F31CC}" dt="2025-07-15T22:48:54.792" v="324" actId="20577"/>
          <ac:spMkLst>
            <pc:docMk/>
            <pc:sldMk cId="811006037" sldId="429"/>
            <ac:spMk id="49155" creationId="{64565C94-B593-76CF-F093-F6CFDFF6F921}"/>
          </ac:spMkLst>
        </pc:spChg>
      </pc:sldChg>
      <pc:sldChg chg="modSp add mod ord">
        <pc:chgData name="Richard Taylor" userId="fbfc1553-b23d-457b-a859-b112eb014c8c" providerId="ADAL" clId="{6ED1C99B-AE5D-4976-AB5A-D8D03A3F31CC}" dt="2025-07-15T23:06:00.736" v="418"/>
        <pc:sldMkLst>
          <pc:docMk/>
          <pc:sldMk cId="978573103" sldId="430"/>
        </pc:sldMkLst>
        <pc:spChg chg="mod">
          <ac:chgData name="Richard Taylor" userId="fbfc1553-b23d-457b-a859-b112eb014c8c" providerId="ADAL" clId="{6ED1C99B-AE5D-4976-AB5A-D8D03A3F31CC}" dt="2025-07-15T23:05:37.942" v="416" actId="114"/>
          <ac:spMkLst>
            <pc:docMk/>
            <pc:sldMk cId="978573103" sldId="430"/>
            <ac:spMk id="49155" creationId="{D017F29F-0931-CD8C-1CE2-DB09302C7D3D}"/>
          </ac:spMkLst>
        </pc:spChg>
      </pc:sldChg>
      <pc:sldChg chg="add">
        <pc:chgData name="Richard Taylor" userId="fbfc1553-b23d-457b-a859-b112eb014c8c" providerId="ADAL" clId="{6ED1C99B-AE5D-4976-AB5A-D8D03A3F31CC}" dt="2025-07-15T23:01:29.394" v="409"/>
        <pc:sldMkLst>
          <pc:docMk/>
          <pc:sldMk cId="2728706087" sldId="431"/>
        </pc:sldMkLst>
      </pc:sldChg>
      <pc:sldChg chg="add del">
        <pc:chgData name="Richard Taylor" userId="fbfc1553-b23d-457b-a859-b112eb014c8c" providerId="ADAL" clId="{6ED1C99B-AE5D-4976-AB5A-D8D03A3F31CC}" dt="2025-07-15T23:01:26.059" v="408"/>
        <pc:sldMkLst>
          <pc:docMk/>
          <pc:sldMk cId="3116414397" sldId="431"/>
        </pc:sldMkLst>
      </pc:sldChg>
      <pc:sldChg chg="modSp add del mod">
        <pc:chgData name="Richard Taylor" userId="fbfc1553-b23d-457b-a859-b112eb014c8c" providerId="ADAL" clId="{6ED1C99B-AE5D-4976-AB5A-D8D03A3F31CC}" dt="2025-07-15T23:01:14.744" v="406" actId="2696"/>
        <pc:sldMkLst>
          <pc:docMk/>
          <pc:sldMk cId="4142387360" sldId="431"/>
        </pc:sldMkLst>
      </pc:sldChg>
      <pc:sldChg chg="modSp add del mod">
        <pc:chgData name="Richard Taylor" userId="fbfc1553-b23d-457b-a859-b112eb014c8c" providerId="ADAL" clId="{6ED1C99B-AE5D-4976-AB5A-D8D03A3F31CC}" dt="2025-07-15T23:01:14.744" v="406" actId="2696"/>
        <pc:sldMkLst>
          <pc:docMk/>
          <pc:sldMk cId="1421041673" sldId="432"/>
        </pc:sldMkLst>
      </pc:sldChg>
      <pc:sldChg chg="add">
        <pc:chgData name="Richard Taylor" userId="fbfc1553-b23d-457b-a859-b112eb014c8c" providerId="ADAL" clId="{6ED1C99B-AE5D-4976-AB5A-D8D03A3F31CC}" dt="2025-07-15T23:01:29.394" v="409"/>
        <pc:sldMkLst>
          <pc:docMk/>
          <pc:sldMk cId="2330496839" sldId="432"/>
        </pc:sldMkLst>
      </pc:sldChg>
      <pc:sldChg chg="add del">
        <pc:chgData name="Richard Taylor" userId="fbfc1553-b23d-457b-a859-b112eb014c8c" providerId="ADAL" clId="{6ED1C99B-AE5D-4976-AB5A-D8D03A3F31CC}" dt="2025-07-15T23:01:26.059" v="408"/>
        <pc:sldMkLst>
          <pc:docMk/>
          <pc:sldMk cId="3679730558" sldId="432"/>
        </pc:sldMkLst>
      </pc:sldChg>
      <pc:sldChg chg="add">
        <pc:chgData name="Richard Taylor" userId="fbfc1553-b23d-457b-a859-b112eb014c8c" providerId="ADAL" clId="{6ED1C99B-AE5D-4976-AB5A-D8D03A3F31CC}" dt="2025-07-15T23:04:57.585" v="413"/>
        <pc:sldMkLst>
          <pc:docMk/>
          <pc:sldMk cId="4127435677" sldId="2307"/>
        </pc:sldMkLst>
      </pc:sldChg>
      <pc:sldChg chg="add">
        <pc:chgData name="Richard Taylor" userId="fbfc1553-b23d-457b-a859-b112eb014c8c" providerId="ADAL" clId="{6ED1C99B-AE5D-4976-AB5A-D8D03A3F31CC}" dt="2025-07-15T23:04:57.585" v="413"/>
        <pc:sldMkLst>
          <pc:docMk/>
          <pc:sldMk cId="1554051238" sldId="2308"/>
        </pc:sldMkLst>
      </pc:sldChg>
      <pc:sldChg chg="add">
        <pc:chgData name="Richard Taylor" userId="fbfc1553-b23d-457b-a859-b112eb014c8c" providerId="ADAL" clId="{6ED1C99B-AE5D-4976-AB5A-D8D03A3F31CC}" dt="2025-07-15T23:04:57.585" v="413"/>
        <pc:sldMkLst>
          <pc:docMk/>
          <pc:sldMk cId="3810542643" sldId="2328"/>
        </pc:sldMkLst>
      </pc:sldChg>
      <pc:sldChg chg="add">
        <pc:chgData name="Richard Taylor" userId="fbfc1553-b23d-457b-a859-b112eb014c8c" providerId="ADAL" clId="{6ED1C99B-AE5D-4976-AB5A-D8D03A3F31CC}" dt="2025-07-15T23:04:57.585" v="413"/>
        <pc:sldMkLst>
          <pc:docMk/>
          <pc:sldMk cId="340120056" sldId="2329"/>
        </pc:sldMkLst>
      </pc:sldChg>
      <pc:sldChg chg="add">
        <pc:chgData name="Richard Taylor" userId="fbfc1553-b23d-457b-a859-b112eb014c8c" providerId="ADAL" clId="{6ED1C99B-AE5D-4976-AB5A-D8D03A3F31CC}" dt="2025-07-15T23:04:57.585" v="413"/>
        <pc:sldMkLst>
          <pc:docMk/>
          <pc:sldMk cId="3146196385" sldId="2330"/>
        </pc:sldMkLst>
      </pc:sldChg>
      <pc:sldChg chg="add">
        <pc:chgData name="Richard Taylor" userId="fbfc1553-b23d-457b-a859-b112eb014c8c" providerId="ADAL" clId="{6ED1C99B-AE5D-4976-AB5A-D8D03A3F31CC}" dt="2025-07-15T23:07:32.513" v="419"/>
        <pc:sldMkLst>
          <pc:docMk/>
          <pc:sldMk cId="4242567446" sldId="2333"/>
        </pc:sldMkLst>
      </pc:sldChg>
      <pc:sldChg chg="add">
        <pc:chgData name="Richard Taylor" userId="fbfc1553-b23d-457b-a859-b112eb014c8c" providerId="ADAL" clId="{6ED1C99B-AE5D-4976-AB5A-D8D03A3F31CC}" dt="2025-07-15T23:07:32.513" v="419"/>
        <pc:sldMkLst>
          <pc:docMk/>
          <pc:sldMk cId="1010425698" sldId="2334"/>
        </pc:sldMkLst>
      </pc:sldChg>
      <pc:sldChg chg="add">
        <pc:chgData name="Richard Taylor" userId="fbfc1553-b23d-457b-a859-b112eb014c8c" providerId="ADAL" clId="{6ED1C99B-AE5D-4976-AB5A-D8D03A3F31CC}" dt="2025-07-15T23:07:32.513" v="419"/>
        <pc:sldMkLst>
          <pc:docMk/>
          <pc:sldMk cId="4157581530" sldId="2335"/>
        </pc:sldMkLst>
      </pc:sldChg>
      <pc:sldChg chg="add">
        <pc:chgData name="Richard Taylor" userId="fbfc1553-b23d-457b-a859-b112eb014c8c" providerId="ADAL" clId="{6ED1C99B-AE5D-4976-AB5A-D8D03A3F31CC}" dt="2025-07-15T23:07:32.513" v="419"/>
        <pc:sldMkLst>
          <pc:docMk/>
          <pc:sldMk cId="3007076231" sldId="2337"/>
        </pc:sldMkLst>
      </pc:sldChg>
      <pc:sldChg chg="modSp add mod">
        <pc:chgData name="Richard Taylor" userId="fbfc1553-b23d-457b-a859-b112eb014c8c" providerId="ADAL" clId="{6ED1C99B-AE5D-4976-AB5A-D8D03A3F31CC}" dt="2025-07-15T23:35:33.235" v="646" actId="1076"/>
        <pc:sldMkLst>
          <pc:docMk/>
          <pc:sldMk cId="1719787237" sldId="2347"/>
        </pc:sldMkLst>
        <pc:spChg chg="mod">
          <ac:chgData name="Richard Taylor" userId="fbfc1553-b23d-457b-a859-b112eb014c8c" providerId="ADAL" clId="{6ED1C99B-AE5D-4976-AB5A-D8D03A3F31CC}" dt="2025-07-15T23:35:20.279" v="645" actId="20577"/>
          <ac:spMkLst>
            <pc:docMk/>
            <pc:sldMk cId="1719787237" sldId="2347"/>
            <ac:spMk id="5" creationId="{DC30CB2F-CCB1-4C15-878C-229EC0D56193}"/>
          </ac:spMkLst>
        </pc:spChg>
        <pc:spChg chg="mod">
          <ac:chgData name="Richard Taylor" userId="fbfc1553-b23d-457b-a859-b112eb014c8c" providerId="ADAL" clId="{6ED1C99B-AE5D-4976-AB5A-D8D03A3F31CC}" dt="2025-07-15T23:35:33.235" v="646" actId="1076"/>
          <ac:spMkLst>
            <pc:docMk/>
            <pc:sldMk cId="1719787237" sldId="2347"/>
            <ac:spMk id="9" creationId="{172439CA-0252-A7A5-95B6-D06BF69488E2}"/>
          </ac:spMkLst>
        </pc:spChg>
      </pc:sldChg>
      <pc:sldChg chg="add">
        <pc:chgData name="Richard Taylor" userId="fbfc1553-b23d-457b-a859-b112eb014c8c" providerId="ADAL" clId="{6ED1C99B-AE5D-4976-AB5A-D8D03A3F31CC}" dt="2025-07-15T23:11:30.749" v="422"/>
        <pc:sldMkLst>
          <pc:docMk/>
          <pc:sldMk cId="3406341541" sldId="2350"/>
        </pc:sldMkLst>
      </pc:sldChg>
      <pc:sldChg chg="add">
        <pc:chgData name="Richard Taylor" userId="fbfc1553-b23d-457b-a859-b112eb014c8c" providerId="ADAL" clId="{6ED1C99B-AE5D-4976-AB5A-D8D03A3F31CC}" dt="2025-07-15T23:11:30.749" v="422"/>
        <pc:sldMkLst>
          <pc:docMk/>
          <pc:sldMk cId="1802688514" sldId="2351"/>
        </pc:sldMkLst>
      </pc:sldChg>
      <pc:sldChg chg="add">
        <pc:chgData name="Richard Taylor" userId="fbfc1553-b23d-457b-a859-b112eb014c8c" providerId="ADAL" clId="{6ED1C99B-AE5D-4976-AB5A-D8D03A3F31CC}" dt="2025-07-15T23:11:30.749" v="422"/>
        <pc:sldMkLst>
          <pc:docMk/>
          <pc:sldMk cId="2613038157" sldId="2352"/>
        </pc:sldMkLst>
      </pc:sldChg>
      <pc:sldChg chg="add">
        <pc:chgData name="Richard Taylor" userId="fbfc1553-b23d-457b-a859-b112eb014c8c" providerId="ADAL" clId="{6ED1C99B-AE5D-4976-AB5A-D8D03A3F31CC}" dt="2025-07-15T23:11:30.749" v="422"/>
        <pc:sldMkLst>
          <pc:docMk/>
          <pc:sldMk cId="602493823" sldId="2353"/>
        </pc:sldMkLst>
      </pc:sldChg>
      <pc:sldChg chg="add">
        <pc:chgData name="Richard Taylor" userId="fbfc1553-b23d-457b-a859-b112eb014c8c" providerId="ADAL" clId="{6ED1C99B-AE5D-4976-AB5A-D8D03A3F31CC}" dt="2025-07-15T23:12:05.966" v="423"/>
        <pc:sldMkLst>
          <pc:docMk/>
          <pc:sldMk cId="2493609151" sldId="2358"/>
        </pc:sldMkLst>
      </pc:sldChg>
      <pc:sldChg chg="add">
        <pc:chgData name="Richard Taylor" userId="fbfc1553-b23d-457b-a859-b112eb014c8c" providerId="ADAL" clId="{6ED1C99B-AE5D-4976-AB5A-D8D03A3F31CC}" dt="2025-07-15T23:12:05.966" v="423"/>
        <pc:sldMkLst>
          <pc:docMk/>
          <pc:sldMk cId="2034974797" sldId="2359"/>
        </pc:sldMkLst>
      </pc:sldChg>
      <pc:sldChg chg="add del">
        <pc:chgData name="Richard Taylor" userId="fbfc1553-b23d-457b-a859-b112eb014c8c" providerId="ADAL" clId="{6ED1C99B-AE5D-4976-AB5A-D8D03A3F31CC}" dt="2025-07-15T23:46:11.637" v="822" actId="47"/>
        <pc:sldMkLst>
          <pc:docMk/>
          <pc:sldMk cId="3247089094" sldId="2360"/>
        </pc:sldMkLst>
      </pc:sldChg>
      <pc:sldChg chg="add del">
        <pc:chgData name="Richard Taylor" userId="fbfc1553-b23d-457b-a859-b112eb014c8c" providerId="ADAL" clId="{6ED1C99B-AE5D-4976-AB5A-D8D03A3F31CC}" dt="2025-07-15T23:48:16.279" v="856" actId="47"/>
        <pc:sldMkLst>
          <pc:docMk/>
          <pc:sldMk cId="2156939685" sldId="2361"/>
        </pc:sldMkLst>
      </pc:sldChg>
      <pc:sldChg chg="add del">
        <pc:chgData name="Richard Taylor" userId="fbfc1553-b23d-457b-a859-b112eb014c8c" providerId="ADAL" clId="{6ED1C99B-AE5D-4976-AB5A-D8D03A3F31CC}" dt="2025-07-15T23:49:02.287" v="866" actId="47"/>
        <pc:sldMkLst>
          <pc:docMk/>
          <pc:sldMk cId="3190612844" sldId="2362"/>
        </pc:sldMkLst>
      </pc:sldChg>
      <pc:sldChg chg="add del">
        <pc:chgData name="Richard Taylor" userId="fbfc1553-b23d-457b-a859-b112eb014c8c" providerId="ADAL" clId="{6ED1C99B-AE5D-4976-AB5A-D8D03A3F31CC}" dt="2025-07-15T23:49:30.336" v="871" actId="47"/>
        <pc:sldMkLst>
          <pc:docMk/>
          <pc:sldMk cId="2754688673" sldId="2363"/>
        </pc:sldMkLst>
      </pc:sldChg>
      <pc:sldChg chg="delSp modSp add mod">
        <pc:chgData name="Richard Taylor" userId="fbfc1553-b23d-457b-a859-b112eb014c8c" providerId="ADAL" clId="{6ED1C99B-AE5D-4976-AB5A-D8D03A3F31CC}" dt="2025-07-15T23:26:23.072" v="501" actId="20577"/>
        <pc:sldMkLst>
          <pc:docMk/>
          <pc:sldMk cId="1337604272" sldId="2364"/>
        </pc:sldMkLst>
        <pc:spChg chg="mod">
          <ac:chgData name="Richard Taylor" userId="fbfc1553-b23d-457b-a859-b112eb014c8c" providerId="ADAL" clId="{6ED1C99B-AE5D-4976-AB5A-D8D03A3F31CC}" dt="2025-07-15T23:26:23.072" v="501" actId="20577"/>
          <ac:spMkLst>
            <pc:docMk/>
            <pc:sldMk cId="1337604272" sldId="2364"/>
            <ac:spMk id="5" creationId="{105D0CD1-C194-CC5F-4F12-52F0D15D39F1}"/>
          </ac:spMkLst>
        </pc:spChg>
        <pc:spChg chg="mod">
          <ac:chgData name="Richard Taylor" userId="fbfc1553-b23d-457b-a859-b112eb014c8c" providerId="ADAL" clId="{6ED1C99B-AE5D-4976-AB5A-D8D03A3F31CC}" dt="2025-07-15T23:26:15.554" v="485" actId="255"/>
          <ac:spMkLst>
            <pc:docMk/>
            <pc:sldMk cId="1337604272" sldId="2364"/>
            <ac:spMk id="9" creationId="{BFCC6B63-58A3-CF12-A47E-D9DD651A670E}"/>
          </ac:spMkLst>
        </pc:spChg>
      </pc:sldChg>
      <pc:sldChg chg="addSp modSp add mod">
        <pc:chgData name="Richard Taylor" userId="fbfc1553-b23d-457b-a859-b112eb014c8c" providerId="ADAL" clId="{6ED1C99B-AE5D-4976-AB5A-D8D03A3F31CC}" dt="2025-07-15T23:28:34.486" v="540" actId="1076"/>
        <pc:sldMkLst>
          <pc:docMk/>
          <pc:sldMk cId="1005168724" sldId="2365"/>
        </pc:sldMkLst>
        <pc:spChg chg="mod">
          <ac:chgData name="Richard Taylor" userId="fbfc1553-b23d-457b-a859-b112eb014c8c" providerId="ADAL" clId="{6ED1C99B-AE5D-4976-AB5A-D8D03A3F31CC}" dt="2025-07-15T23:26:47.803" v="533" actId="20577"/>
          <ac:spMkLst>
            <pc:docMk/>
            <pc:sldMk cId="1005168724" sldId="2365"/>
            <ac:spMk id="5" creationId="{B714AF06-50CE-7921-0791-5131D9E883DB}"/>
          </ac:spMkLst>
        </pc:spChg>
        <pc:spChg chg="mod">
          <ac:chgData name="Richard Taylor" userId="fbfc1553-b23d-457b-a859-b112eb014c8c" providerId="ADAL" clId="{6ED1C99B-AE5D-4976-AB5A-D8D03A3F31CC}" dt="2025-07-15T23:27:06.528" v="535" actId="255"/>
          <ac:spMkLst>
            <pc:docMk/>
            <pc:sldMk cId="1005168724" sldId="2365"/>
            <ac:spMk id="9" creationId="{C40687F6-BCDD-C21A-9C70-1E5C19428062}"/>
          </ac:spMkLst>
        </pc:spChg>
        <pc:picChg chg="add mod">
          <ac:chgData name="Richard Taylor" userId="fbfc1553-b23d-457b-a859-b112eb014c8c" providerId="ADAL" clId="{6ED1C99B-AE5D-4976-AB5A-D8D03A3F31CC}" dt="2025-07-15T23:28:34.486" v="540" actId="1076"/>
          <ac:picMkLst>
            <pc:docMk/>
            <pc:sldMk cId="1005168724" sldId="2365"/>
            <ac:picMk id="1026" creationId="{3B107C66-FE42-4EB8-B004-EDB5F17540EB}"/>
          </ac:picMkLst>
        </pc:picChg>
      </pc:sldChg>
      <pc:sldChg chg="addSp delSp modSp add mod">
        <pc:chgData name="Richard Taylor" userId="fbfc1553-b23d-457b-a859-b112eb014c8c" providerId="ADAL" clId="{6ED1C99B-AE5D-4976-AB5A-D8D03A3F31CC}" dt="2025-07-15T23:30:02.796" v="552" actId="14100"/>
        <pc:sldMkLst>
          <pc:docMk/>
          <pc:sldMk cId="2400173882" sldId="2366"/>
        </pc:sldMkLst>
        <pc:spChg chg="add mod">
          <ac:chgData name="Richard Taylor" userId="fbfc1553-b23d-457b-a859-b112eb014c8c" providerId="ADAL" clId="{6ED1C99B-AE5D-4976-AB5A-D8D03A3F31CC}" dt="2025-07-15T23:29:15.289" v="547" actId="14100"/>
          <ac:spMkLst>
            <pc:docMk/>
            <pc:sldMk cId="2400173882" sldId="2366"/>
            <ac:spMk id="4" creationId="{27EC588E-A972-6275-1814-3681DA3064CF}"/>
          </ac:spMkLst>
        </pc:spChg>
        <pc:picChg chg="add mod">
          <ac:chgData name="Richard Taylor" userId="fbfc1553-b23d-457b-a859-b112eb014c8c" providerId="ADAL" clId="{6ED1C99B-AE5D-4976-AB5A-D8D03A3F31CC}" dt="2025-07-15T23:30:02.796" v="552" actId="14100"/>
          <ac:picMkLst>
            <pc:docMk/>
            <pc:sldMk cId="2400173882" sldId="2366"/>
            <ac:picMk id="2050" creationId="{B68B1674-A250-7048-5D32-3CB7225F2942}"/>
          </ac:picMkLst>
        </pc:picChg>
      </pc:sldChg>
      <pc:sldChg chg="addSp delSp modSp add mod">
        <pc:chgData name="Richard Taylor" userId="fbfc1553-b23d-457b-a859-b112eb014c8c" providerId="ADAL" clId="{6ED1C99B-AE5D-4976-AB5A-D8D03A3F31CC}" dt="2025-07-15T23:31:39.446" v="582" actId="1076"/>
        <pc:sldMkLst>
          <pc:docMk/>
          <pc:sldMk cId="2230525077" sldId="2367"/>
        </pc:sldMkLst>
        <pc:spChg chg="mod">
          <ac:chgData name="Richard Taylor" userId="fbfc1553-b23d-457b-a859-b112eb014c8c" providerId="ADAL" clId="{6ED1C99B-AE5D-4976-AB5A-D8D03A3F31CC}" dt="2025-07-15T23:30:29.012" v="571" actId="20577"/>
          <ac:spMkLst>
            <pc:docMk/>
            <pc:sldMk cId="2230525077" sldId="2367"/>
            <ac:spMk id="5" creationId="{E154C400-B49D-F999-E303-B18E7E5AB5EC}"/>
          </ac:spMkLst>
        </pc:spChg>
        <pc:spChg chg="add mod">
          <ac:chgData name="Richard Taylor" userId="fbfc1553-b23d-457b-a859-b112eb014c8c" providerId="ADAL" clId="{6ED1C99B-AE5D-4976-AB5A-D8D03A3F31CC}" dt="2025-07-15T23:31:01.172" v="578" actId="14100"/>
          <ac:spMkLst>
            <pc:docMk/>
            <pc:sldMk cId="2230525077" sldId="2367"/>
            <ac:spMk id="6" creationId="{B12AF958-045B-F4DF-2794-213D133DB1C7}"/>
          </ac:spMkLst>
        </pc:spChg>
        <pc:picChg chg="add mod">
          <ac:chgData name="Richard Taylor" userId="fbfc1553-b23d-457b-a859-b112eb014c8c" providerId="ADAL" clId="{6ED1C99B-AE5D-4976-AB5A-D8D03A3F31CC}" dt="2025-07-15T23:31:39.446" v="582" actId="1076"/>
          <ac:picMkLst>
            <pc:docMk/>
            <pc:sldMk cId="2230525077" sldId="2367"/>
            <ac:picMk id="3074" creationId="{F75F2F27-28AF-E594-C0C0-65857F244092}"/>
          </ac:picMkLst>
        </pc:picChg>
      </pc:sldChg>
      <pc:sldChg chg="add">
        <pc:chgData name="Richard Taylor" userId="fbfc1553-b23d-457b-a859-b112eb014c8c" providerId="ADAL" clId="{6ED1C99B-AE5D-4976-AB5A-D8D03A3F31CC}" dt="2025-07-15T23:34:20.602" v="602" actId="2890"/>
        <pc:sldMkLst>
          <pc:docMk/>
          <pc:sldMk cId="1510964723" sldId="2368"/>
        </pc:sldMkLst>
      </pc:sldChg>
      <pc:sldChg chg="addSp delSp modSp add del mod">
        <pc:chgData name="Richard Taylor" userId="fbfc1553-b23d-457b-a859-b112eb014c8c" providerId="ADAL" clId="{6ED1C99B-AE5D-4976-AB5A-D8D03A3F31CC}" dt="2025-07-15T23:32:42.282" v="597" actId="2890"/>
        <pc:sldMkLst>
          <pc:docMk/>
          <pc:sldMk cId="3128135662" sldId="2368"/>
        </pc:sldMkLst>
      </pc:sldChg>
      <pc:sldChg chg="add del setBg">
        <pc:chgData name="Richard Taylor" userId="fbfc1553-b23d-457b-a859-b112eb014c8c" providerId="ADAL" clId="{6ED1C99B-AE5D-4976-AB5A-D8D03A3F31CC}" dt="2025-07-15T23:45:50.649" v="820"/>
        <pc:sldMkLst>
          <pc:docMk/>
          <pc:sldMk cId="552692397" sldId="2369"/>
        </pc:sldMkLst>
      </pc:sldChg>
      <pc:sldChg chg="delSp modSp add del mod">
        <pc:chgData name="Richard Taylor" userId="fbfc1553-b23d-457b-a859-b112eb014c8c" providerId="ADAL" clId="{6ED1C99B-AE5D-4976-AB5A-D8D03A3F31CC}" dt="2025-07-15T23:45:41.168" v="818" actId="2696"/>
        <pc:sldMkLst>
          <pc:docMk/>
          <pc:sldMk cId="1553795651" sldId="2369"/>
        </pc:sldMkLst>
      </pc:sldChg>
      <pc:sldChg chg="add">
        <pc:chgData name="Richard Taylor" userId="fbfc1553-b23d-457b-a859-b112eb014c8c" providerId="ADAL" clId="{6ED1C99B-AE5D-4976-AB5A-D8D03A3F31CC}" dt="2025-07-15T23:45:56.948" v="821"/>
        <pc:sldMkLst>
          <pc:docMk/>
          <pc:sldMk cId="2042740381" sldId="2369"/>
        </pc:sldMkLst>
      </pc:sldChg>
      <pc:sldChg chg="add">
        <pc:chgData name="Richard Taylor" userId="fbfc1553-b23d-457b-a859-b112eb014c8c" providerId="ADAL" clId="{6ED1C99B-AE5D-4976-AB5A-D8D03A3F31CC}" dt="2025-07-15T23:45:56.948" v="821"/>
        <pc:sldMkLst>
          <pc:docMk/>
          <pc:sldMk cId="2361279831" sldId="2370"/>
        </pc:sldMkLst>
      </pc:sldChg>
      <pc:sldChg chg="add del setBg">
        <pc:chgData name="Richard Taylor" userId="fbfc1553-b23d-457b-a859-b112eb014c8c" providerId="ADAL" clId="{6ED1C99B-AE5D-4976-AB5A-D8D03A3F31CC}" dt="2025-07-15T23:45:50.649" v="820"/>
        <pc:sldMkLst>
          <pc:docMk/>
          <pc:sldMk cId="2731536187" sldId="2370"/>
        </pc:sldMkLst>
      </pc:sldChg>
      <pc:sldChg chg="addSp delSp modSp add del mod">
        <pc:chgData name="Richard Taylor" userId="fbfc1553-b23d-457b-a859-b112eb014c8c" providerId="ADAL" clId="{6ED1C99B-AE5D-4976-AB5A-D8D03A3F31CC}" dt="2025-07-15T23:45:41.168" v="818" actId="2696"/>
        <pc:sldMkLst>
          <pc:docMk/>
          <pc:sldMk cId="2796259116" sldId="2370"/>
        </pc:sldMkLst>
      </pc:sldChg>
      <pc:sldChg chg="addSp delSp modSp add del mod">
        <pc:chgData name="Richard Taylor" userId="fbfc1553-b23d-457b-a859-b112eb014c8c" providerId="ADAL" clId="{6ED1C99B-AE5D-4976-AB5A-D8D03A3F31CC}" dt="2025-07-15T23:45:41.168" v="818" actId="2696"/>
        <pc:sldMkLst>
          <pc:docMk/>
          <pc:sldMk cId="481556868" sldId="2371"/>
        </pc:sldMkLst>
      </pc:sldChg>
      <pc:sldChg chg="add">
        <pc:chgData name="Richard Taylor" userId="fbfc1553-b23d-457b-a859-b112eb014c8c" providerId="ADAL" clId="{6ED1C99B-AE5D-4976-AB5A-D8D03A3F31CC}" dt="2025-07-15T23:45:56.948" v="821"/>
        <pc:sldMkLst>
          <pc:docMk/>
          <pc:sldMk cId="560135822" sldId="2371"/>
        </pc:sldMkLst>
      </pc:sldChg>
      <pc:sldChg chg="add del setBg">
        <pc:chgData name="Richard Taylor" userId="fbfc1553-b23d-457b-a859-b112eb014c8c" providerId="ADAL" clId="{6ED1C99B-AE5D-4976-AB5A-D8D03A3F31CC}" dt="2025-07-15T23:45:50.649" v="820"/>
        <pc:sldMkLst>
          <pc:docMk/>
          <pc:sldMk cId="3362414714" sldId="2371"/>
        </pc:sldMkLst>
      </pc:sldChg>
      <pc:sldChg chg="add">
        <pc:chgData name="Richard Taylor" userId="fbfc1553-b23d-457b-a859-b112eb014c8c" providerId="ADAL" clId="{6ED1C99B-AE5D-4976-AB5A-D8D03A3F31CC}" dt="2025-07-15T23:45:56.948" v="821"/>
        <pc:sldMkLst>
          <pc:docMk/>
          <pc:sldMk cId="974825878" sldId="2372"/>
        </pc:sldMkLst>
      </pc:sldChg>
      <pc:sldChg chg="addSp delSp modSp add del mod">
        <pc:chgData name="Richard Taylor" userId="fbfc1553-b23d-457b-a859-b112eb014c8c" providerId="ADAL" clId="{6ED1C99B-AE5D-4976-AB5A-D8D03A3F31CC}" dt="2025-07-15T23:45:41.168" v="818" actId="2696"/>
        <pc:sldMkLst>
          <pc:docMk/>
          <pc:sldMk cId="1304797126" sldId="2372"/>
        </pc:sldMkLst>
      </pc:sldChg>
      <pc:sldChg chg="add del setBg">
        <pc:chgData name="Richard Taylor" userId="fbfc1553-b23d-457b-a859-b112eb014c8c" providerId="ADAL" clId="{6ED1C99B-AE5D-4976-AB5A-D8D03A3F31CC}" dt="2025-07-15T23:45:50.649" v="820"/>
        <pc:sldMkLst>
          <pc:docMk/>
          <pc:sldMk cId="1993458184" sldId="2372"/>
        </pc:sldMkLst>
      </pc:sldChg>
      <pc:sldChg chg="addSp delSp modSp add del mod">
        <pc:chgData name="Richard Taylor" userId="fbfc1553-b23d-457b-a859-b112eb014c8c" providerId="ADAL" clId="{6ED1C99B-AE5D-4976-AB5A-D8D03A3F31CC}" dt="2025-07-15T23:45:41.168" v="818" actId="2696"/>
        <pc:sldMkLst>
          <pc:docMk/>
          <pc:sldMk cId="701863555" sldId="2373"/>
        </pc:sldMkLst>
      </pc:sldChg>
      <pc:sldChg chg="add del setBg">
        <pc:chgData name="Richard Taylor" userId="fbfc1553-b23d-457b-a859-b112eb014c8c" providerId="ADAL" clId="{6ED1C99B-AE5D-4976-AB5A-D8D03A3F31CC}" dt="2025-07-15T23:45:50.649" v="820"/>
        <pc:sldMkLst>
          <pc:docMk/>
          <pc:sldMk cId="963156925" sldId="2373"/>
        </pc:sldMkLst>
      </pc:sldChg>
      <pc:sldChg chg="add">
        <pc:chgData name="Richard Taylor" userId="fbfc1553-b23d-457b-a859-b112eb014c8c" providerId="ADAL" clId="{6ED1C99B-AE5D-4976-AB5A-D8D03A3F31CC}" dt="2025-07-15T23:45:56.948" v="821"/>
        <pc:sldMkLst>
          <pc:docMk/>
          <pc:sldMk cId="3312294654" sldId="2373"/>
        </pc:sldMkLst>
      </pc:sldChg>
      <pc:sldChg chg="addSp delSp modSp add del mod">
        <pc:chgData name="Richard Taylor" userId="fbfc1553-b23d-457b-a859-b112eb014c8c" providerId="ADAL" clId="{6ED1C99B-AE5D-4976-AB5A-D8D03A3F31CC}" dt="2025-07-15T23:45:41.168" v="818" actId="2696"/>
        <pc:sldMkLst>
          <pc:docMk/>
          <pc:sldMk cId="543880133" sldId="2374"/>
        </pc:sldMkLst>
      </pc:sldChg>
      <pc:sldChg chg="add del setBg">
        <pc:chgData name="Richard Taylor" userId="fbfc1553-b23d-457b-a859-b112eb014c8c" providerId="ADAL" clId="{6ED1C99B-AE5D-4976-AB5A-D8D03A3F31CC}" dt="2025-07-15T23:45:50.649" v="820"/>
        <pc:sldMkLst>
          <pc:docMk/>
          <pc:sldMk cId="2127567726" sldId="2374"/>
        </pc:sldMkLst>
      </pc:sldChg>
      <pc:sldChg chg="add">
        <pc:chgData name="Richard Taylor" userId="fbfc1553-b23d-457b-a859-b112eb014c8c" providerId="ADAL" clId="{6ED1C99B-AE5D-4976-AB5A-D8D03A3F31CC}" dt="2025-07-15T23:45:56.948" v="821"/>
        <pc:sldMkLst>
          <pc:docMk/>
          <pc:sldMk cId="2740551615" sldId="2374"/>
        </pc:sldMkLst>
      </pc:sldChg>
      <pc:sldChg chg="modSp add del mod">
        <pc:chgData name="Richard Taylor" userId="fbfc1553-b23d-457b-a859-b112eb014c8c" providerId="ADAL" clId="{6ED1C99B-AE5D-4976-AB5A-D8D03A3F31CC}" dt="2025-07-15T23:45:41.168" v="818" actId="2696"/>
        <pc:sldMkLst>
          <pc:docMk/>
          <pc:sldMk cId="199445798" sldId="2375"/>
        </pc:sldMkLst>
      </pc:sldChg>
      <pc:sldChg chg="add">
        <pc:chgData name="Richard Taylor" userId="fbfc1553-b23d-457b-a859-b112eb014c8c" providerId="ADAL" clId="{6ED1C99B-AE5D-4976-AB5A-D8D03A3F31CC}" dt="2025-07-15T23:45:56.948" v="821"/>
        <pc:sldMkLst>
          <pc:docMk/>
          <pc:sldMk cId="1889334709" sldId="2375"/>
        </pc:sldMkLst>
      </pc:sldChg>
      <pc:sldChg chg="add del">
        <pc:chgData name="Richard Taylor" userId="fbfc1553-b23d-457b-a859-b112eb014c8c" providerId="ADAL" clId="{6ED1C99B-AE5D-4976-AB5A-D8D03A3F31CC}" dt="2025-07-15T23:42:47.943" v="770" actId="2890"/>
        <pc:sldMkLst>
          <pc:docMk/>
          <pc:sldMk cId="2319519887" sldId="2375"/>
        </pc:sldMkLst>
      </pc:sldChg>
      <pc:sldChg chg="add del setBg">
        <pc:chgData name="Richard Taylor" userId="fbfc1553-b23d-457b-a859-b112eb014c8c" providerId="ADAL" clId="{6ED1C99B-AE5D-4976-AB5A-D8D03A3F31CC}" dt="2025-07-15T23:45:50.649" v="820"/>
        <pc:sldMkLst>
          <pc:docMk/>
          <pc:sldMk cId="2456374819" sldId="2375"/>
        </pc:sldMkLst>
      </pc:sldChg>
      <pc:sldChg chg="modSp add mod">
        <pc:chgData name="Richard Taylor" userId="fbfc1553-b23d-457b-a859-b112eb014c8c" providerId="ADAL" clId="{6ED1C99B-AE5D-4976-AB5A-D8D03A3F31CC}" dt="2025-07-15T23:48:06.301" v="855" actId="20577"/>
        <pc:sldMkLst>
          <pc:docMk/>
          <pc:sldMk cId="2769490670" sldId="2376"/>
        </pc:sldMkLst>
        <pc:spChg chg="mod">
          <ac:chgData name="Richard Taylor" userId="fbfc1553-b23d-457b-a859-b112eb014c8c" providerId="ADAL" clId="{6ED1C99B-AE5D-4976-AB5A-D8D03A3F31CC}" dt="2025-07-15T23:47:05.488" v="840" actId="20577"/>
          <ac:spMkLst>
            <pc:docMk/>
            <pc:sldMk cId="2769490670" sldId="2376"/>
            <ac:spMk id="5" creationId="{959715A7-A88A-4945-20B5-3B0DA702778E}"/>
          </ac:spMkLst>
        </pc:spChg>
        <pc:spChg chg="mod">
          <ac:chgData name="Richard Taylor" userId="fbfc1553-b23d-457b-a859-b112eb014c8c" providerId="ADAL" clId="{6ED1C99B-AE5D-4976-AB5A-D8D03A3F31CC}" dt="2025-07-15T23:48:06.301" v="855" actId="20577"/>
          <ac:spMkLst>
            <pc:docMk/>
            <pc:sldMk cId="2769490670" sldId="2376"/>
            <ac:spMk id="8" creationId="{2A9F5EC0-A273-0B1D-7B81-E856304CB3DA}"/>
          </ac:spMkLst>
        </pc:spChg>
      </pc:sldChg>
      <pc:sldChg chg="modSp add mod">
        <pc:chgData name="Richard Taylor" userId="fbfc1553-b23d-457b-a859-b112eb014c8c" providerId="ADAL" clId="{6ED1C99B-AE5D-4976-AB5A-D8D03A3F31CC}" dt="2025-07-15T23:49:22.503" v="870" actId="20577"/>
        <pc:sldMkLst>
          <pc:docMk/>
          <pc:sldMk cId="1412530178" sldId="2377"/>
        </pc:sldMkLst>
        <pc:spChg chg="mod">
          <ac:chgData name="Richard Taylor" userId="fbfc1553-b23d-457b-a859-b112eb014c8c" providerId="ADAL" clId="{6ED1C99B-AE5D-4976-AB5A-D8D03A3F31CC}" dt="2025-07-15T23:49:22.503" v="870" actId="20577"/>
          <ac:spMkLst>
            <pc:docMk/>
            <pc:sldMk cId="1412530178" sldId="2377"/>
            <ac:spMk id="8" creationId="{AD05DA92-6651-3718-3A60-C9BD1844B203}"/>
          </ac:spMkLst>
        </pc:spChg>
      </pc:sldChg>
      <pc:sldMasterChg chg="del delSldLayout">
        <pc:chgData name="Richard Taylor" userId="fbfc1553-b23d-457b-a859-b112eb014c8c" providerId="ADAL" clId="{6ED1C99B-AE5D-4976-AB5A-D8D03A3F31CC}" dt="2025-07-09T23:17:48.440" v="3" actId="47"/>
        <pc:sldMasterMkLst>
          <pc:docMk/>
          <pc:sldMasterMk cId="787273693" sldId="2147483728"/>
        </pc:sldMasterMkLst>
        <pc:sldLayoutChg chg="del">
          <pc:chgData name="Richard Taylor" userId="fbfc1553-b23d-457b-a859-b112eb014c8c" providerId="ADAL" clId="{6ED1C99B-AE5D-4976-AB5A-D8D03A3F31CC}" dt="2025-07-09T23:17:48.440" v="3" actId="47"/>
          <pc:sldLayoutMkLst>
            <pc:docMk/>
            <pc:sldMasterMk cId="787273693" sldId="2147483728"/>
            <pc:sldLayoutMk cId="3807653096" sldId="2147483729"/>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954536712" sldId="2147483730"/>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084340992" sldId="2147483731"/>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183710220" sldId="2147483732"/>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606564649" sldId="2147483733"/>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4173516517" sldId="2147483734"/>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983646515" sldId="2147483735"/>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8714796" sldId="2147483736"/>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920224873" sldId="2147483737"/>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108466933" sldId="2147483738"/>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516494900" sldId="2147483739"/>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740730810" sldId="2147483740"/>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319831508" sldId="2147483741"/>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699636897" sldId="2147483742"/>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885805772" sldId="2147483743"/>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665852795" sldId="2147483744"/>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294485743" sldId="2147483745"/>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3667129471" sldId="2147483746"/>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921856397" sldId="2147483747"/>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945023915" sldId="2147483748"/>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013784894" sldId="2147483749"/>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3738501286" sldId="2147483750"/>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777551635" sldId="2147483751"/>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47576436" sldId="2147483752"/>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704589167" sldId="2147483753"/>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3272621652" sldId="2147483754"/>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3821683825" sldId="2147483755"/>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300503323" sldId="2147483756"/>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610165997" sldId="2147483757"/>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940843053" sldId="2147483758"/>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3428251256" sldId="2147483759"/>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453046572" sldId="2147483760"/>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849760565" sldId="2147483761"/>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945307979" sldId="2147483762"/>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85711128" sldId="2147483763"/>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612165466" sldId="2147483764"/>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4007562125" sldId="2147483765"/>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775100375" sldId="2147483766"/>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544998209" sldId="2147483767"/>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1424966649" sldId="2147483768"/>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995893995" sldId="2147483769"/>
          </pc:sldLayoutMkLst>
        </pc:sldLayoutChg>
        <pc:sldLayoutChg chg="del">
          <pc:chgData name="Richard Taylor" userId="fbfc1553-b23d-457b-a859-b112eb014c8c" providerId="ADAL" clId="{6ED1C99B-AE5D-4976-AB5A-D8D03A3F31CC}" dt="2025-07-09T23:17:48.440" v="3" actId="47"/>
          <pc:sldLayoutMkLst>
            <pc:docMk/>
            <pc:sldMasterMk cId="787273693" sldId="2147483728"/>
            <pc:sldLayoutMk cId="2012142104" sldId="2147483770"/>
          </pc:sldLayoutMkLst>
        </pc:sldLayoutChg>
      </pc:sldMasterChg>
      <pc:sldMasterChg chg="del delSldLayout">
        <pc:chgData name="Richard Taylor" userId="fbfc1553-b23d-457b-a859-b112eb014c8c" providerId="ADAL" clId="{6ED1C99B-AE5D-4976-AB5A-D8D03A3F31CC}" dt="2025-07-15T23:49:30.336" v="871" actId="47"/>
        <pc:sldMasterMkLst>
          <pc:docMk/>
          <pc:sldMasterMk cId="4122932779" sldId="2147483728"/>
        </pc:sldMasterMkLst>
        <pc:sldLayoutChg chg="del">
          <pc:chgData name="Richard Taylor" userId="fbfc1553-b23d-457b-a859-b112eb014c8c" providerId="ADAL" clId="{6ED1C99B-AE5D-4976-AB5A-D8D03A3F31CC}" dt="2025-07-15T23:49:30.336" v="871" actId="47"/>
          <pc:sldLayoutMkLst>
            <pc:docMk/>
            <pc:sldMasterMk cId="4122932779" sldId="2147483728"/>
            <pc:sldLayoutMk cId="335287542" sldId="2147483729"/>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890127901" sldId="2147483730"/>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2619771213" sldId="2147483731"/>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370387728" sldId="2147483732"/>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761862775" sldId="2147483733"/>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709295322" sldId="2147483734"/>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4073108762" sldId="2147483735"/>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667523192" sldId="2147483736"/>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419565180" sldId="2147483737"/>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2962769186" sldId="2147483738"/>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4206118545" sldId="2147483739"/>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2872172024" sldId="2147483740"/>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088958437" sldId="2147483741"/>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466170583" sldId="2147483742"/>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102932132" sldId="2147483743"/>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835838190" sldId="2147483744"/>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570413304" sldId="2147483745"/>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114312677" sldId="2147483746"/>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287858521" sldId="2147483747"/>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119655749" sldId="2147483748"/>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185286017" sldId="2147483749"/>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220665978" sldId="2147483750"/>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4032258009" sldId="2147483751"/>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4257575215" sldId="2147483752"/>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265383805" sldId="2147483753"/>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290449394" sldId="2147483754"/>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500142499" sldId="2147483755"/>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894420834" sldId="2147483756"/>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759851563" sldId="2147483757"/>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28315029" sldId="2147483758"/>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480638550" sldId="2147483759"/>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4056344904" sldId="2147483760"/>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383042846" sldId="2147483761"/>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2733354059" sldId="2147483762"/>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568719422" sldId="2147483763"/>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2761736832" sldId="2147483764"/>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806921407" sldId="2147483765"/>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274544771" sldId="2147483766"/>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862650929" sldId="2147483767"/>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695409445" sldId="2147483768"/>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1189605537" sldId="2147483769"/>
          </pc:sldLayoutMkLst>
        </pc:sldLayoutChg>
        <pc:sldLayoutChg chg="del">
          <pc:chgData name="Richard Taylor" userId="fbfc1553-b23d-457b-a859-b112eb014c8c" providerId="ADAL" clId="{6ED1C99B-AE5D-4976-AB5A-D8D03A3F31CC}" dt="2025-07-15T23:49:30.336" v="871" actId="47"/>
          <pc:sldLayoutMkLst>
            <pc:docMk/>
            <pc:sldMasterMk cId="4122932779" sldId="2147483728"/>
            <pc:sldLayoutMk cId="3118792184" sldId="2147483770"/>
          </pc:sldLayoutMkLst>
        </pc:sldLayoutChg>
      </pc:sldMasterChg>
    </pc:docChg>
  </pc:docChgLst>
  <pc:docChgLst>
    <pc:chgData name="Richard Taylor" userId="fbfc1553-b23d-457b-a859-b112eb014c8c" providerId="ADAL" clId="{2CF8E7B3-C13C-480F-B925-ACE2FE51B34C}"/>
    <pc:docChg chg="custSel delSld modSld">
      <pc:chgData name="Richard Taylor" userId="fbfc1553-b23d-457b-a859-b112eb014c8c" providerId="ADAL" clId="{2CF8E7B3-C13C-480F-B925-ACE2FE51B34C}" dt="2025-08-20T23:27:38.237" v="5" actId="478"/>
      <pc:docMkLst>
        <pc:docMk/>
      </pc:docMkLst>
      <pc:sldChg chg="delSp mod">
        <pc:chgData name="Richard Taylor" userId="fbfc1553-b23d-457b-a859-b112eb014c8c" providerId="ADAL" clId="{2CF8E7B3-C13C-480F-B925-ACE2FE51B34C}" dt="2025-08-20T23:27:38.237" v="5" actId="478"/>
        <pc:sldMkLst>
          <pc:docMk/>
          <pc:sldMk cId="2310698529" sldId="378"/>
        </pc:sldMkLst>
        <pc:spChg chg="del">
          <ac:chgData name="Richard Taylor" userId="fbfc1553-b23d-457b-a859-b112eb014c8c" providerId="ADAL" clId="{2CF8E7B3-C13C-480F-B925-ACE2FE51B34C}" dt="2025-08-20T23:27:38.237" v="5" actId="478"/>
          <ac:spMkLst>
            <pc:docMk/>
            <pc:sldMk cId="2310698529" sldId="378"/>
            <ac:spMk id="12" creationId="{760DA16F-95E4-2690-EA59-07C79B699B14}"/>
          </ac:spMkLst>
        </pc:spChg>
        <pc:spChg chg="del">
          <ac:chgData name="Richard Taylor" userId="fbfc1553-b23d-457b-a859-b112eb014c8c" providerId="ADAL" clId="{2CF8E7B3-C13C-480F-B925-ACE2FE51B34C}" dt="2025-08-20T23:27:38.237" v="5" actId="478"/>
          <ac:spMkLst>
            <pc:docMk/>
            <pc:sldMk cId="2310698529" sldId="378"/>
            <ac:spMk id="17" creationId="{AE85D71D-344D-E6AA-DD39-B92EEED28B3E}"/>
          </ac:spMkLst>
        </pc:spChg>
        <pc:spChg chg="del">
          <ac:chgData name="Richard Taylor" userId="fbfc1553-b23d-457b-a859-b112eb014c8c" providerId="ADAL" clId="{2CF8E7B3-C13C-480F-B925-ACE2FE51B34C}" dt="2025-08-20T23:27:38.237" v="5" actId="478"/>
          <ac:spMkLst>
            <pc:docMk/>
            <pc:sldMk cId="2310698529" sldId="378"/>
            <ac:spMk id="21" creationId="{1D9C4282-094E-4C8C-8A30-1054E51F9111}"/>
          </ac:spMkLst>
        </pc:spChg>
        <pc:picChg chg="del">
          <ac:chgData name="Richard Taylor" userId="fbfc1553-b23d-457b-a859-b112eb014c8c" providerId="ADAL" clId="{2CF8E7B3-C13C-480F-B925-ACE2FE51B34C}" dt="2025-08-20T23:27:38.237" v="5" actId="478"/>
          <ac:picMkLst>
            <pc:docMk/>
            <pc:sldMk cId="2310698529" sldId="378"/>
            <ac:picMk id="6" creationId="{6F3A8E42-2581-B205-7A97-26D6499E5402}"/>
          </ac:picMkLst>
        </pc:picChg>
        <pc:picChg chg="del">
          <ac:chgData name="Richard Taylor" userId="fbfc1553-b23d-457b-a859-b112eb014c8c" providerId="ADAL" clId="{2CF8E7B3-C13C-480F-B925-ACE2FE51B34C}" dt="2025-08-20T23:27:38.237" v="5" actId="478"/>
          <ac:picMkLst>
            <pc:docMk/>
            <pc:sldMk cId="2310698529" sldId="378"/>
            <ac:picMk id="15" creationId="{15BAD0E8-E375-AC3E-B468-5C534F3771D2}"/>
          </ac:picMkLst>
        </pc:picChg>
        <pc:picChg chg="del">
          <ac:chgData name="Richard Taylor" userId="fbfc1553-b23d-457b-a859-b112eb014c8c" providerId="ADAL" clId="{2CF8E7B3-C13C-480F-B925-ACE2FE51B34C}" dt="2025-08-20T23:27:38.237" v="5" actId="478"/>
          <ac:picMkLst>
            <pc:docMk/>
            <pc:sldMk cId="2310698529" sldId="378"/>
            <ac:picMk id="19" creationId="{045141E8-01AD-125D-691D-A94837EA9044}"/>
          </ac:picMkLst>
        </pc:picChg>
      </pc:sldChg>
      <pc:sldChg chg="modSp mod">
        <pc:chgData name="Richard Taylor" userId="fbfc1553-b23d-457b-a859-b112eb014c8c" providerId="ADAL" clId="{2CF8E7B3-C13C-480F-B925-ACE2FE51B34C}" dt="2025-08-20T23:26:34.333" v="0" actId="20577"/>
        <pc:sldMkLst>
          <pc:docMk/>
          <pc:sldMk cId="1005168724" sldId="2365"/>
        </pc:sldMkLst>
        <pc:spChg chg="mod">
          <ac:chgData name="Richard Taylor" userId="fbfc1553-b23d-457b-a859-b112eb014c8c" providerId="ADAL" clId="{2CF8E7B3-C13C-480F-B925-ACE2FE51B34C}" dt="2025-08-20T23:26:34.333" v="0" actId="20577"/>
          <ac:spMkLst>
            <pc:docMk/>
            <pc:sldMk cId="1005168724" sldId="2365"/>
            <ac:spMk id="9" creationId="{C40687F6-BCDD-C21A-9C70-1E5C19428062}"/>
          </ac:spMkLst>
        </pc:spChg>
      </pc:sldChg>
      <pc:sldChg chg="delSp del mod">
        <pc:chgData name="Richard Taylor" userId="fbfc1553-b23d-457b-a859-b112eb014c8c" providerId="ADAL" clId="{2CF8E7B3-C13C-480F-B925-ACE2FE51B34C}" dt="2025-08-20T23:27:30.449" v="4" actId="47"/>
        <pc:sldMkLst>
          <pc:docMk/>
          <pc:sldMk cId="2042740381" sldId="2369"/>
        </pc:sldMkLst>
        <pc:spChg chg="del">
          <ac:chgData name="Richard Taylor" userId="fbfc1553-b23d-457b-a859-b112eb014c8c" providerId="ADAL" clId="{2CF8E7B3-C13C-480F-B925-ACE2FE51B34C}" dt="2025-08-20T23:27:20.664" v="1" actId="21"/>
          <ac:spMkLst>
            <pc:docMk/>
            <pc:sldMk cId="2042740381" sldId="2369"/>
            <ac:spMk id="5" creationId="{F5D32CF5-44FF-70EB-888B-D6B6A65138E7}"/>
          </ac:spMkLst>
        </pc:spChg>
      </pc:sldChg>
      <pc:sldChg chg="addSp modSp mod">
        <pc:chgData name="Richard Taylor" userId="fbfc1553-b23d-457b-a859-b112eb014c8c" providerId="ADAL" clId="{2CF8E7B3-C13C-480F-B925-ACE2FE51B34C}" dt="2025-08-20T23:27:28.153" v="3" actId="1076"/>
        <pc:sldMkLst>
          <pc:docMk/>
          <pc:sldMk cId="2361279831" sldId="2370"/>
        </pc:sldMkLst>
        <pc:spChg chg="add mod">
          <ac:chgData name="Richard Taylor" userId="fbfc1553-b23d-457b-a859-b112eb014c8c" providerId="ADAL" clId="{2CF8E7B3-C13C-480F-B925-ACE2FE51B34C}" dt="2025-08-20T23:27:28.153" v="3" actId="1076"/>
          <ac:spMkLst>
            <pc:docMk/>
            <pc:sldMk cId="2361279831" sldId="2370"/>
            <ac:spMk id="6" creationId="{F5D32CF5-44FF-70EB-888B-D6B6A65138E7}"/>
          </ac:spMkLst>
        </pc:spChg>
      </pc:sldChg>
    </pc:docChg>
  </pc:docChgLst>
  <pc:docChgLst>
    <pc:chgData name="Richard Taylor" userId="fbfc1553-b23d-457b-a859-b112eb014c8c" providerId="ADAL" clId="{EBB483C0-9DDE-4E14-9CF4-4D066CBDE887}"/>
    <pc:docChg chg="undo custSel addSld delSld modSld sldOrd delMainMaster">
      <pc:chgData name="Richard Taylor" userId="fbfc1553-b23d-457b-a859-b112eb014c8c" providerId="ADAL" clId="{EBB483C0-9DDE-4E14-9CF4-4D066CBDE887}" dt="2025-07-08T02:50:44.894" v="476" actId="14100"/>
      <pc:docMkLst>
        <pc:docMk/>
      </pc:docMkLst>
      <pc:sldChg chg="modSp mod">
        <pc:chgData name="Richard Taylor" userId="fbfc1553-b23d-457b-a859-b112eb014c8c" providerId="ADAL" clId="{EBB483C0-9DDE-4E14-9CF4-4D066CBDE887}" dt="2025-07-06T23:30:57.455" v="70" actId="20577"/>
        <pc:sldMkLst>
          <pc:docMk/>
          <pc:sldMk cId="0" sldId="256"/>
        </pc:sldMkLst>
        <pc:spChg chg="mod">
          <ac:chgData name="Richard Taylor" userId="fbfc1553-b23d-457b-a859-b112eb014c8c" providerId="ADAL" clId="{EBB483C0-9DDE-4E14-9CF4-4D066CBDE887}" dt="2025-07-06T23:30:57.455" v="70" actId="20577"/>
          <ac:spMkLst>
            <pc:docMk/>
            <pc:sldMk cId="0" sldId="256"/>
            <ac:spMk id="16" creationId="{00000000-0000-0000-0000-000000000000}"/>
          </ac:spMkLst>
        </pc:spChg>
      </pc:sldChg>
      <pc:sldChg chg="add">
        <pc:chgData name="Richard Taylor" userId="fbfc1553-b23d-457b-a859-b112eb014c8c" providerId="ADAL" clId="{EBB483C0-9DDE-4E14-9CF4-4D066CBDE887}" dt="2025-07-08T02:13:09.407" v="173"/>
        <pc:sldMkLst>
          <pc:docMk/>
          <pc:sldMk cId="0" sldId="257"/>
        </pc:sldMkLst>
      </pc:sldChg>
      <pc:sldChg chg="del">
        <pc:chgData name="Richard Taylor" userId="fbfc1553-b23d-457b-a859-b112eb014c8c" providerId="ADAL" clId="{EBB483C0-9DDE-4E14-9CF4-4D066CBDE887}" dt="2025-07-06T23:30:24.247" v="13" actId="47"/>
        <pc:sldMkLst>
          <pc:docMk/>
          <pc:sldMk cId="0" sldId="259"/>
        </pc:sldMkLst>
      </pc:sldChg>
      <pc:sldChg chg="del">
        <pc:chgData name="Richard Taylor" userId="fbfc1553-b23d-457b-a859-b112eb014c8c" providerId="ADAL" clId="{EBB483C0-9DDE-4E14-9CF4-4D066CBDE887}" dt="2025-07-06T23:30:15.159" v="0" actId="47"/>
        <pc:sldMkLst>
          <pc:docMk/>
          <pc:sldMk cId="31610262" sldId="267"/>
        </pc:sldMkLst>
      </pc:sldChg>
      <pc:sldChg chg="del">
        <pc:chgData name="Richard Taylor" userId="fbfc1553-b23d-457b-a859-b112eb014c8c" providerId="ADAL" clId="{EBB483C0-9DDE-4E14-9CF4-4D066CBDE887}" dt="2025-07-06T23:30:25.015" v="14" actId="47"/>
        <pc:sldMkLst>
          <pc:docMk/>
          <pc:sldMk cId="0" sldId="272"/>
        </pc:sldMkLst>
      </pc:sldChg>
      <pc:sldChg chg="add del">
        <pc:chgData name="Richard Taylor" userId="fbfc1553-b23d-457b-a859-b112eb014c8c" providerId="ADAL" clId="{EBB483C0-9DDE-4E14-9CF4-4D066CBDE887}" dt="2025-07-06T23:30:44.340" v="57" actId="47"/>
        <pc:sldMkLst>
          <pc:docMk/>
          <pc:sldMk cId="0" sldId="280"/>
        </pc:sldMkLst>
      </pc:sldChg>
      <pc:sldChg chg="del">
        <pc:chgData name="Richard Taylor" userId="fbfc1553-b23d-457b-a859-b112eb014c8c" providerId="ADAL" clId="{EBB483C0-9DDE-4E14-9CF4-4D066CBDE887}" dt="2025-07-06T23:30:26.371" v="16" actId="47"/>
        <pc:sldMkLst>
          <pc:docMk/>
          <pc:sldMk cId="0" sldId="297"/>
        </pc:sldMkLst>
      </pc:sldChg>
      <pc:sldChg chg="del">
        <pc:chgData name="Richard Taylor" userId="fbfc1553-b23d-457b-a859-b112eb014c8c" providerId="ADAL" clId="{EBB483C0-9DDE-4E14-9CF4-4D066CBDE887}" dt="2025-07-06T23:30:27.572" v="17" actId="47"/>
        <pc:sldMkLst>
          <pc:docMk/>
          <pc:sldMk cId="0" sldId="298"/>
        </pc:sldMkLst>
      </pc:sldChg>
      <pc:sldChg chg="del">
        <pc:chgData name="Richard Taylor" userId="fbfc1553-b23d-457b-a859-b112eb014c8c" providerId="ADAL" clId="{EBB483C0-9DDE-4E14-9CF4-4D066CBDE887}" dt="2025-07-06T23:30:28.147" v="19" actId="47"/>
        <pc:sldMkLst>
          <pc:docMk/>
          <pc:sldMk cId="0" sldId="299"/>
        </pc:sldMkLst>
      </pc:sldChg>
      <pc:sldChg chg="del">
        <pc:chgData name="Richard Taylor" userId="fbfc1553-b23d-457b-a859-b112eb014c8c" providerId="ADAL" clId="{EBB483C0-9DDE-4E14-9CF4-4D066CBDE887}" dt="2025-07-06T23:30:27.853" v="18" actId="47"/>
        <pc:sldMkLst>
          <pc:docMk/>
          <pc:sldMk cId="0" sldId="300"/>
        </pc:sldMkLst>
      </pc:sldChg>
      <pc:sldChg chg="del">
        <pc:chgData name="Richard Taylor" userId="fbfc1553-b23d-457b-a859-b112eb014c8c" providerId="ADAL" clId="{EBB483C0-9DDE-4E14-9CF4-4D066CBDE887}" dt="2025-07-06T23:30:28.785" v="21" actId="47"/>
        <pc:sldMkLst>
          <pc:docMk/>
          <pc:sldMk cId="0" sldId="301"/>
        </pc:sldMkLst>
      </pc:sldChg>
      <pc:sldChg chg="del">
        <pc:chgData name="Richard Taylor" userId="fbfc1553-b23d-457b-a859-b112eb014c8c" providerId="ADAL" clId="{EBB483C0-9DDE-4E14-9CF4-4D066CBDE887}" dt="2025-07-06T23:30:29.185" v="22" actId="47"/>
        <pc:sldMkLst>
          <pc:docMk/>
          <pc:sldMk cId="0" sldId="302"/>
        </pc:sldMkLst>
      </pc:sldChg>
      <pc:sldChg chg="del">
        <pc:chgData name="Richard Taylor" userId="fbfc1553-b23d-457b-a859-b112eb014c8c" providerId="ADAL" clId="{EBB483C0-9DDE-4E14-9CF4-4D066CBDE887}" dt="2025-07-06T23:30:35.440" v="39" actId="47"/>
        <pc:sldMkLst>
          <pc:docMk/>
          <pc:sldMk cId="0" sldId="314"/>
        </pc:sldMkLst>
      </pc:sldChg>
      <pc:sldChg chg="del">
        <pc:chgData name="Richard Taylor" userId="fbfc1553-b23d-457b-a859-b112eb014c8c" providerId="ADAL" clId="{EBB483C0-9DDE-4E14-9CF4-4D066CBDE887}" dt="2025-07-06T23:30:35.740" v="40" actId="47"/>
        <pc:sldMkLst>
          <pc:docMk/>
          <pc:sldMk cId="0" sldId="315"/>
        </pc:sldMkLst>
      </pc:sldChg>
      <pc:sldChg chg="del">
        <pc:chgData name="Richard Taylor" userId="fbfc1553-b23d-457b-a859-b112eb014c8c" providerId="ADAL" clId="{EBB483C0-9DDE-4E14-9CF4-4D066CBDE887}" dt="2025-07-06T23:30:36.247" v="42" actId="47"/>
        <pc:sldMkLst>
          <pc:docMk/>
          <pc:sldMk cId="0" sldId="317"/>
        </pc:sldMkLst>
      </pc:sldChg>
      <pc:sldChg chg="add del">
        <pc:chgData name="Richard Taylor" userId="fbfc1553-b23d-457b-a859-b112eb014c8c" providerId="ADAL" clId="{EBB483C0-9DDE-4E14-9CF4-4D066CBDE887}" dt="2025-07-08T02:21:25.240" v="191" actId="47"/>
        <pc:sldMkLst>
          <pc:docMk/>
          <pc:sldMk cId="3831589150" sldId="317"/>
        </pc:sldMkLst>
      </pc:sldChg>
      <pc:sldChg chg="del">
        <pc:chgData name="Richard Taylor" userId="fbfc1553-b23d-457b-a859-b112eb014c8c" providerId="ADAL" clId="{EBB483C0-9DDE-4E14-9CF4-4D066CBDE887}" dt="2025-07-06T23:30:35.975" v="41" actId="47"/>
        <pc:sldMkLst>
          <pc:docMk/>
          <pc:sldMk cId="0" sldId="318"/>
        </pc:sldMkLst>
      </pc:sldChg>
      <pc:sldChg chg="del">
        <pc:chgData name="Richard Taylor" userId="fbfc1553-b23d-457b-a859-b112eb014c8c" providerId="ADAL" clId="{EBB483C0-9DDE-4E14-9CF4-4D066CBDE887}" dt="2025-07-06T23:30:36.806" v="43" actId="47"/>
        <pc:sldMkLst>
          <pc:docMk/>
          <pc:sldMk cId="0" sldId="319"/>
        </pc:sldMkLst>
      </pc:sldChg>
      <pc:sldChg chg="del">
        <pc:chgData name="Richard Taylor" userId="fbfc1553-b23d-457b-a859-b112eb014c8c" providerId="ADAL" clId="{EBB483C0-9DDE-4E14-9CF4-4D066CBDE887}" dt="2025-07-06T23:30:37.524" v="44" actId="47"/>
        <pc:sldMkLst>
          <pc:docMk/>
          <pc:sldMk cId="0" sldId="320"/>
        </pc:sldMkLst>
      </pc:sldChg>
      <pc:sldChg chg="add del ord">
        <pc:chgData name="Richard Taylor" userId="fbfc1553-b23d-457b-a859-b112eb014c8c" providerId="ADAL" clId="{EBB483C0-9DDE-4E14-9CF4-4D066CBDE887}" dt="2025-07-08T02:25:14.238" v="218" actId="47"/>
        <pc:sldMkLst>
          <pc:docMk/>
          <pc:sldMk cId="1709532087" sldId="321"/>
        </pc:sldMkLst>
      </pc:sldChg>
      <pc:sldChg chg="add del">
        <pc:chgData name="Richard Taylor" userId="fbfc1553-b23d-457b-a859-b112eb014c8c" providerId="ADAL" clId="{EBB483C0-9DDE-4E14-9CF4-4D066CBDE887}" dt="2025-07-08T02:41:08.411" v="406" actId="47"/>
        <pc:sldMkLst>
          <pc:docMk/>
          <pc:sldMk cId="2624735673" sldId="322"/>
        </pc:sldMkLst>
      </pc:sldChg>
      <pc:sldChg chg="add del">
        <pc:chgData name="Richard Taylor" userId="fbfc1553-b23d-457b-a859-b112eb014c8c" providerId="ADAL" clId="{EBB483C0-9DDE-4E14-9CF4-4D066CBDE887}" dt="2025-07-08T02:41:07.514" v="405" actId="47"/>
        <pc:sldMkLst>
          <pc:docMk/>
          <pc:sldMk cId="2984902792" sldId="324"/>
        </pc:sldMkLst>
      </pc:sldChg>
      <pc:sldChg chg="add del">
        <pc:chgData name="Richard Taylor" userId="fbfc1553-b23d-457b-a859-b112eb014c8c" providerId="ADAL" clId="{EBB483C0-9DDE-4E14-9CF4-4D066CBDE887}" dt="2025-07-08T02:42:09.401" v="425" actId="47"/>
        <pc:sldMkLst>
          <pc:docMk/>
          <pc:sldMk cId="1392784846" sldId="326"/>
        </pc:sldMkLst>
      </pc:sldChg>
      <pc:sldChg chg="del">
        <pc:chgData name="Richard Taylor" userId="fbfc1553-b23d-457b-a859-b112eb014c8c" providerId="ADAL" clId="{EBB483C0-9DDE-4E14-9CF4-4D066CBDE887}" dt="2025-07-06T23:30:25.829" v="15" actId="47"/>
        <pc:sldMkLst>
          <pc:docMk/>
          <pc:sldMk cId="3638332411" sldId="326"/>
        </pc:sldMkLst>
      </pc:sldChg>
      <pc:sldChg chg="del">
        <pc:chgData name="Richard Taylor" userId="fbfc1553-b23d-457b-a859-b112eb014c8c" providerId="ADAL" clId="{EBB483C0-9DDE-4E14-9CF4-4D066CBDE887}" dt="2025-07-06T23:30:28.450" v="20" actId="47"/>
        <pc:sldMkLst>
          <pc:docMk/>
          <pc:sldMk cId="3291369066" sldId="327"/>
        </pc:sldMkLst>
      </pc:sldChg>
      <pc:sldChg chg="del">
        <pc:chgData name="Richard Taylor" userId="fbfc1553-b23d-457b-a859-b112eb014c8c" providerId="ADAL" clId="{EBB483C0-9DDE-4E14-9CF4-4D066CBDE887}" dt="2025-07-06T23:30:29.519" v="23" actId="47"/>
        <pc:sldMkLst>
          <pc:docMk/>
          <pc:sldMk cId="1737399537" sldId="328"/>
        </pc:sldMkLst>
      </pc:sldChg>
      <pc:sldChg chg="del">
        <pc:chgData name="Richard Taylor" userId="fbfc1553-b23d-457b-a859-b112eb014c8c" providerId="ADAL" clId="{EBB483C0-9DDE-4E14-9CF4-4D066CBDE887}" dt="2025-07-06T23:30:38.251" v="46" actId="47"/>
        <pc:sldMkLst>
          <pc:docMk/>
          <pc:sldMk cId="3211722930" sldId="329"/>
        </pc:sldMkLst>
      </pc:sldChg>
      <pc:sldChg chg="del">
        <pc:chgData name="Richard Taylor" userId="fbfc1553-b23d-457b-a859-b112eb014c8c" providerId="ADAL" clId="{EBB483C0-9DDE-4E14-9CF4-4D066CBDE887}" dt="2025-07-06T23:30:38.633" v="47" actId="47"/>
        <pc:sldMkLst>
          <pc:docMk/>
          <pc:sldMk cId="372762776" sldId="330"/>
        </pc:sldMkLst>
      </pc:sldChg>
      <pc:sldChg chg="del">
        <pc:chgData name="Richard Taylor" userId="fbfc1553-b23d-457b-a859-b112eb014c8c" providerId="ADAL" clId="{EBB483C0-9DDE-4E14-9CF4-4D066CBDE887}" dt="2025-07-06T23:30:39.014" v="48" actId="47"/>
        <pc:sldMkLst>
          <pc:docMk/>
          <pc:sldMk cId="606728757" sldId="331"/>
        </pc:sldMkLst>
      </pc:sldChg>
      <pc:sldChg chg="del">
        <pc:chgData name="Richard Taylor" userId="fbfc1553-b23d-457b-a859-b112eb014c8c" providerId="ADAL" clId="{EBB483C0-9DDE-4E14-9CF4-4D066CBDE887}" dt="2025-07-06T23:30:39.427" v="49" actId="47"/>
        <pc:sldMkLst>
          <pc:docMk/>
          <pc:sldMk cId="2454893632" sldId="333"/>
        </pc:sldMkLst>
      </pc:sldChg>
      <pc:sldChg chg="del">
        <pc:chgData name="Richard Taylor" userId="fbfc1553-b23d-457b-a859-b112eb014c8c" providerId="ADAL" clId="{EBB483C0-9DDE-4E14-9CF4-4D066CBDE887}" dt="2025-07-06T23:30:39.803" v="50" actId="47"/>
        <pc:sldMkLst>
          <pc:docMk/>
          <pc:sldMk cId="4107206282" sldId="334"/>
        </pc:sldMkLst>
      </pc:sldChg>
      <pc:sldChg chg="add del">
        <pc:chgData name="Richard Taylor" userId="fbfc1553-b23d-457b-a859-b112eb014c8c" providerId="ADAL" clId="{EBB483C0-9DDE-4E14-9CF4-4D066CBDE887}" dt="2025-07-08T02:21:23.751" v="190" actId="47"/>
        <pc:sldMkLst>
          <pc:docMk/>
          <pc:sldMk cId="3429314609" sldId="335"/>
        </pc:sldMkLst>
      </pc:sldChg>
      <pc:sldChg chg="del">
        <pc:chgData name="Richard Taylor" userId="fbfc1553-b23d-457b-a859-b112eb014c8c" providerId="ADAL" clId="{EBB483C0-9DDE-4E14-9CF4-4D066CBDE887}" dt="2025-07-06T23:30:40.444" v="51" actId="47"/>
        <pc:sldMkLst>
          <pc:docMk/>
          <pc:sldMk cId="3243129837" sldId="336"/>
        </pc:sldMkLst>
      </pc:sldChg>
      <pc:sldChg chg="del">
        <pc:chgData name="Richard Taylor" userId="fbfc1553-b23d-457b-a859-b112eb014c8c" providerId="ADAL" clId="{EBB483C0-9DDE-4E14-9CF4-4D066CBDE887}" dt="2025-07-06T23:30:40.652" v="52" actId="47"/>
        <pc:sldMkLst>
          <pc:docMk/>
          <pc:sldMk cId="4285175617" sldId="337"/>
        </pc:sldMkLst>
      </pc:sldChg>
      <pc:sldChg chg="del">
        <pc:chgData name="Richard Taylor" userId="fbfc1553-b23d-457b-a859-b112eb014c8c" providerId="ADAL" clId="{EBB483C0-9DDE-4E14-9CF4-4D066CBDE887}" dt="2025-07-06T23:30:41.036" v="53" actId="47"/>
        <pc:sldMkLst>
          <pc:docMk/>
          <pc:sldMk cId="3500747228" sldId="338"/>
        </pc:sldMkLst>
      </pc:sldChg>
      <pc:sldChg chg="add del">
        <pc:chgData name="Richard Taylor" userId="fbfc1553-b23d-457b-a859-b112eb014c8c" providerId="ADAL" clId="{EBB483C0-9DDE-4E14-9CF4-4D066CBDE887}" dt="2025-07-08T02:27:15.013" v="263" actId="47"/>
        <pc:sldMkLst>
          <pc:docMk/>
          <pc:sldMk cId="1725474338" sldId="341"/>
        </pc:sldMkLst>
      </pc:sldChg>
      <pc:sldChg chg="add">
        <pc:chgData name="Richard Taylor" userId="fbfc1553-b23d-457b-a859-b112eb014c8c" providerId="ADAL" clId="{EBB483C0-9DDE-4E14-9CF4-4D066CBDE887}" dt="2025-07-08T02:15:06.689" v="176"/>
        <pc:sldMkLst>
          <pc:docMk/>
          <pc:sldMk cId="3716306935" sldId="342"/>
        </pc:sldMkLst>
      </pc:sldChg>
      <pc:sldChg chg="del">
        <pc:chgData name="Richard Taylor" userId="fbfc1553-b23d-457b-a859-b112eb014c8c" providerId="ADAL" clId="{EBB483C0-9DDE-4E14-9CF4-4D066CBDE887}" dt="2025-07-06T23:30:33.275" v="32" actId="47"/>
        <pc:sldMkLst>
          <pc:docMk/>
          <pc:sldMk cId="4136367970" sldId="342"/>
        </pc:sldMkLst>
      </pc:sldChg>
      <pc:sldChg chg="del">
        <pc:chgData name="Richard Taylor" userId="fbfc1553-b23d-457b-a859-b112eb014c8c" providerId="ADAL" clId="{EBB483C0-9DDE-4E14-9CF4-4D066CBDE887}" dt="2025-07-06T23:30:32.932" v="31" actId="47"/>
        <pc:sldMkLst>
          <pc:docMk/>
          <pc:sldMk cId="577482639" sldId="343"/>
        </pc:sldMkLst>
      </pc:sldChg>
      <pc:sldChg chg="del">
        <pc:chgData name="Richard Taylor" userId="fbfc1553-b23d-457b-a859-b112eb014c8c" providerId="ADAL" clId="{EBB483C0-9DDE-4E14-9CF4-4D066CBDE887}" dt="2025-07-06T23:30:37.829" v="45" actId="47"/>
        <pc:sldMkLst>
          <pc:docMk/>
          <pc:sldMk cId="3884706129" sldId="344"/>
        </pc:sldMkLst>
      </pc:sldChg>
      <pc:sldChg chg="del">
        <pc:chgData name="Richard Taylor" userId="fbfc1553-b23d-457b-a859-b112eb014c8c" providerId="ADAL" clId="{EBB483C0-9DDE-4E14-9CF4-4D066CBDE887}" dt="2025-07-06T23:30:41.658" v="54" actId="47"/>
        <pc:sldMkLst>
          <pc:docMk/>
          <pc:sldMk cId="3131985629" sldId="346"/>
        </pc:sldMkLst>
      </pc:sldChg>
      <pc:sldChg chg="del">
        <pc:chgData name="Richard Taylor" userId="fbfc1553-b23d-457b-a859-b112eb014c8c" providerId="ADAL" clId="{EBB483C0-9DDE-4E14-9CF4-4D066CBDE887}" dt="2025-07-06T23:30:29.836" v="24" actId="47"/>
        <pc:sldMkLst>
          <pc:docMk/>
          <pc:sldMk cId="3268581168" sldId="347"/>
        </pc:sldMkLst>
      </pc:sldChg>
      <pc:sldChg chg="del">
        <pc:chgData name="Richard Taylor" userId="fbfc1553-b23d-457b-a859-b112eb014c8c" providerId="ADAL" clId="{EBB483C0-9DDE-4E14-9CF4-4D066CBDE887}" dt="2025-07-06T23:30:33.601" v="33" actId="47"/>
        <pc:sldMkLst>
          <pc:docMk/>
          <pc:sldMk cId="722409714" sldId="348"/>
        </pc:sldMkLst>
      </pc:sldChg>
      <pc:sldChg chg="del">
        <pc:chgData name="Richard Taylor" userId="fbfc1553-b23d-457b-a859-b112eb014c8c" providerId="ADAL" clId="{EBB483C0-9DDE-4E14-9CF4-4D066CBDE887}" dt="2025-07-06T23:30:41.968" v="55" actId="47"/>
        <pc:sldMkLst>
          <pc:docMk/>
          <pc:sldMk cId="3679928210" sldId="350"/>
        </pc:sldMkLst>
      </pc:sldChg>
      <pc:sldChg chg="del">
        <pc:chgData name="Richard Taylor" userId="fbfc1553-b23d-457b-a859-b112eb014c8c" providerId="ADAL" clId="{EBB483C0-9DDE-4E14-9CF4-4D066CBDE887}" dt="2025-07-06T23:30:33.935" v="34" actId="47"/>
        <pc:sldMkLst>
          <pc:docMk/>
          <pc:sldMk cId="3823928259" sldId="351"/>
        </pc:sldMkLst>
      </pc:sldChg>
      <pc:sldChg chg="add del">
        <pc:chgData name="Richard Taylor" userId="fbfc1553-b23d-457b-a859-b112eb014c8c" providerId="ADAL" clId="{EBB483C0-9DDE-4E14-9CF4-4D066CBDE887}" dt="2025-07-08T02:27:29.821" v="264" actId="47"/>
        <pc:sldMkLst>
          <pc:docMk/>
          <pc:sldMk cId="2371682987" sldId="354"/>
        </pc:sldMkLst>
      </pc:sldChg>
      <pc:sldChg chg="add">
        <pc:chgData name="Richard Taylor" userId="fbfc1553-b23d-457b-a859-b112eb014c8c" providerId="ADAL" clId="{EBB483C0-9DDE-4E14-9CF4-4D066CBDE887}" dt="2025-07-08T02:21:16.927" v="189"/>
        <pc:sldMkLst>
          <pc:docMk/>
          <pc:sldMk cId="1598394352" sldId="355"/>
        </pc:sldMkLst>
      </pc:sldChg>
      <pc:sldChg chg="del">
        <pc:chgData name="Richard Taylor" userId="fbfc1553-b23d-457b-a859-b112eb014c8c" providerId="ADAL" clId="{EBB483C0-9DDE-4E14-9CF4-4D066CBDE887}" dt="2025-07-06T23:30:20.923" v="6" actId="47"/>
        <pc:sldMkLst>
          <pc:docMk/>
          <pc:sldMk cId="1338071889" sldId="356"/>
        </pc:sldMkLst>
      </pc:sldChg>
      <pc:sldChg chg="add del">
        <pc:chgData name="Richard Taylor" userId="fbfc1553-b23d-457b-a859-b112eb014c8c" providerId="ADAL" clId="{EBB483C0-9DDE-4E14-9CF4-4D066CBDE887}" dt="2025-07-08T02:41:00.006" v="404" actId="47"/>
        <pc:sldMkLst>
          <pc:docMk/>
          <pc:sldMk cId="3154237381" sldId="357"/>
        </pc:sldMkLst>
      </pc:sldChg>
      <pc:sldChg chg="add">
        <pc:chgData name="Richard Taylor" userId="fbfc1553-b23d-457b-a859-b112eb014c8c" providerId="ADAL" clId="{EBB483C0-9DDE-4E14-9CF4-4D066CBDE887}" dt="2025-07-08T02:49:40.018" v="448"/>
        <pc:sldMkLst>
          <pc:docMk/>
          <pc:sldMk cId="1744659353" sldId="358"/>
        </pc:sldMkLst>
      </pc:sldChg>
      <pc:sldChg chg="add del">
        <pc:chgData name="Richard Taylor" userId="fbfc1553-b23d-457b-a859-b112eb014c8c" providerId="ADAL" clId="{EBB483C0-9DDE-4E14-9CF4-4D066CBDE887}" dt="2025-07-08T02:21:31.413" v="192" actId="47"/>
        <pc:sldMkLst>
          <pc:docMk/>
          <pc:sldMk cId="3044970583" sldId="360"/>
        </pc:sldMkLst>
      </pc:sldChg>
      <pc:sldChg chg="add ord setBg">
        <pc:chgData name="Richard Taylor" userId="fbfc1553-b23d-457b-a859-b112eb014c8c" providerId="ADAL" clId="{EBB483C0-9DDE-4E14-9CF4-4D066CBDE887}" dt="2025-07-08T02:19:16.630" v="185"/>
        <pc:sldMkLst>
          <pc:docMk/>
          <pc:sldMk cId="1268176173" sldId="362"/>
        </pc:sldMkLst>
      </pc:sldChg>
      <pc:sldChg chg="add del">
        <pc:chgData name="Richard Taylor" userId="fbfc1553-b23d-457b-a859-b112eb014c8c" providerId="ADAL" clId="{EBB483C0-9DDE-4E14-9CF4-4D066CBDE887}" dt="2025-07-08T02:41:33.786" v="419" actId="47"/>
        <pc:sldMkLst>
          <pc:docMk/>
          <pc:sldMk cId="3813993028" sldId="363"/>
        </pc:sldMkLst>
      </pc:sldChg>
      <pc:sldChg chg="add del">
        <pc:chgData name="Richard Taylor" userId="fbfc1553-b23d-457b-a859-b112eb014c8c" providerId="ADAL" clId="{EBB483C0-9DDE-4E14-9CF4-4D066CBDE887}" dt="2025-07-08T02:42:08.149" v="424" actId="47"/>
        <pc:sldMkLst>
          <pc:docMk/>
          <pc:sldMk cId="2086138382" sldId="364"/>
        </pc:sldMkLst>
      </pc:sldChg>
      <pc:sldChg chg="add del">
        <pc:chgData name="Richard Taylor" userId="fbfc1553-b23d-457b-a859-b112eb014c8c" providerId="ADAL" clId="{EBB483C0-9DDE-4E14-9CF4-4D066CBDE887}" dt="2025-07-08T02:43:51.562" v="430" actId="47"/>
        <pc:sldMkLst>
          <pc:docMk/>
          <pc:sldMk cId="3086448704" sldId="365"/>
        </pc:sldMkLst>
      </pc:sldChg>
      <pc:sldChg chg="add del">
        <pc:chgData name="Richard Taylor" userId="fbfc1553-b23d-457b-a859-b112eb014c8c" providerId="ADAL" clId="{EBB483C0-9DDE-4E14-9CF4-4D066CBDE887}" dt="2025-07-08T02:43:51.562" v="430" actId="47"/>
        <pc:sldMkLst>
          <pc:docMk/>
          <pc:sldMk cId="4265878447" sldId="366"/>
        </pc:sldMkLst>
      </pc:sldChg>
      <pc:sldChg chg="add">
        <pc:chgData name="Richard Taylor" userId="fbfc1553-b23d-457b-a859-b112eb014c8c" providerId="ADAL" clId="{EBB483C0-9DDE-4E14-9CF4-4D066CBDE887}" dt="2025-07-08T02:23:54.583" v="202"/>
        <pc:sldMkLst>
          <pc:docMk/>
          <pc:sldMk cId="864327182" sldId="367"/>
        </pc:sldMkLst>
      </pc:sldChg>
      <pc:sldChg chg="add del">
        <pc:chgData name="Richard Taylor" userId="fbfc1553-b23d-457b-a859-b112eb014c8c" providerId="ADAL" clId="{EBB483C0-9DDE-4E14-9CF4-4D066CBDE887}" dt="2025-07-08T02:41:00.006" v="404" actId="47"/>
        <pc:sldMkLst>
          <pc:docMk/>
          <pc:sldMk cId="2583750233" sldId="368"/>
        </pc:sldMkLst>
      </pc:sldChg>
      <pc:sldChg chg="add del">
        <pc:chgData name="Richard Taylor" userId="fbfc1553-b23d-457b-a859-b112eb014c8c" providerId="ADAL" clId="{EBB483C0-9DDE-4E14-9CF4-4D066CBDE887}" dt="2025-07-08T02:41:00.006" v="404" actId="47"/>
        <pc:sldMkLst>
          <pc:docMk/>
          <pc:sldMk cId="1232904946" sldId="369"/>
        </pc:sldMkLst>
      </pc:sldChg>
      <pc:sldChg chg="add del">
        <pc:chgData name="Richard Taylor" userId="fbfc1553-b23d-457b-a859-b112eb014c8c" providerId="ADAL" clId="{EBB483C0-9DDE-4E14-9CF4-4D066CBDE887}" dt="2025-07-08T02:21:42.819" v="194" actId="47"/>
        <pc:sldMkLst>
          <pc:docMk/>
          <pc:sldMk cId="1332306565" sldId="370"/>
        </pc:sldMkLst>
      </pc:sldChg>
      <pc:sldChg chg="add del">
        <pc:chgData name="Richard Taylor" userId="fbfc1553-b23d-457b-a859-b112eb014c8c" providerId="ADAL" clId="{EBB483C0-9DDE-4E14-9CF4-4D066CBDE887}" dt="2025-07-08T02:21:37.658" v="193" actId="47"/>
        <pc:sldMkLst>
          <pc:docMk/>
          <pc:sldMk cId="960350459" sldId="371"/>
        </pc:sldMkLst>
      </pc:sldChg>
      <pc:sldChg chg="add del">
        <pc:chgData name="Richard Taylor" userId="fbfc1553-b23d-457b-a859-b112eb014c8c" providerId="ADAL" clId="{EBB483C0-9DDE-4E14-9CF4-4D066CBDE887}" dt="2025-07-08T02:43:51.562" v="430" actId="47"/>
        <pc:sldMkLst>
          <pc:docMk/>
          <pc:sldMk cId="2365984807" sldId="372"/>
        </pc:sldMkLst>
      </pc:sldChg>
      <pc:sldChg chg="add del">
        <pc:chgData name="Richard Taylor" userId="fbfc1553-b23d-457b-a859-b112eb014c8c" providerId="ADAL" clId="{EBB483C0-9DDE-4E14-9CF4-4D066CBDE887}" dt="2025-07-08T02:43:51.562" v="430" actId="47"/>
        <pc:sldMkLst>
          <pc:docMk/>
          <pc:sldMk cId="2014807480" sldId="373"/>
        </pc:sldMkLst>
      </pc:sldChg>
      <pc:sldChg chg="add del">
        <pc:chgData name="Richard Taylor" userId="fbfc1553-b23d-457b-a859-b112eb014c8c" providerId="ADAL" clId="{EBB483C0-9DDE-4E14-9CF4-4D066CBDE887}" dt="2025-07-08T02:43:51.562" v="430" actId="47"/>
        <pc:sldMkLst>
          <pc:docMk/>
          <pc:sldMk cId="3248783752" sldId="374"/>
        </pc:sldMkLst>
      </pc:sldChg>
      <pc:sldChg chg="add del">
        <pc:chgData name="Richard Taylor" userId="fbfc1553-b23d-457b-a859-b112eb014c8c" providerId="ADAL" clId="{EBB483C0-9DDE-4E14-9CF4-4D066CBDE887}" dt="2025-07-08T02:43:51.562" v="430" actId="47"/>
        <pc:sldMkLst>
          <pc:docMk/>
          <pc:sldMk cId="2393411135" sldId="377"/>
        </pc:sldMkLst>
      </pc:sldChg>
      <pc:sldChg chg="modSp add mod">
        <pc:chgData name="Richard Taylor" userId="fbfc1553-b23d-457b-a859-b112eb014c8c" providerId="ADAL" clId="{EBB483C0-9DDE-4E14-9CF4-4D066CBDE887}" dt="2025-07-08T02:50:44.894" v="476" actId="14100"/>
        <pc:sldMkLst>
          <pc:docMk/>
          <pc:sldMk cId="2310698529" sldId="378"/>
        </pc:sldMkLst>
        <pc:spChg chg="mod">
          <ac:chgData name="Richard Taylor" userId="fbfc1553-b23d-457b-a859-b112eb014c8c" providerId="ADAL" clId="{EBB483C0-9DDE-4E14-9CF4-4D066CBDE887}" dt="2025-07-08T02:50:44.894" v="476" actId="14100"/>
          <ac:spMkLst>
            <pc:docMk/>
            <pc:sldMk cId="2310698529" sldId="378"/>
            <ac:spMk id="8" creationId="{17946EAF-2F0E-8BE5-11D2-50CA746EA024}"/>
          </ac:spMkLst>
        </pc:spChg>
      </pc:sldChg>
      <pc:sldChg chg="add del">
        <pc:chgData name="Richard Taylor" userId="fbfc1553-b23d-457b-a859-b112eb014c8c" providerId="ADAL" clId="{EBB483C0-9DDE-4E14-9CF4-4D066CBDE887}" dt="2025-07-08T02:43:51.562" v="430" actId="47"/>
        <pc:sldMkLst>
          <pc:docMk/>
          <pc:sldMk cId="4256698259" sldId="378"/>
        </pc:sldMkLst>
      </pc:sldChg>
      <pc:sldChg chg="add del">
        <pc:chgData name="Richard Taylor" userId="fbfc1553-b23d-457b-a859-b112eb014c8c" providerId="ADAL" clId="{EBB483C0-9DDE-4E14-9CF4-4D066CBDE887}" dt="2025-07-08T02:41:00.006" v="404" actId="47"/>
        <pc:sldMkLst>
          <pc:docMk/>
          <pc:sldMk cId="4069775942" sldId="379"/>
        </pc:sldMkLst>
      </pc:sldChg>
      <pc:sldChg chg="add del">
        <pc:chgData name="Richard Taylor" userId="fbfc1553-b23d-457b-a859-b112eb014c8c" providerId="ADAL" clId="{EBB483C0-9DDE-4E14-9CF4-4D066CBDE887}" dt="2025-07-08T02:41:00.006" v="404" actId="47"/>
        <pc:sldMkLst>
          <pc:docMk/>
          <pc:sldMk cId="96813502" sldId="380"/>
        </pc:sldMkLst>
      </pc:sldChg>
      <pc:sldChg chg="add del">
        <pc:chgData name="Richard Taylor" userId="fbfc1553-b23d-457b-a859-b112eb014c8c" providerId="ADAL" clId="{EBB483C0-9DDE-4E14-9CF4-4D066CBDE887}" dt="2025-07-08T02:41:00.006" v="404" actId="47"/>
        <pc:sldMkLst>
          <pc:docMk/>
          <pc:sldMk cId="946808202" sldId="381"/>
        </pc:sldMkLst>
      </pc:sldChg>
      <pc:sldChg chg="del">
        <pc:chgData name="Richard Taylor" userId="fbfc1553-b23d-457b-a859-b112eb014c8c" providerId="ADAL" clId="{EBB483C0-9DDE-4E14-9CF4-4D066CBDE887}" dt="2025-07-06T23:30:30.569" v="25" actId="47"/>
        <pc:sldMkLst>
          <pc:docMk/>
          <pc:sldMk cId="221806663" sldId="382"/>
        </pc:sldMkLst>
      </pc:sldChg>
      <pc:sldChg chg="add del">
        <pc:chgData name="Richard Taylor" userId="fbfc1553-b23d-457b-a859-b112eb014c8c" providerId="ADAL" clId="{EBB483C0-9DDE-4E14-9CF4-4D066CBDE887}" dt="2025-07-08T02:43:51.562" v="430" actId="47"/>
        <pc:sldMkLst>
          <pc:docMk/>
          <pc:sldMk cId="2402972891" sldId="382"/>
        </pc:sldMkLst>
      </pc:sldChg>
      <pc:sldChg chg="del">
        <pc:chgData name="Richard Taylor" userId="fbfc1553-b23d-457b-a859-b112eb014c8c" providerId="ADAL" clId="{EBB483C0-9DDE-4E14-9CF4-4D066CBDE887}" dt="2025-07-06T23:30:30.824" v="26" actId="47"/>
        <pc:sldMkLst>
          <pc:docMk/>
          <pc:sldMk cId="296230035" sldId="383"/>
        </pc:sldMkLst>
      </pc:sldChg>
      <pc:sldChg chg="addSp delSp modSp add del mod">
        <pc:chgData name="Richard Taylor" userId="fbfc1553-b23d-457b-a859-b112eb014c8c" providerId="ADAL" clId="{EBB483C0-9DDE-4E14-9CF4-4D066CBDE887}" dt="2025-07-08T02:24:23.723" v="203" actId="2696"/>
        <pc:sldMkLst>
          <pc:docMk/>
          <pc:sldMk cId="782683573" sldId="383"/>
        </pc:sldMkLst>
      </pc:sldChg>
      <pc:sldChg chg="modSp add mod">
        <pc:chgData name="Richard Taylor" userId="fbfc1553-b23d-457b-a859-b112eb014c8c" providerId="ADAL" clId="{EBB483C0-9DDE-4E14-9CF4-4D066CBDE887}" dt="2025-07-08T02:25:55.135" v="262" actId="1035"/>
        <pc:sldMkLst>
          <pc:docMk/>
          <pc:sldMk cId="3469652351" sldId="383"/>
        </pc:sldMkLst>
      </pc:sldChg>
      <pc:sldChg chg="add del">
        <pc:chgData name="Richard Taylor" userId="fbfc1553-b23d-457b-a859-b112eb014c8c" providerId="ADAL" clId="{EBB483C0-9DDE-4E14-9CF4-4D066CBDE887}" dt="2025-07-08T02:43:51.562" v="430" actId="47"/>
        <pc:sldMkLst>
          <pc:docMk/>
          <pc:sldMk cId="2486961009" sldId="384"/>
        </pc:sldMkLst>
      </pc:sldChg>
      <pc:sldChg chg="del">
        <pc:chgData name="Richard Taylor" userId="fbfc1553-b23d-457b-a859-b112eb014c8c" providerId="ADAL" clId="{EBB483C0-9DDE-4E14-9CF4-4D066CBDE887}" dt="2025-07-06T23:30:31.175" v="27" actId="47"/>
        <pc:sldMkLst>
          <pc:docMk/>
          <pc:sldMk cId="2839095811" sldId="384"/>
        </pc:sldMkLst>
      </pc:sldChg>
      <pc:sldChg chg="add setBg">
        <pc:chgData name="Richard Taylor" userId="fbfc1553-b23d-457b-a859-b112eb014c8c" providerId="ADAL" clId="{EBB483C0-9DDE-4E14-9CF4-4D066CBDE887}" dt="2025-07-08T02:18:44.410" v="179"/>
        <pc:sldMkLst>
          <pc:docMk/>
          <pc:sldMk cId="1027794411" sldId="385"/>
        </pc:sldMkLst>
      </pc:sldChg>
      <pc:sldChg chg="del">
        <pc:chgData name="Richard Taylor" userId="fbfc1553-b23d-457b-a859-b112eb014c8c" providerId="ADAL" clId="{EBB483C0-9DDE-4E14-9CF4-4D066CBDE887}" dt="2025-07-06T23:30:31.560" v="28" actId="47"/>
        <pc:sldMkLst>
          <pc:docMk/>
          <pc:sldMk cId="2456787111" sldId="385"/>
        </pc:sldMkLst>
      </pc:sldChg>
      <pc:sldChg chg="add setBg">
        <pc:chgData name="Richard Taylor" userId="fbfc1553-b23d-457b-a859-b112eb014c8c" providerId="ADAL" clId="{EBB483C0-9DDE-4E14-9CF4-4D066CBDE887}" dt="2025-07-08T02:18:44.410" v="179"/>
        <pc:sldMkLst>
          <pc:docMk/>
          <pc:sldMk cId="2545615719" sldId="386"/>
        </pc:sldMkLst>
      </pc:sldChg>
      <pc:sldChg chg="del">
        <pc:chgData name="Richard Taylor" userId="fbfc1553-b23d-457b-a859-b112eb014c8c" providerId="ADAL" clId="{EBB483C0-9DDE-4E14-9CF4-4D066CBDE887}" dt="2025-07-06T23:30:31.928" v="29" actId="47"/>
        <pc:sldMkLst>
          <pc:docMk/>
          <pc:sldMk cId="2602361392" sldId="386"/>
        </pc:sldMkLst>
      </pc:sldChg>
      <pc:sldChg chg="del">
        <pc:chgData name="Richard Taylor" userId="fbfc1553-b23d-457b-a859-b112eb014c8c" providerId="ADAL" clId="{EBB483C0-9DDE-4E14-9CF4-4D066CBDE887}" dt="2025-07-06T23:30:32.613" v="30" actId="47"/>
        <pc:sldMkLst>
          <pc:docMk/>
          <pc:sldMk cId="625573847" sldId="387"/>
        </pc:sldMkLst>
      </pc:sldChg>
      <pc:sldChg chg="add del">
        <pc:chgData name="Richard Taylor" userId="fbfc1553-b23d-457b-a859-b112eb014c8c" providerId="ADAL" clId="{EBB483C0-9DDE-4E14-9CF4-4D066CBDE887}" dt="2025-07-08T02:43:51.562" v="430" actId="47"/>
        <pc:sldMkLst>
          <pc:docMk/>
          <pc:sldMk cId="1074159619" sldId="387"/>
        </pc:sldMkLst>
      </pc:sldChg>
      <pc:sldChg chg="del">
        <pc:chgData name="Richard Taylor" userId="fbfc1553-b23d-457b-a859-b112eb014c8c" providerId="ADAL" clId="{EBB483C0-9DDE-4E14-9CF4-4D066CBDE887}" dt="2025-07-06T23:30:34.221" v="35" actId="47"/>
        <pc:sldMkLst>
          <pc:docMk/>
          <pc:sldMk cId="633983068" sldId="388"/>
        </pc:sldMkLst>
      </pc:sldChg>
      <pc:sldChg chg="add del">
        <pc:chgData name="Richard Taylor" userId="fbfc1553-b23d-457b-a859-b112eb014c8c" providerId="ADAL" clId="{EBB483C0-9DDE-4E14-9CF4-4D066CBDE887}" dt="2025-07-08T02:43:51.562" v="430" actId="47"/>
        <pc:sldMkLst>
          <pc:docMk/>
          <pc:sldMk cId="1457387049" sldId="388"/>
        </pc:sldMkLst>
      </pc:sldChg>
      <pc:sldChg chg="del">
        <pc:chgData name="Richard Taylor" userId="fbfc1553-b23d-457b-a859-b112eb014c8c" providerId="ADAL" clId="{EBB483C0-9DDE-4E14-9CF4-4D066CBDE887}" dt="2025-07-06T23:30:34.524" v="36" actId="47"/>
        <pc:sldMkLst>
          <pc:docMk/>
          <pc:sldMk cId="3749274317" sldId="389"/>
        </pc:sldMkLst>
      </pc:sldChg>
      <pc:sldChg chg="del">
        <pc:chgData name="Richard Taylor" userId="fbfc1553-b23d-457b-a859-b112eb014c8c" providerId="ADAL" clId="{EBB483C0-9DDE-4E14-9CF4-4D066CBDE887}" dt="2025-07-06T23:30:34.796" v="37" actId="47"/>
        <pc:sldMkLst>
          <pc:docMk/>
          <pc:sldMk cId="3892341444" sldId="390"/>
        </pc:sldMkLst>
      </pc:sldChg>
      <pc:sldChg chg="add setBg">
        <pc:chgData name="Richard Taylor" userId="fbfc1553-b23d-457b-a859-b112eb014c8c" providerId="ADAL" clId="{EBB483C0-9DDE-4E14-9CF4-4D066CBDE887}" dt="2025-07-08T02:18:44.410" v="179"/>
        <pc:sldMkLst>
          <pc:docMk/>
          <pc:sldMk cId="4230212025" sldId="390"/>
        </pc:sldMkLst>
      </pc:sldChg>
      <pc:sldChg chg="del">
        <pc:chgData name="Richard Taylor" userId="fbfc1553-b23d-457b-a859-b112eb014c8c" providerId="ADAL" clId="{EBB483C0-9DDE-4E14-9CF4-4D066CBDE887}" dt="2025-07-06T23:30:35.126" v="38" actId="47"/>
        <pc:sldMkLst>
          <pc:docMk/>
          <pc:sldMk cId="4175654292" sldId="391"/>
        </pc:sldMkLst>
      </pc:sldChg>
      <pc:sldChg chg="del">
        <pc:chgData name="Richard Taylor" userId="fbfc1553-b23d-457b-a859-b112eb014c8c" providerId="ADAL" clId="{EBB483C0-9DDE-4E14-9CF4-4D066CBDE887}" dt="2025-07-06T23:30:18.840" v="1" actId="47"/>
        <pc:sldMkLst>
          <pc:docMk/>
          <pc:sldMk cId="814340366" sldId="392"/>
        </pc:sldMkLst>
      </pc:sldChg>
      <pc:sldChg chg="del">
        <pc:chgData name="Richard Taylor" userId="fbfc1553-b23d-457b-a859-b112eb014c8c" providerId="ADAL" clId="{EBB483C0-9DDE-4E14-9CF4-4D066CBDE887}" dt="2025-07-06T23:30:19.445" v="2" actId="47"/>
        <pc:sldMkLst>
          <pc:docMk/>
          <pc:sldMk cId="3791516320" sldId="393"/>
        </pc:sldMkLst>
      </pc:sldChg>
      <pc:sldChg chg="del">
        <pc:chgData name="Richard Taylor" userId="fbfc1553-b23d-457b-a859-b112eb014c8c" providerId="ADAL" clId="{EBB483C0-9DDE-4E14-9CF4-4D066CBDE887}" dt="2025-07-06T23:30:19.762" v="3" actId="47"/>
        <pc:sldMkLst>
          <pc:docMk/>
          <pc:sldMk cId="1652497184" sldId="394"/>
        </pc:sldMkLst>
      </pc:sldChg>
      <pc:sldChg chg="del">
        <pc:chgData name="Richard Taylor" userId="fbfc1553-b23d-457b-a859-b112eb014c8c" providerId="ADAL" clId="{EBB483C0-9DDE-4E14-9CF4-4D066CBDE887}" dt="2025-07-06T23:30:20.094" v="4" actId="47"/>
        <pc:sldMkLst>
          <pc:docMk/>
          <pc:sldMk cId="3831589150" sldId="395"/>
        </pc:sldMkLst>
      </pc:sldChg>
      <pc:sldChg chg="del">
        <pc:chgData name="Richard Taylor" userId="fbfc1553-b23d-457b-a859-b112eb014c8c" providerId="ADAL" clId="{EBB483C0-9DDE-4E14-9CF4-4D066CBDE887}" dt="2025-07-06T23:30:20.429" v="5" actId="47"/>
        <pc:sldMkLst>
          <pc:docMk/>
          <pc:sldMk cId="2436973905" sldId="396"/>
        </pc:sldMkLst>
      </pc:sldChg>
      <pc:sldChg chg="del">
        <pc:chgData name="Richard Taylor" userId="fbfc1553-b23d-457b-a859-b112eb014c8c" providerId="ADAL" clId="{EBB483C0-9DDE-4E14-9CF4-4D066CBDE887}" dt="2025-07-06T23:30:23.209" v="11" actId="47"/>
        <pc:sldMkLst>
          <pc:docMk/>
          <pc:sldMk cId="2031888979" sldId="400"/>
        </pc:sldMkLst>
      </pc:sldChg>
      <pc:sldChg chg="del">
        <pc:chgData name="Richard Taylor" userId="fbfc1553-b23d-457b-a859-b112eb014c8c" providerId="ADAL" clId="{EBB483C0-9DDE-4E14-9CF4-4D066CBDE887}" dt="2025-07-06T23:30:21.655" v="8" actId="47"/>
        <pc:sldMkLst>
          <pc:docMk/>
          <pc:sldMk cId="2946716986" sldId="403"/>
        </pc:sldMkLst>
      </pc:sldChg>
      <pc:sldChg chg="del">
        <pc:chgData name="Richard Taylor" userId="fbfc1553-b23d-457b-a859-b112eb014c8c" providerId="ADAL" clId="{EBB483C0-9DDE-4E14-9CF4-4D066CBDE887}" dt="2025-07-06T23:30:21.258" v="7" actId="47"/>
        <pc:sldMkLst>
          <pc:docMk/>
          <pc:sldMk cId="3458058254" sldId="404"/>
        </pc:sldMkLst>
      </pc:sldChg>
      <pc:sldChg chg="del">
        <pc:chgData name="Richard Taylor" userId="fbfc1553-b23d-457b-a859-b112eb014c8c" providerId="ADAL" clId="{EBB483C0-9DDE-4E14-9CF4-4D066CBDE887}" dt="2025-07-06T23:30:22.149" v="9" actId="47"/>
        <pc:sldMkLst>
          <pc:docMk/>
          <pc:sldMk cId="1490516982" sldId="405"/>
        </pc:sldMkLst>
      </pc:sldChg>
      <pc:sldChg chg="modSp mod">
        <pc:chgData name="Richard Taylor" userId="fbfc1553-b23d-457b-a859-b112eb014c8c" providerId="ADAL" clId="{EBB483C0-9DDE-4E14-9CF4-4D066CBDE887}" dt="2025-07-08T02:45:51.798" v="436" actId="114"/>
        <pc:sldMkLst>
          <pc:docMk/>
          <pc:sldMk cId="3943369309" sldId="406"/>
        </pc:sldMkLst>
        <pc:spChg chg="mod">
          <ac:chgData name="Richard Taylor" userId="fbfc1553-b23d-457b-a859-b112eb014c8c" providerId="ADAL" clId="{EBB483C0-9DDE-4E14-9CF4-4D066CBDE887}" dt="2025-07-08T02:45:51.798" v="436" actId="114"/>
          <ac:spMkLst>
            <pc:docMk/>
            <pc:sldMk cId="3943369309" sldId="406"/>
            <ac:spMk id="49155" creationId="{C819BC3C-1CC3-8997-60B3-94121772C77D}"/>
          </ac:spMkLst>
        </pc:spChg>
      </pc:sldChg>
      <pc:sldChg chg="modSp mod ord">
        <pc:chgData name="Richard Taylor" userId="fbfc1553-b23d-457b-a859-b112eb014c8c" providerId="ADAL" clId="{EBB483C0-9DDE-4E14-9CF4-4D066CBDE887}" dt="2025-07-08T02:49:01.678" v="447" actId="20577"/>
        <pc:sldMkLst>
          <pc:docMk/>
          <pc:sldMk cId="253208168" sldId="408"/>
        </pc:sldMkLst>
      </pc:sldChg>
      <pc:sldChg chg="modSp mod ord">
        <pc:chgData name="Richard Taylor" userId="fbfc1553-b23d-457b-a859-b112eb014c8c" providerId="ADAL" clId="{EBB483C0-9DDE-4E14-9CF4-4D066CBDE887}" dt="2025-07-08T02:47:39.026" v="441" actId="20577"/>
        <pc:sldMkLst>
          <pc:docMk/>
          <pc:sldMk cId="1453941062" sldId="409"/>
        </pc:sldMkLst>
      </pc:sldChg>
      <pc:sldChg chg="modSp mod">
        <pc:chgData name="Richard Taylor" userId="fbfc1553-b23d-457b-a859-b112eb014c8c" providerId="ADAL" clId="{EBB483C0-9DDE-4E14-9CF4-4D066CBDE887}" dt="2025-07-08T02:47:51.493" v="443" actId="14100"/>
        <pc:sldMkLst>
          <pc:docMk/>
          <pc:sldMk cId="551074973" sldId="410"/>
        </pc:sldMkLst>
      </pc:sldChg>
      <pc:sldChg chg="add del">
        <pc:chgData name="Richard Taylor" userId="fbfc1553-b23d-457b-a859-b112eb014c8c" providerId="ADAL" clId="{EBB483C0-9DDE-4E14-9CF4-4D066CBDE887}" dt="2025-07-08T02:43:51.562" v="430" actId="47"/>
        <pc:sldMkLst>
          <pc:docMk/>
          <pc:sldMk cId="3483145964" sldId="411"/>
        </pc:sldMkLst>
      </pc:sldChg>
      <pc:sldChg chg="add">
        <pc:chgData name="Richard Taylor" userId="fbfc1553-b23d-457b-a859-b112eb014c8c" providerId="ADAL" clId="{EBB483C0-9DDE-4E14-9CF4-4D066CBDE887}" dt="2025-07-08T02:13:38.671" v="174"/>
        <pc:sldMkLst>
          <pc:docMk/>
          <pc:sldMk cId="2507606489" sldId="412"/>
        </pc:sldMkLst>
      </pc:sldChg>
      <pc:sldChg chg="add">
        <pc:chgData name="Richard Taylor" userId="fbfc1553-b23d-457b-a859-b112eb014c8c" providerId="ADAL" clId="{EBB483C0-9DDE-4E14-9CF4-4D066CBDE887}" dt="2025-07-08T02:14:17.069" v="175"/>
        <pc:sldMkLst>
          <pc:docMk/>
          <pc:sldMk cId="2652869421" sldId="413"/>
        </pc:sldMkLst>
      </pc:sldChg>
      <pc:sldChg chg="add">
        <pc:chgData name="Richard Taylor" userId="fbfc1553-b23d-457b-a859-b112eb014c8c" providerId="ADAL" clId="{EBB483C0-9DDE-4E14-9CF4-4D066CBDE887}" dt="2025-07-08T02:15:35.965" v="177"/>
        <pc:sldMkLst>
          <pc:docMk/>
          <pc:sldMk cId="130653088" sldId="414"/>
        </pc:sldMkLst>
      </pc:sldChg>
      <pc:sldChg chg="add">
        <pc:chgData name="Richard Taylor" userId="fbfc1553-b23d-457b-a859-b112eb014c8c" providerId="ADAL" clId="{EBB483C0-9DDE-4E14-9CF4-4D066CBDE887}" dt="2025-07-08T02:16:37.374" v="178"/>
        <pc:sldMkLst>
          <pc:docMk/>
          <pc:sldMk cId="3405060869" sldId="415"/>
        </pc:sldMkLst>
      </pc:sldChg>
      <pc:sldChg chg="add setBg">
        <pc:chgData name="Richard Taylor" userId="fbfc1553-b23d-457b-a859-b112eb014c8c" providerId="ADAL" clId="{EBB483C0-9DDE-4E14-9CF4-4D066CBDE887}" dt="2025-07-08T02:18:44.410" v="179"/>
        <pc:sldMkLst>
          <pc:docMk/>
          <pc:sldMk cId="244894394" sldId="416"/>
        </pc:sldMkLst>
      </pc:sldChg>
      <pc:sldChg chg="add setBg">
        <pc:chgData name="Richard Taylor" userId="fbfc1553-b23d-457b-a859-b112eb014c8c" providerId="ADAL" clId="{EBB483C0-9DDE-4E14-9CF4-4D066CBDE887}" dt="2025-07-08T02:18:44.410" v="179"/>
        <pc:sldMkLst>
          <pc:docMk/>
          <pc:sldMk cId="1639637412" sldId="417"/>
        </pc:sldMkLst>
      </pc:sldChg>
      <pc:sldChg chg="add setBg">
        <pc:chgData name="Richard Taylor" userId="fbfc1553-b23d-457b-a859-b112eb014c8c" providerId="ADAL" clId="{EBB483C0-9DDE-4E14-9CF4-4D066CBDE887}" dt="2025-07-08T02:18:44.410" v="179"/>
        <pc:sldMkLst>
          <pc:docMk/>
          <pc:sldMk cId="845478301" sldId="418"/>
        </pc:sldMkLst>
      </pc:sldChg>
      <pc:sldChg chg="add setBg">
        <pc:chgData name="Richard Taylor" userId="fbfc1553-b23d-457b-a859-b112eb014c8c" providerId="ADAL" clId="{EBB483C0-9DDE-4E14-9CF4-4D066CBDE887}" dt="2025-07-08T02:18:44.410" v="179"/>
        <pc:sldMkLst>
          <pc:docMk/>
          <pc:sldMk cId="1067854965" sldId="419"/>
        </pc:sldMkLst>
      </pc:sldChg>
      <pc:sldChg chg="add setBg">
        <pc:chgData name="Richard Taylor" userId="fbfc1553-b23d-457b-a859-b112eb014c8c" providerId="ADAL" clId="{EBB483C0-9DDE-4E14-9CF4-4D066CBDE887}" dt="2025-07-08T02:23:15.906" v="201"/>
        <pc:sldMkLst>
          <pc:docMk/>
          <pc:sldMk cId="2066071568" sldId="420"/>
        </pc:sldMkLst>
      </pc:sldChg>
      <pc:sldChg chg="add setBg">
        <pc:chgData name="Richard Taylor" userId="fbfc1553-b23d-457b-a859-b112eb014c8c" providerId="ADAL" clId="{EBB483C0-9DDE-4E14-9CF4-4D066CBDE887}" dt="2025-07-08T02:23:15.906" v="201"/>
        <pc:sldMkLst>
          <pc:docMk/>
          <pc:sldMk cId="231866686" sldId="421"/>
        </pc:sldMkLst>
      </pc:sldChg>
      <pc:sldChg chg="add">
        <pc:chgData name="Richard Taylor" userId="fbfc1553-b23d-457b-a859-b112eb014c8c" providerId="ADAL" clId="{EBB483C0-9DDE-4E14-9CF4-4D066CBDE887}" dt="2025-07-08T02:23:54.583" v="202"/>
        <pc:sldMkLst>
          <pc:docMk/>
          <pc:sldMk cId="2981381657" sldId="422"/>
        </pc:sldMkLst>
      </pc:sldChg>
      <pc:sldChg chg="modSp add mod ord">
        <pc:chgData name="Richard Taylor" userId="fbfc1553-b23d-457b-a859-b112eb014c8c" providerId="ADAL" clId="{EBB483C0-9DDE-4E14-9CF4-4D066CBDE887}" dt="2025-07-08T02:25:38.206" v="259" actId="20577"/>
        <pc:sldMkLst>
          <pc:docMk/>
          <pc:sldMk cId="3352915028" sldId="423"/>
        </pc:sldMkLst>
      </pc:sldChg>
      <pc:sldChg chg="modSp add del mod">
        <pc:chgData name="Richard Taylor" userId="fbfc1553-b23d-457b-a859-b112eb014c8c" providerId="ADAL" clId="{EBB483C0-9DDE-4E14-9CF4-4D066CBDE887}" dt="2025-07-08T02:40:46.669" v="403" actId="47"/>
        <pc:sldMkLst>
          <pc:docMk/>
          <pc:sldMk cId="1582934308" sldId="424"/>
        </pc:sldMkLst>
      </pc:sldChg>
      <pc:sldChg chg="modSp add mod">
        <pc:chgData name="Richard Taylor" userId="fbfc1553-b23d-457b-a859-b112eb014c8c" providerId="ADAL" clId="{EBB483C0-9DDE-4E14-9CF4-4D066CBDE887}" dt="2025-07-08T02:39:29.397" v="385" actId="27636"/>
        <pc:sldMkLst>
          <pc:docMk/>
          <pc:sldMk cId="1867447773" sldId="425"/>
        </pc:sldMkLst>
      </pc:sldChg>
      <pc:sldChg chg="modSp add mod">
        <pc:chgData name="Richard Taylor" userId="fbfc1553-b23d-457b-a859-b112eb014c8c" providerId="ADAL" clId="{EBB483C0-9DDE-4E14-9CF4-4D066CBDE887}" dt="2025-07-08T02:44:50.640" v="431" actId="1076"/>
        <pc:sldMkLst>
          <pc:docMk/>
          <pc:sldMk cId="3298557018" sldId="426"/>
        </pc:sldMkLst>
      </pc:sldChg>
      <pc:sldChg chg="modSp add mod">
        <pc:chgData name="Richard Taylor" userId="fbfc1553-b23d-457b-a859-b112eb014c8c" providerId="ADAL" clId="{EBB483C0-9DDE-4E14-9CF4-4D066CBDE887}" dt="2025-07-08T02:44:53.870" v="432" actId="1076"/>
        <pc:sldMkLst>
          <pc:docMk/>
          <pc:sldMk cId="618643936" sldId="427"/>
        </pc:sldMkLst>
      </pc:sldChg>
      <pc:sldChg chg="modSp add mod">
        <pc:chgData name="Richard Taylor" userId="fbfc1553-b23d-457b-a859-b112eb014c8c" providerId="ADAL" clId="{EBB483C0-9DDE-4E14-9CF4-4D066CBDE887}" dt="2025-07-08T02:44:57.646" v="433" actId="1076"/>
        <pc:sldMkLst>
          <pc:docMk/>
          <pc:sldMk cId="1209957430" sldId="428"/>
        </pc:sldMkLst>
      </pc:sldChg>
      <pc:sldChg chg="modSp add mod">
        <pc:chgData name="Richard Taylor" userId="fbfc1553-b23d-457b-a859-b112eb014c8c" providerId="ADAL" clId="{EBB483C0-9DDE-4E14-9CF4-4D066CBDE887}" dt="2025-07-08T02:45:01.344" v="434" actId="1076"/>
        <pc:sldMkLst>
          <pc:docMk/>
          <pc:sldMk cId="2259232645" sldId="429"/>
        </pc:sldMkLst>
      </pc:sldChg>
      <pc:sldChg chg="modSp add mod ord">
        <pc:chgData name="Richard Taylor" userId="fbfc1553-b23d-457b-a859-b112eb014c8c" providerId="ADAL" clId="{EBB483C0-9DDE-4E14-9CF4-4D066CBDE887}" dt="2025-07-08T02:47:07.364" v="440" actId="207"/>
        <pc:sldMkLst>
          <pc:docMk/>
          <pc:sldMk cId="1754982825" sldId="430"/>
        </pc:sldMkLst>
      </pc:sldChg>
      <pc:sldChg chg="modSp add mod">
        <pc:chgData name="Richard Taylor" userId="fbfc1553-b23d-457b-a859-b112eb014c8c" providerId="ADAL" clId="{EBB483C0-9DDE-4E14-9CF4-4D066CBDE887}" dt="2025-07-08T02:40:42.833" v="402" actId="20577"/>
        <pc:sldMkLst>
          <pc:docMk/>
          <pc:sldMk cId="3899518367" sldId="431"/>
        </pc:sldMkLst>
      </pc:sldChg>
      <pc:sldChg chg="addSp delSp modSp add mod">
        <pc:chgData name="Richard Taylor" userId="fbfc1553-b23d-457b-a859-b112eb014c8c" providerId="ADAL" clId="{EBB483C0-9DDE-4E14-9CF4-4D066CBDE887}" dt="2025-07-08T02:41:57.577" v="423" actId="255"/>
        <pc:sldMkLst>
          <pc:docMk/>
          <pc:sldMk cId="4085959686" sldId="432"/>
        </pc:sldMkLst>
      </pc:sldChg>
      <pc:sldChg chg="modSp add mod">
        <pc:chgData name="Richard Taylor" userId="fbfc1553-b23d-457b-a859-b112eb014c8c" providerId="ADAL" clId="{EBB483C0-9DDE-4E14-9CF4-4D066CBDE887}" dt="2025-07-08T02:43:38.915" v="429" actId="207"/>
        <pc:sldMkLst>
          <pc:docMk/>
          <pc:sldMk cId="2845875589" sldId="433"/>
        </pc:sldMkLst>
      </pc:sldChg>
      <pc:sldMasterChg chg="delSldLayout">
        <pc:chgData name="Richard Taylor" userId="fbfc1553-b23d-457b-a859-b112eb014c8c" providerId="ADAL" clId="{EBB483C0-9DDE-4E14-9CF4-4D066CBDE887}" dt="2025-07-08T02:40:46.669" v="403" actId="47"/>
        <pc:sldMasterMkLst>
          <pc:docMk/>
          <pc:sldMasterMk cId="0" sldId="2147483648"/>
        </pc:sldMasterMkLst>
        <pc:sldLayoutChg chg="del">
          <pc:chgData name="Richard Taylor" userId="fbfc1553-b23d-457b-a859-b112eb014c8c" providerId="ADAL" clId="{EBB483C0-9DDE-4E14-9CF4-4D066CBDE887}" dt="2025-07-08T02:40:46.669" v="403" actId="47"/>
          <pc:sldLayoutMkLst>
            <pc:docMk/>
            <pc:sldMasterMk cId="0" sldId="2147483648"/>
            <pc:sldLayoutMk cId="1825865364" sldId="2147483728"/>
          </pc:sldLayoutMkLst>
        </pc:sldLayoutChg>
      </pc:sldMasterChg>
      <pc:sldMasterChg chg="del delSldLayout">
        <pc:chgData name="Richard Taylor" userId="fbfc1553-b23d-457b-a859-b112eb014c8c" providerId="ADAL" clId="{EBB483C0-9DDE-4E14-9CF4-4D066CBDE887}" dt="2025-07-06T23:30:23.639" v="12" actId="47"/>
        <pc:sldMasterMkLst>
          <pc:docMk/>
          <pc:sldMasterMk cId="1339231548" sldId="2147483660"/>
        </pc:sldMasterMkLst>
        <pc:sldLayoutChg chg="del">
          <pc:chgData name="Richard Taylor" userId="fbfc1553-b23d-457b-a859-b112eb014c8c" providerId="ADAL" clId="{EBB483C0-9DDE-4E14-9CF4-4D066CBDE887}" dt="2025-07-06T23:30:23.639" v="12" actId="47"/>
          <pc:sldLayoutMkLst>
            <pc:docMk/>
            <pc:sldMasterMk cId="1339231548" sldId="2147483660"/>
            <pc:sldLayoutMk cId="2589648400" sldId="214748366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585025802" sldId="214748366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517483055" sldId="214748366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176696308" sldId="214748366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964398111" sldId="214748366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514503121" sldId="214748366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93558143" sldId="214748366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211864131" sldId="214748366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974389487" sldId="214748366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33744670" sldId="214748367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36982572" sldId="214748367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35975020" sldId="214748367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609611641" sldId="214748367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10597422" sldId="214748367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83048263" sldId="214748367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176783381" sldId="214748367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208099159" sldId="214748367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48469252" sldId="214748367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818006020" sldId="214748367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81694609" sldId="214748368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822749266" sldId="214748368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607294836" sldId="214748368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15146850" sldId="214748368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34698790" sldId="214748368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76738232" sldId="214748368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979761240" sldId="214748368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694178806" sldId="214748368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8121131" sldId="214748368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055401609" sldId="214748368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05962473" sldId="214748369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806125206" sldId="214748369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104487919" sldId="214748369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172100465" sldId="214748369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269593831" sldId="214748369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818724189" sldId="214748369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499775227" sldId="214748369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937833106" sldId="214748369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94810981" sldId="214748369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640626093" sldId="214748369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30906903" sldId="214748370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972803686" sldId="214748370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46085007" sldId="214748370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768348402" sldId="2147483703"/>
          </pc:sldLayoutMkLst>
        </pc:sldLayoutChg>
      </pc:sldMasterChg>
      <pc:sldMasterChg chg="del delSldLayout">
        <pc:chgData name="Richard Taylor" userId="fbfc1553-b23d-457b-a859-b112eb014c8c" providerId="ADAL" clId="{EBB483C0-9DDE-4E14-9CF4-4D066CBDE887}" dt="2025-07-08T02:24:23.723" v="203" actId="2696"/>
        <pc:sldMasterMkLst>
          <pc:docMk/>
          <pc:sldMasterMk cId="2175758082" sldId="2147483660"/>
        </pc:sldMasterMkLst>
        <pc:sldLayoutChg chg="del">
          <pc:chgData name="Richard Taylor" userId="fbfc1553-b23d-457b-a859-b112eb014c8c" providerId="ADAL" clId="{EBB483C0-9DDE-4E14-9CF4-4D066CBDE887}" dt="2025-07-08T02:24:23.723" v="203" actId="2696"/>
          <pc:sldLayoutMkLst>
            <pc:docMk/>
            <pc:sldMasterMk cId="2175758082" sldId="2147483660"/>
            <pc:sldLayoutMk cId="1899151062" sldId="2147483661"/>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851186501" sldId="2147483662"/>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973164396" sldId="2147483663"/>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138752779" sldId="2147483664"/>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4280740897" sldId="2147483665"/>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215594569" sldId="2147483666"/>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666958340" sldId="2147483667"/>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322922305" sldId="2147483668"/>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071824427" sldId="2147483669"/>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2985590391" sldId="2147483670"/>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195041632" sldId="2147483671"/>
          </pc:sldLayoutMkLst>
        </pc:sldLayoutChg>
      </pc:sldMasterChg>
      <pc:sldMasterChg chg="del delSldLayout">
        <pc:chgData name="Richard Taylor" userId="fbfc1553-b23d-457b-a859-b112eb014c8c" providerId="ADAL" clId="{EBB483C0-9DDE-4E14-9CF4-4D066CBDE887}" dt="2025-07-08T02:43:51.562" v="430" actId="47"/>
        <pc:sldMasterMkLst>
          <pc:docMk/>
          <pc:sldMasterMk cId="2630047761" sldId="2147483672"/>
        </pc:sldMasterMkLst>
        <pc:sldLayoutChg chg="del">
          <pc:chgData name="Richard Taylor" userId="fbfc1553-b23d-457b-a859-b112eb014c8c" providerId="ADAL" clId="{EBB483C0-9DDE-4E14-9CF4-4D066CBDE887}" dt="2025-07-08T02:43:51.562" v="430" actId="47"/>
          <pc:sldLayoutMkLst>
            <pc:docMk/>
            <pc:sldMasterMk cId="2630047761" sldId="2147483672"/>
            <pc:sldLayoutMk cId="314345799" sldId="214748367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960169120" sldId="214748367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215549813" sldId="214748367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656757496" sldId="214748367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093323198" sldId="214748367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860549584" sldId="214748367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28596114" sldId="214748367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5057366" sldId="214748368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57732945" sldId="214748368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720562616" sldId="214748368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64327241" sldId="214748368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424513170" sldId="214748368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439526636" sldId="214748368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344498025" sldId="214748368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224114034" sldId="214748368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21252102" sldId="214748368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93055960" sldId="214748368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809743797" sldId="214748369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15486567" sldId="214748369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661004794" sldId="214748369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287835308" sldId="214748369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035095414" sldId="214748369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831068939" sldId="214748369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044542775" sldId="214748369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18420908" sldId="214748369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840440390" sldId="214748369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73881328" sldId="214748369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560663517" sldId="214748370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467519980" sldId="214748370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756853887" sldId="214748370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79283033" sldId="214748370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18514873" sldId="214748370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893397153" sldId="214748370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248678932" sldId="214748370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825419037" sldId="214748370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254679170" sldId="214748370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583196191" sldId="214748370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013322620" sldId="214748371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319150501" sldId="214748371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30683520" sldId="214748371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685170172" sldId="214748371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562038696" sldId="214748371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73128847" sldId="2147483715"/>
          </pc:sldLayoutMkLst>
        </pc:sldLayoutChg>
      </pc:sldMasterChg>
    </pc:docChg>
  </pc:docChgLst>
  <pc:docChgLst>
    <pc:chgData name="Richard Taylor" userId="fbfc1553-b23d-457b-a859-b112eb014c8c" providerId="ADAL" clId="{A77F282A-7C6B-4368-A37E-704D8CF7BA8A}"/>
    <pc:docChg chg="undo custSel addSld delSld modSld">
      <pc:chgData name="Richard Taylor" userId="fbfc1553-b23d-457b-a859-b112eb014c8c" providerId="ADAL" clId="{A77F282A-7C6B-4368-A37E-704D8CF7BA8A}" dt="2025-07-09T04:54:01.717" v="152" actId="47"/>
      <pc:docMkLst>
        <pc:docMk/>
      </pc:docMkLst>
      <pc:sldChg chg="modSp mod">
        <pc:chgData name="Richard Taylor" userId="fbfc1553-b23d-457b-a859-b112eb014c8c" providerId="ADAL" clId="{A77F282A-7C6B-4368-A37E-704D8CF7BA8A}" dt="2025-07-09T04:41:01.208" v="65" actId="20577"/>
        <pc:sldMkLst>
          <pc:docMk/>
          <pc:sldMk cId="0" sldId="256"/>
        </pc:sldMkLst>
        <pc:spChg chg="mod">
          <ac:chgData name="Richard Taylor" userId="fbfc1553-b23d-457b-a859-b112eb014c8c" providerId="ADAL" clId="{A77F282A-7C6B-4368-A37E-704D8CF7BA8A}" dt="2025-07-09T04:41:01.208" v="65" actId="20577"/>
          <ac:spMkLst>
            <pc:docMk/>
            <pc:sldMk cId="0" sldId="256"/>
            <ac:spMk id="16" creationId="{00000000-0000-0000-0000-000000000000}"/>
          </ac:spMkLst>
        </pc:spChg>
      </pc:sldChg>
      <pc:sldChg chg="del">
        <pc:chgData name="Richard Taylor" userId="fbfc1553-b23d-457b-a859-b112eb014c8c" providerId="ADAL" clId="{A77F282A-7C6B-4368-A37E-704D8CF7BA8A}" dt="2025-07-09T04:41:21.244" v="68" actId="47"/>
        <pc:sldMkLst>
          <pc:docMk/>
          <pc:sldMk cId="0" sldId="257"/>
        </pc:sldMkLst>
      </pc:sldChg>
      <pc:sldChg chg="add del">
        <pc:chgData name="Richard Taylor" userId="fbfc1553-b23d-457b-a859-b112eb014c8c" providerId="ADAL" clId="{A77F282A-7C6B-4368-A37E-704D8CF7BA8A}" dt="2025-07-09T04:51:51.744" v="141" actId="47"/>
        <pc:sldMkLst>
          <pc:docMk/>
          <pc:sldMk cId="2003456868" sldId="286"/>
        </pc:sldMkLst>
      </pc:sldChg>
      <pc:sldChg chg="add del">
        <pc:chgData name="Richard Taylor" userId="fbfc1553-b23d-457b-a859-b112eb014c8c" providerId="ADAL" clId="{A77F282A-7C6B-4368-A37E-704D8CF7BA8A}" dt="2025-07-09T04:51:53.738" v="142" actId="47"/>
        <pc:sldMkLst>
          <pc:docMk/>
          <pc:sldMk cId="1273630780" sldId="287"/>
        </pc:sldMkLst>
      </pc:sldChg>
      <pc:sldChg chg="add del">
        <pc:chgData name="Richard Taylor" userId="fbfc1553-b23d-457b-a859-b112eb014c8c" providerId="ADAL" clId="{A77F282A-7C6B-4368-A37E-704D8CF7BA8A}" dt="2025-07-09T04:51:56.461" v="143" actId="47"/>
        <pc:sldMkLst>
          <pc:docMk/>
          <pc:sldMk cId="2471166483" sldId="288"/>
        </pc:sldMkLst>
      </pc:sldChg>
      <pc:sldChg chg="add del">
        <pc:chgData name="Richard Taylor" userId="fbfc1553-b23d-457b-a859-b112eb014c8c" providerId="ADAL" clId="{A77F282A-7C6B-4368-A37E-704D8CF7BA8A}" dt="2025-07-09T04:51:57.994" v="144" actId="47"/>
        <pc:sldMkLst>
          <pc:docMk/>
          <pc:sldMk cId="897866384" sldId="289"/>
        </pc:sldMkLst>
      </pc:sldChg>
      <pc:sldChg chg="add del">
        <pc:chgData name="Richard Taylor" userId="fbfc1553-b23d-457b-a859-b112eb014c8c" providerId="ADAL" clId="{A77F282A-7C6B-4368-A37E-704D8CF7BA8A}" dt="2025-07-09T04:48:26.254" v="134" actId="47"/>
        <pc:sldMkLst>
          <pc:docMk/>
          <pc:sldMk cId="1709532087" sldId="321"/>
        </pc:sldMkLst>
      </pc:sldChg>
      <pc:sldChg chg="add del">
        <pc:chgData name="Richard Taylor" userId="fbfc1553-b23d-457b-a859-b112eb014c8c" providerId="ADAL" clId="{A77F282A-7C6B-4368-A37E-704D8CF7BA8A}" dt="2025-07-09T04:48:27.112" v="135" actId="47"/>
        <pc:sldMkLst>
          <pc:docMk/>
          <pc:sldMk cId="1725474338" sldId="341"/>
        </pc:sldMkLst>
      </pc:sldChg>
      <pc:sldChg chg="del">
        <pc:chgData name="Richard Taylor" userId="fbfc1553-b23d-457b-a859-b112eb014c8c" providerId="ADAL" clId="{A77F282A-7C6B-4368-A37E-704D8CF7BA8A}" dt="2025-07-09T04:41:21.244" v="68" actId="47"/>
        <pc:sldMkLst>
          <pc:docMk/>
          <pc:sldMk cId="3716306935" sldId="342"/>
        </pc:sldMkLst>
      </pc:sldChg>
      <pc:sldChg chg="del">
        <pc:chgData name="Richard Taylor" userId="fbfc1553-b23d-457b-a859-b112eb014c8c" providerId="ADAL" clId="{A77F282A-7C6B-4368-A37E-704D8CF7BA8A}" dt="2025-07-09T04:41:21.244" v="68" actId="47"/>
        <pc:sldMkLst>
          <pc:docMk/>
          <pc:sldMk cId="1598394352" sldId="355"/>
        </pc:sldMkLst>
      </pc:sldChg>
      <pc:sldChg chg="del">
        <pc:chgData name="Richard Taylor" userId="fbfc1553-b23d-457b-a859-b112eb014c8c" providerId="ADAL" clId="{A77F282A-7C6B-4368-A37E-704D8CF7BA8A}" dt="2025-07-09T04:41:21.244" v="68" actId="47"/>
        <pc:sldMkLst>
          <pc:docMk/>
          <pc:sldMk cId="1744659353" sldId="358"/>
        </pc:sldMkLst>
      </pc:sldChg>
      <pc:sldChg chg="del">
        <pc:chgData name="Richard Taylor" userId="fbfc1553-b23d-457b-a859-b112eb014c8c" providerId="ADAL" clId="{A77F282A-7C6B-4368-A37E-704D8CF7BA8A}" dt="2025-07-09T04:41:21.244" v="68" actId="47"/>
        <pc:sldMkLst>
          <pc:docMk/>
          <pc:sldMk cId="1268176173" sldId="362"/>
        </pc:sldMkLst>
      </pc:sldChg>
      <pc:sldChg chg="add del">
        <pc:chgData name="Richard Taylor" userId="fbfc1553-b23d-457b-a859-b112eb014c8c" providerId="ADAL" clId="{A77F282A-7C6B-4368-A37E-704D8CF7BA8A}" dt="2025-07-09T04:53:54.632" v="151" actId="47"/>
        <pc:sldMkLst>
          <pc:docMk/>
          <pc:sldMk cId="3086448704" sldId="365"/>
        </pc:sldMkLst>
      </pc:sldChg>
      <pc:sldChg chg="del">
        <pc:chgData name="Richard Taylor" userId="fbfc1553-b23d-457b-a859-b112eb014c8c" providerId="ADAL" clId="{A77F282A-7C6B-4368-A37E-704D8CF7BA8A}" dt="2025-07-09T04:41:21.244" v="68" actId="47"/>
        <pc:sldMkLst>
          <pc:docMk/>
          <pc:sldMk cId="864327182" sldId="367"/>
        </pc:sldMkLst>
      </pc:sldChg>
      <pc:sldChg chg="add del">
        <pc:chgData name="Richard Taylor" userId="fbfc1553-b23d-457b-a859-b112eb014c8c" providerId="ADAL" clId="{A77F282A-7C6B-4368-A37E-704D8CF7BA8A}" dt="2025-07-09T04:54:01.717" v="152" actId="47"/>
        <pc:sldMkLst>
          <pc:docMk/>
          <pc:sldMk cId="2393411135" sldId="377"/>
        </pc:sldMkLst>
      </pc:sldChg>
      <pc:sldChg chg="del">
        <pc:chgData name="Richard Taylor" userId="fbfc1553-b23d-457b-a859-b112eb014c8c" providerId="ADAL" clId="{A77F282A-7C6B-4368-A37E-704D8CF7BA8A}" dt="2025-07-09T04:41:15.904" v="67" actId="47"/>
        <pc:sldMkLst>
          <pc:docMk/>
          <pc:sldMk cId="3469652351" sldId="383"/>
        </pc:sldMkLst>
      </pc:sldChg>
      <pc:sldChg chg="add del">
        <pc:chgData name="Richard Taylor" userId="fbfc1553-b23d-457b-a859-b112eb014c8c" providerId="ADAL" clId="{A77F282A-7C6B-4368-A37E-704D8CF7BA8A}" dt="2025-07-09T04:50:45.921" v="136" actId="47"/>
        <pc:sldMkLst>
          <pc:docMk/>
          <pc:sldMk cId="814340366" sldId="385"/>
        </pc:sldMkLst>
      </pc:sldChg>
      <pc:sldChg chg="del">
        <pc:chgData name="Richard Taylor" userId="fbfc1553-b23d-457b-a859-b112eb014c8c" providerId="ADAL" clId="{A77F282A-7C6B-4368-A37E-704D8CF7BA8A}" dt="2025-07-09T04:41:21.244" v="68" actId="47"/>
        <pc:sldMkLst>
          <pc:docMk/>
          <pc:sldMk cId="1027794411" sldId="385"/>
        </pc:sldMkLst>
      </pc:sldChg>
      <pc:sldChg chg="del">
        <pc:chgData name="Richard Taylor" userId="fbfc1553-b23d-457b-a859-b112eb014c8c" providerId="ADAL" clId="{A77F282A-7C6B-4368-A37E-704D8CF7BA8A}" dt="2025-07-09T04:41:21.244" v="68" actId="47"/>
        <pc:sldMkLst>
          <pc:docMk/>
          <pc:sldMk cId="2545615719" sldId="386"/>
        </pc:sldMkLst>
      </pc:sldChg>
      <pc:sldChg chg="del">
        <pc:chgData name="Richard Taylor" userId="fbfc1553-b23d-457b-a859-b112eb014c8c" providerId="ADAL" clId="{A77F282A-7C6B-4368-A37E-704D8CF7BA8A}" dt="2025-07-09T04:41:21.244" v="68" actId="47"/>
        <pc:sldMkLst>
          <pc:docMk/>
          <pc:sldMk cId="4230212025" sldId="390"/>
        </pc:sldMkLst>
      </pc:sldChg>
      <pc:sldChg chg="add del">
        <pc:chgData name="Richard Taylor" userId="fbfc1553-b23d-457b-a859-b112eb014c8c" providerId="ADAL" clId="{A77F282A-7C6B-4368-A37E-704D8CF7BA8A}" dt="2025-07-09T04:50:46.732" v="137" actId="47"/>
        <pc:sldMkLst>
          <pc:docMk/>
          <pc:sldMk cId="2933103190" sldId="399"/>
        </pc:sldMkLst>
      </pc:sldChg>
      <pc:sldChg chg="add del">
        <pc:chgData name="Richard Taylor" userId="fbfc1553-b23d-457b-a859-b112eb014c8c" providerId="ADAL" clId="{A77F282A-7C6B-4368-A37E-704D8CF7BA8A}" dt="2025-07-09T04:50:52.335" v="138" actId="47"/>
        <pc:sldMkLst>
          <pc:docMk/>
          <pc:sldMk cId="2361712349" sldId="400"/>
        </pc:sldMkLst>
      </pc:sldChg>
      <pc:sldChg chg="add">
        <pc:chgData name="Richard Taylor" userId="fbfc1553-b23d-457b-a859-b112eb014c8c" providerId="ADAL" clId="{A77F282A-7C6B-4368-A37E-704D8CF7BA8A}" dt="2025-07-09T04:41:56.995" v="69"/>
        <pc:sldMkLst>
          <pc:docMk/>
          <pc:sldMk cId="148454743" sldId="401"/>
        </pc:sldMkLst>
      </pc:sldChg>
      <pc:sldChg chg="add">
        <pc:chgData name="Richard Taylor" userId="fbfc1553-b23d-457b-a859-b112eb014c8c" providerId="ADAL" clId="{A77F282A-7C6B-4368-A37E-704D8CF7BA8A}" dt="2025-07-09T04:41:56.995" v="69"/>
        <pc:sldMkLst>
          <pc:docMk/>
          <pc:sldMk cId="1356086571" sldId="402"/>
        </pc:sldMkLst>
      </pc:sldChg>
      <pc:sldChg chg="add">
        <pc:chgData name="Richard Taylor" userId="fbfc1553-b23d-457b-a859-b112eb014c8c" providerId="ADAL" clId="{A77F282A-7C6B-4368-A37E-704D8CF7BA8A}" dt="2025-07-09T04:41:56.995" v="69"/>
        <pc:sldMkLst>
          <pc:docMk/>
          <pc:sldMk cId="2627215249" sldId="403"/>
        </pc:sldMkLst>
      </pc:sldChg>
      <pc:sldChg chg="add">
        <pc:chgData name="Richard Taylor" userId="fbfc1553-b23d-457b-a859-b112eb014c8c" providerId="ADAL" clId="{A77F282A-7C6B-4368-A37E-704D8CF7BA8A}" dt="2025-07-09T04:41:56.995" v="69"/>
        <pc:sldMkLst>
          <pc:docMk/>
          <pc:sldMk cId="3371391187" sldId="404"/>
        </pc:sldMkLst>
      </pc:sldChg>
      <pc:sldChg chg="add">
        <pc:chgData name="Richard Taylor" userId="fbfc1553-b23d-457b-a859-b112eb014c8c" providerId="ADAL" clId="{A77F282A-7C6B-4368-A37E-704D8CF7BA8A}" dt="2025-07-09T04:41:56.995" v="69"/>
        <pc:sldMkLst>
          <pc:docMk/>
          <pc:sldMk cId="397980116" sldId="405"/>
        </pc:sldMkLst>
      </pc:sldChg>
      <pc:sldChg chg="modSp mod">
        <pc:chgData name="Richard Taylor" userId="fbfc1553-b23d-457b-a859-b112eb014c8c" providerId="ADAL" clId="{A77F282A-7C6B-4368-A37E-704D8CF7BA8A}" dt="2025-07-09T04:53:02.298" v="149" actId="114"/>
        <pc:sldMkLst>
          <pc:docMk/>
          <pc:sldMk cId="3943369309" sldId="406"/>
        </pc:sldMkLst>
        <pc:spChg chg="mod">
          <ac:chgData name="Richard Taylor" userId="fbfc1553-b23d-457b-a859-b112eb014c8c" providerId="ADAL" clId="{A77F282A-7C6B-4368-A37E-704D8CF7BA8A}" dt="2025-07-09T04:53:02.298" v="149" actId="114"/>
          <ac:spMkLst>
            <pc:docMk/>
            <pc:sldMk cId="3943369309" sldId="406"/>
            <ac:spMk id="49155" creationId="{C819BC3C-1CC3-8997-60B3-94121772C77D}"/>
          </ac:spMkLst>
        </pc:spChg>
      </pc:sldChg>
      <pc:sldChg chg="del">
        <pc:chgData name="Richard Taylor" userId="fbfc1553-b23d-457b-a859-b112eb014c8c" providerId="ADAL" clId="{A77F282A-7C6B-4368-A37E-704D8CF7BA8A}" dt="2025-07-09T04:41:21.244" v="68" actId="47"/>
        <pc:sldMkLst>
          <pc:docMk/>
          <pc:sldMk cId="253208168" sldId="408"/>
        </pc:sldMkLst>
      </pc:sldChg>
      <pc:sldChg chg="del">
        <pc:chgData name="Richard Taylor" userId="fbfc1553-b23d-457b-a859-b112eb014c8c" providerId="ADAL" clId="{A77F282A-7C6B-4368-A37E-704D8CF7BA8A}" dt="2025-07-09T04:41:21.244" v="68" actId="47"/>
        <pc:sldMkLst>
          <pc:docMk/>
          <pc:sldMk cId="1453941062" sldId="409"/>
        </pc:sldMkLst>
      </pc:sldChg>
      <pc:sldChg chg="del">
        <pc:chgData name="Richard Taylor" userId="fbfc1553-b23d-457b-a859-b112eb014c8c" providerId="ADAL" clId="{A77F282A-7C6B-4368-A37E-704D8CF7BA8A}" dt="2025-07-09T04:41:21.244" v="68" actId="47"/>
        <pc:sldMkLst>
          <pc:docMk/>
          <pc:sldMk cId="551074973" sldId="410"/>
        </pc:sldMkLst>
      </pc:sldChg>
      <pc:sldChg chg="add del">
        <pc:chgData name="Richard Taylor" userId="fbfc1553-b23d-457b-a859-b112eb014c8c" providerId="ADAL" clId="{A77F282A-7C6B-4368-A37E-704D8CF7BA8A}" dt="2025-07-09T04:51:45.016" v="139" actId="47"/>
        <pc:sldMkLst>
          <pc:docMk/>
          <pc:sldMk cId="1568986561" sldId="411"/>
        </pc:sldMkLst>
      </pc:sldChg>
      <pc:sldChg chg="add">
        <pc:chgData name="Richard Taylor" userId="fbfc1553-b23d-457b-a859-b112eb014c8c" providerId="ADAL" clId="{A77F282A-7C6B-4368-A37E-704D8CF7BA8A}" dt="2025-07-09T04:41:56.995" v="69"/>
        <pc:sldMkLst>
          <pc:docMk/>
          <pc:sldMk cId="1442929136" sldId="412"/>
        </pc:sldMkLst>
      </pc:sldChg>
      <pc:sldChg chg="del">
        <pc:chgData name="Richard Taylor" userId="fbfc1553-b23d-457b-a859-b112eb014c8c" providerId="ADAL" clId="{A77F282A-7C6B-4368-A37E-704D8CF7BA8A}" dt="2025-07-09T04:41:21.244" v="68" actId="47"/>
        <pc:sldMkLst>
          <pc:docMk/>
          <pc:sldMk cId="2507606489" sldId="412"/>
        </pc:sldMkLst>
      </pc:sldChg>
      <pc:sldChg chg="del">
        <pc:chgData name="Richard Taylor" userId="fbfc1553-b23d-457b-a859-b112eb014c8c" providerId="ADAL" clId="{A77F282A-7C6B-4368-A37E-704D8CF7BA8A}" dt="2025-07-09T04:41:21.244" v="68" actId="47"/>
        <pc:sldMkLst>
          <pc:docMk/>
          <pc:sldMk cId="2652869421" sldId="413"/>
        </pc:sldMkLst>
      </pc:sldChg>
      <pc:sldChg chg="del">
        <pc:chgData name="Richard Taylor" userId="fbfc1553-b23d-457b-a859-b112eb014c8c" providerId="ADAL" clId="{A77F282A-7C6B-4368-A37E-704D8CF7BA8A}" dt="2025-07-09T04:41:21.244" v="68" actId="47"/>
        <pc:sldMkLst>
          <pc:docMk/>
          <pc:sldMk cId="130653088" sldId="414"/>
        </pc:sldMkLst>
      </pc:sldChg>
      <pc:sldChg chg="del">
        <pc:chgData name="Richard Taylor" userId="fbfc1553-b23d-457b-a859-b112eb014c8c" providerId="ADAL" clId="{A77F282A-7C6B-4368-A37E-704D8CF7BA8A}" dt="2025-07-09T04:41:21.244" v="68" actId="47"/>
        <pc:sldMkLst>
          <pc:docMk/>
          <pc:sldMk cId="3405060869" sldId="415"/>
        </pc:sldMkLst>
      </pc:sldChg>
      <pc:sldChg chg="del">
        <pc:chgData name="Richard Taylor" userId="fbfc1553-b23d-457b-a859-b112eb014c8c" providerId="ADAL" clId="{A77F282A-7C6B-4368-A37E-704D8CF7BA8A}" dt="2025-07-09T04:41:21.244" v="68" actId="47"/>
        <pc:sldMkLst>
          <pc:docMk/>
          <pc:sldMk cId="244894394" sldId="416"/>
        </pc:sldMkLst>
      </pc:sldChg>
      <pc:sldChg chg="del">
        <pc:chgData name="Richard Taylor" userId="fbfc1553-b23d-457b-a859-b112eb014c8c" providerId="ADAL" clId="{A77F282A-7C6B-4368-A37E-704D8CF7BA8A}" dt="2025-07-09T04:41:21.244" v="68" actId="47"/>
        <pc:sldMkLst>
          <pc:docMk/>
          <pc:sldMk cId="1639637412" sldId="417"/>
        </pc:sldMkLst>
      </pc:sldChg>
      <pc:sldChg chg="del">
        <pc:chgData name="Richard Taylor" userId="fbfc1553-b23d-457b-a859-b112eb014c8c" providerId="ADAL" clId="{A77F282A-7C6B-4368-A37E-704D8CF7BA8A}" dt="2025-07-09T04:41:21.244" v="68" actId="47"/>
        <pc:sldMkLst>
          <pc:docMk/>
          <pc:sldMk cId="845478301" sldId="418"/>
        </pc:sldMkLst>
      </pc:sldChg>
      <pc:sldChg chg="del">
        <pc:chgData name="Richard Taylor" userId="fbfc1553-b23d-457b-a859-b112eb014c8c" providerId="ADAL" clId="{A77F282A-7C6B-4368-A37E-704D8CF7BA8A}" dt="2025-07-09T04:41:21.244" v="68" actId="47"/>
        <pc:sldMkLst>
          <pc:docMk/>
          <pc:sldMk cId="1067854965" sldId="419"/>
        </pc:sldMkLst>
      </pc:sldChg>
      <pc:sldChg chg="add del">
        <pc:chgData name="Richard Taylor" userId="fbfc1553-b23d-457b-a859-b112eb014c8c" providerId="ADAL" clId="{A77F282A-7C6B-4368-A37E-704D8CF7BA8A}" dt="2025-07-09T04:51:50.128" v="140" actId="47"/>
        <pc:sldMkLst>
          <pc:docMk/>
          <pc:sldMk cId="728044309" sldId="420"/>
        </pc:sldMkLst>
      </pc:sldChg>
      <pc:sldChg chg="del">
        <pc:chgData name="Richard Taylor" userId="fbfc1553-b23d-457b-a859-b112eb014c8c" providerId="ADAL" clId="{A77F282A-7C6B-4368-A37E-704D8CF7BA8A}" dt="2025-07-09T04:41:21.244" v="68" actId="47"/>
        <pc:sldMkLst>
          <pc:docMk/>
          <pc:sldMk cId="2066071568" sldId="420"/>
        </pc:sldMkLst>
      </pc:sldChg>
      <pc:sldChg chg="del">
        <pc:chgData name="Richard Taylor" userId="fbfc1553-b23d-457b-a859-b112eb014c8c" providerId="ADAL" clId="{A77F282A-7C6B-4368-A37E-704D8CF7BA8A}" dt="2025-07-09T04:41:21.244" v="68" actId="47"/>
        <pc:sldMkLst>
          <pc:docMk/>
          <pc:sldMk cId="231866686" sldId="421"/>
        </pc:sldMkLst>
      </pc:sldChg>
      <pc:sldChg chg="del">
        <pc:chgData name="Richard Taylor" userId="fbfc1553-b23d-457b-a859-b112eb014c8c" providerId="ADAL" clId="{A77F282A-7C6B-4368-A37E-704D8CF7BA8A}" dt="2025-07-09T04:41:21.244" v="68" actId="47"/>
        <pc:sldMkLst>
          <pc:docMk/>
          <pc:sldMk cId="2981381657" sldId="422"/>
        </pc:sldMkLst>
      </pc:sldChg>
      <pc:sldChg chg="add">
        <pc:chgData name="Richard Taylor" userId="fbfc1553-b23d-457b-a859-b112eb014c8c" providerId="ADAL" clId="{A77F282A-7C6B-4368-A37E-704D8CF7BA8A}" dt="2025-07-09T04:41:56.995" v="69"/>
        <pc:sldMkLst>
          <pc:docMk/>
          <pc:sldMk cId="4005816744" sldId="422"/>
        </pc:sldMkLst>
      </pc:sldChg>
      <pc:sldChg chg="modSp mod">
        <pc:chgData name="Richard Taylor" userId="fbfc1553-b23d-457b-a859-b112eb014c8c" providerId="ADAL" clId="{A77F282A-7C6B-4368-A37E-704D8CF7BA8A}" dt="2025-07-09T04:48:22.053" v="133" actId="5793"/>
        <pc:sldMkLst>
          <pc:docMk/>
          <pc:sldMk cId="3352915028" sldId="423"/>
        </pc:sldMkLst>
      </pc:sldChg>
      <pc:sldChg chg="add">
        <pc:chgData name="Richard Taylor" userId="fbfc1553-b23d-457b-a859-b112eb014c8c" providerId="ADAL" clId="{A77F282A-7C6B-4368-A37E-704D8CF7BA8A}" dt="2025-07-09T04:41:56.995" v="69"/>
        <pc:sldMkLst>
          <pc:docMk/>
          <pc:sldMk cId="4256698259" sldId="424"/>
        </pc:sldMkLst>
      </pc:sldChg>
      <pc:sldChg chg="new del">
        <pc:chgData name="Richard Taylor" userId="fbfc1553-b23d-457b-a859-b112eb014c8c" providerId="ADAL" clId="{A77F282A-7C6B-4368-A37E-704D8CF7BA8A}" dt="2025-07-09T04:43:23.703" v="71" actId="680"/>
        <pc:sldMkLst>
          <pc:docMk/>
          <pc:sldMk cId="1616246997" sldId="425"/>
        </pc:sldMkLst>
      </pc:sldChg>
      <pc:sldChg chg="del">
        <pc:chgData name="Richard Taylor" userId="fbfc1553-b23d-457b-a859-b112eb014c8c" providerId="ADAL" clId="{A77F282A-7C6B-4368-A37E-704D8CF7BA8A}" dt="2025-07-09T04:41:21.244" v="68" actId="47"/>
        <pc:sldMkLst>
          <pc:docMk/>
          <pc:sldMk cId="1867447773" sldId="425"/>
        </pc:sldMkLst>
      </pc:sldChg>
      <pc:sldChg chg="modSp add mod">
        <pc:chgData name="Richard Taylor" userId="fbfc1553-b23d-457b-a859-b112eb014c8c" providerId="ADAL" clId="{A77F282A-7C6B-4368-A37E-704D8CF7BA8A}" dt="2025-07-09T04:52:50.651" v="148" actId="114"/>
        <pc:sldMkLst>
          <pc:docMk/>
          <pc:sldMk cId="3555048574" sldId="425"/>
        </pc:sldMkLst>
      </pc:sldChg>
      <pc:sldChg chg="modSp add mod">
        <pc:chgData name="Richard Taylor" userId="fbfc1553-b23d-457b-a859-b112eb014c8c" providerId="ADAL" clId="{A77F282A-7C6B-4368-A37E-704D8CF7BA8A}" dt="2025-07-09T04:45:31.065" v="101" actId="14100"/>
        <pc:sldMkLst>
          <pc:docMk/>
          <pc:sldMk cId="2940192726" sldId="426"/>
        </pc:sldMkLst>
      </pc:sldChg>
      <pc:sldChg chg="del">
        <pc:chgData name="Richard Taylor" userId="fbfc1553-b23d-457b-a859-b112eb014c8c" providerId="ADAL" clId="{A77F282A-7C6B-4368-A37E-704D8CF7BA8A}" dt="2025-07-09T04:41:21.244" v="68" actId="47"/>
        <pc:sldMkLst>
          <pc:docMk/>
          <pc:sldMk cId="3298557018" sldId="426"/>
        </pc:sldMkLst>
      </pc:sldChg>
      <pc:sldChg chg="del">
        <pc:chgData name="Richard Taylor" userId="fbfc1553-b23d-457b-a859-b112eb014c8c" providerId="ADAL" clId="{A77F282A-7C6B-4368-A37E-704D8CF7BA8A}" dt="2025-07-09T04:41:21.244" v="68" actId="47"/>
        <pc:sldMkLst>
          <pc:docMk/>
          <pc:sldMk cId="618643936" sldId="427"/>
        </pc:sldMkLst>
      </pc:sldChg>
      <pc:sldChg chg="modSp add mod">
        <pc:chgData name="Richard Taylor" userId="fbfc1553-b23d-457b-a859-b112eb014c8c" providerId="ADAL" clId="{A77F282A-7C6B-4368-A37E-704D8CF7BA8A}" dt="2025-07-09T04:52:21.493" v="145" actId="114"/>
        <pc:sldMkLst>
          <pc:docMk/>
          <pc:sldMk cId="1068579246" sldId="427"/>
        </pc:sldMkLst>
      </pc:sldChg>
      <pc:sldChg chg="modSp add mod">
        <pc:chgData name="Richard Taylor" userId="fbfc1553-b23d-457b-a859-b112eb014c8c" providerId="ADAL" clId="{A77F282A-7C6B-4368-A37E-704D8CF7BA8A}" dt="2025-07-09T04:52:27.063" v="146" actId="114"/>
        <pc:sldMkLst>
          <pc:docMk/>
          <pc:sldMk cId="998973076" sldId="428"/>
        </pc:sldMkLst>
      </pc:sldChg>
      <pc:sldChg chg="del">
        <pc:chgData name="Richard Taylor" userId="fbfc1553-b23d-457b-a859-b112eb014c8c" providerId="ADAL" clId="{A77F282A-7C6B-4368-A37E-704D8CF7BA8A}" dt="2025-07-09T04:41:21.244" v="68" actId="47"/>
        <pc:sldMkLst>
          <pc:docMk/>
          <pc:sldMk cId="1209957430" sldId="428"/>
        </pc:sldMkLst>
      </pc:sldChg>
      <pc:sldChg chg="del">
        <pc:chgData name="Richard Taylor" userId="fbfc1553-b23d-457b-a859-b112eb014c8c" providerId="ADAL" clId="{A77F282A-7C6B-4368-A37E-704D8CF7BA8A}" dt="2025-07-09T04:41:21.244" v="68" actId="47"/>
        <pc:sldMkLst>
          <pc:docMk/>
          <pc:sldMk cId="2259232645" sldId="429"/>
        </pc:sldMkLst>
      </pc:sldChg>
      <pc:sldChg chg="add del">
        <pc:chgData name="Richard Taylor" userId="fbfc1553-b23d-457b-a859-b112eb014c8c" providerId="ADAL" clId="{A77F282A-7C6B-4368-A37E-704D8CF7BA8A}" dt="2025-07-09T04:52:41.391" v="147" actId="47"/>
        <pc:sldMkLst>
          <pc:docMk/>
          <pc:sldMk cId="3919712663" sldId="429"/>
        </pc:sldMkLst>
      </pc:sldChg>
      <pc:sldChg chg="del">
        <pc:chgData name="Richard Taylor" userId="fbfc1553-b23d-457b-a859-b112eb014c8c" providerId="ADAL" clId="{A77F282A-7C6B-4368-A37E-704D8CF7BA8A}" dt="2025-07-09T04:41:21.244" v="68" actId="47"/>
        <pc:sldMkLst>
          <pc:docMk/>
          <pc:sldMk cId="1754982825" sldId="430"/>
        </pc:sldMkLst>
      </pc:sldChg>
      <pc:sldChg chg="modSp add mod">
        <pc:chgData name="Richard Taylor" userId="fbfc1553-b23d-457b-a859-b112eb014c8c" providerId="ADAL" clId="{A77F282A-7C6B-4368-A37E-704D8CF7BA8A}" dt="2025-07-09T04:53:19.010" v="150" actId="114"/>
        <pc:sldMkLst>
          <pc:docMk/>
          <pc:sldMk cId="4092253779" sldId="430"/>
        </pc:sldMkLst>
      </pc:sldChg>
      <pc:sldChg chg="del">
        <pc:chgData name="Richard Taylor" userId="fbfc1553-b23d-457b-a859-b112eb014c8c" providerId="ADAL" clId="{A77F282A-7C6B-4368-A37E-704D8CF7BA8A}" dt="2025-07-09T04:41:21.244" v="68" actId="47"/>
        <pc:sldMkLst>
          <pc:docMk/>
          <pc:sldMk cId="3899518367" sldId="431"/>
        </pc:sldMkLst>
      </pc:sldChg>
      <pc:sldChg chg="del">
        <pc:chgData name="Richard Taylor" userId="fbfc1553-b23d-457b-a859-b112eb014c8c" providerId="ADAL" clId="{A77F282A-7C6B-4368-A37E-704D8CF7BA8A}" dt="2025-07-09T04:41:21.244" v="68" actId="47"/>
        <pc:sldMkLst>
          <pc:docMk/>
          <pc:sldMk cId="4085959686" sldId="432"/>
        </pc:sldMkLst>
      </pc:sldChg>
      <pc:sldChg chg="del">
        <pc:chgData name="Richard Taylor" userId="fbfc1553-b23d-457b-a859-b112eb014c8c" providerId="ADAL" clId="{A77F282A-7C6B-4368-A37E-704D8CF7BA8A}" dt="2025-07-09T04:41:21.244" v="68" actId="47"/>
        <pc:sldMkLst>
          <pc:docMk/>
          <pc:sldMk cId="2845875589" sldId="433"/>
        </pc:sldMkLst>
      </pc:sldChg>
      <pc:sldMasterChg chg="delSldLayout">
        <pc:chgData name="Richard Taylor" userId="fbfc1553-b23d-457b-a859-b112eb014c8c" providerId="ADAL" clId="{A77F282A-7C6B-4368-A37E-704D8CF7BA8A}" dt="2025-07-09T04:41:21.244" v="68" actId="47"/>
        <pc:sldMasterMkLst>
          <pc:docMk/>
          <pc:sldMasterMk cId="0" sldId="2147483648"/>
        </pc:sldMasterMkLst>
        <pc:sldLayoutChg chg="del">
          <pc:chgData name="Richard Taylor" userId="fbfc1553-b23d-457b-a859-b112eb014c8c" providerId="ADAL" clId="{A77F282A-7C6B-4368-A37E-704D8CF7BA8A}" dt="2025-07-09T04:41:21.244" v="68" actId="47"/>
          <pc:sldLayoutMkLst>
            <pc:docMk/>
            <pc:sldMasterMk cId="0" sldId="2147483648"/>
            <pc:sldLayoutMk cId="817684012" sldId="2147483729"/>
          </pc:sldLayoutMkLst>
        </pc:sldLayoutChg>
      </pc:sldMasterChg>
      <pc:sldMasterChg chg="delSldLayout">
        <pc:chgData name="Richard Taylor" userId="fbfc1553-b23d-457b-a859-b112eb014c8c" providerId="ADAL" clId="{A77F282A-7C6B-4368-A37E-704D8CF7BA8A}" dt="2025-07-09T04:53:54.632" v="151" actId="47"/>
        <pc:sldMasterMkLst>
          <pc:docMk/>
          <pc:sldMasterMk cId="2162915277" sldId="2147483728"/>
        </pc:sldMasterMkLst>
        <pc:sldLayoutChg chg="del">
          <pc:chgData name="Richard Taylor" userId="fbfc1553-b23d-457b-a859-b112eb014c8c" providerId="ADAL" clId="{A77F282A-7C6B-4368-A37E-704D8CF7BA8A}" dt="2025-07-09T04:53:54.632" v="151" actId="47"/>
          <pc:sldLayoutMkLst>
            <pc:docMk/>
            <pc:sldMasterMk cId="2162915277" sldId="2147483728"/>
            <pc:sldLayoutMk cId="356344670" sldId="2147483768"/>
          </pc:sldLayoutMkLst>
        </pc:sldLayoutChg>
        <pc:sldLayoutChg chg="del">
          <pc:chgData name="Richard Taylor" userId="fbfc1553-b23d-457b-a859-b112eb014c8c" providerId="ADAL" clId="{A77F282A-7C6B-4368-A37E-704D8CF7BA8A}" dt="2025-07-09T04:51:57.994" v="144" actId="47"/>
          <pc:sldLayoutMkLst>
            <pc:docMk/>
            <pc:sldMasterMk cId="2162915277" sldId="2147483728"/>
            <pc:sldLayoutMk cId="2791000314" sldId="2147483771"/>
          </pc:sldLayoutMkLst>
        </pc:sldLayoutChg>
      </pc:sldMasterChg>
    </pc:docChg>
  </pc:docChgLst>
  <pc:docChgLst>
    <pc:chgData name="Richard Taylor" userId="fbfc1553-b23d-457b-a859-b112eb014c8c" providerId="ADAL" clId="{39AF5B6D-3D29-428C-B06F-37DC3C4D08EE}"/>
    <pc:docChg chg="undo custSel addSld delSld modSld delMainMaster">
      <pc:chgData name="Richard Taylor" userId="fbfc1553-b23d-457b-a859-b112eb014c8c" providerId="ADAL" clId="{39AF5B6D-3D29-428C-B06F-37DC3C4D08EE}" dt="2025-07-09T05:03:50.590" v="69"/>
      <pc:docMkLst>
        <pc:docMk/>
      </pc:docMkLst>
      <pc:sldChg chg="add">
        <pc:chgData name="Richard Taylor" userId="fbfc1553-b23d-457b-a859-b112eb014c8c" providerId="ADAL" clId="{39AF5B6D-3D29-428C-B06F-37DC3C4D08EE}" dt="2025-07-09T05:00:20.094" v="53"/>
        <pc:sldMkLst>
          <pc:docMk/>
          <pc:sldMk cId="1129372345" sldId="304"/>
        </pc:sldMkLst>
      </pc:sldChg>
      <pc:sldChg chg="add">
        <pc:chgData name="Richard Taylor" userId="fbfc1553-b23d-457b-a859-b112eb014c8c" providerId="ADAL" clId="{39AF5B6D-3D29-428C-B06F-37DC3C4D08EE}" dt="2025-07-09T05:00:20.094" v="53"/>
        <pc:sldMkLst>
          <pc:docMk/>
          <pc:sldMk cId="668507049" sldId="307"/>
        </pc:sldMkLst>
      </pc:sldChg>
      <pc:sldChg chg="add">
        <pc:chgData name="Richard Taylor" userId="fbfc1553-b23d-457b-a859-b112eb014c8c" providerId="ADAL" clId="{39AF5B6D-3D29-428C-B06F-37DC3C4D08EE}" dt="2025-07-09T05:00:20.094" v="53"/>
        <pc:sldMkLst>
          <pc:docMk/>
          <pc:sldMk cId="3831589150" sldId="317"/>
        </pc:sldMkLst>
      </pc:sldChg>
      <pc:sldChg chg="add del">
        <pc:chgData name="Richard Taylor" userId="fbfc1553-b23d-457b-a859-b112eb014c8c" providerId="ADAL" clId="{39AF5B6D-3D29-428C-B06F-37DC3C4D08EE}" dt="2025-07-09T05:00:46.939" v="59" actId="47"/>
        <pc:sldMkLst>
          <pc:docMk/>
          <pc:sldMk cId="1709532087" sldId="321"/>
        </pc:sldMkLst>
      </pc:sldChg>
      <pc:sldChg chg="add">
        <pc:chgData name="Richard Taylor" userId="fbfc1553-b23d-457b-a859-b112eb014c8c" providerId="ADAL" clId="{39AF5B6D-3D29-428C-B06F-37DC3C4D08EE}" dt="2025-07-09T05:00:20.094" v="53"/>
        <pc:sldMkLst>
          <pc:docMk/>
          <pc:sldMk cId="2624735673" sldId="322"/>
        </pc:sldMkLst>
      </pc:sldChg>
      <pc:sldChg chg="add del">
        <pc:chgData name="Richard Taylor" userId="fbfc1553-b23d-457b-a859-b112eb014c8c" providerId="ADAL" clId="{39AF5B6D-3D29-428C-B06F-37DC3C4D08EE}" dt="2025-07-09T05:02:16.034" v="65" actId="47"/>
        <pc:sldMkLst>
          <pc:docMk/>
          <pc:sldMk cId="2984902792" sldId="324"/>
        </pc:sldMkLst>
      </pc:sldChg>
      <pc:sldChg chg="add">
        <pc:chgData name="Richard Taylor" userId="fbfc1553-b23d-457b-a859-b112eb014c8c" providerId="ADAL" clId="{39AF5B6D-3D29-428C-B06F-37DC3C4D08EE}" dt="2025-07-09T05:00:20.094" v="53"/>
        <pc:sldMkLst>
          <pc:docMk/>
          <pc:sldMk cId="832213069" sldId="329"/>
        </pc:sldMkLst>
      </pc:sldChg>
      <pc:sldChg chg="add del">
        <pc:chgData name="Richard Taylor" userId="fbfc1553-b23d-457b-a859-b112eb014c8c" providerId="ADAL" clId="{39AF5B6D-3D29-428C-B06F-37DC3C4D08EE}" dt="2025-07-09T05:02:07.193" v="64" actId="47"/>
        <pc:sldMkLst>
          <pc:docMk/>
          <pc:sldMk cId="3429314609" sldId="335"/>
        </pc:sldMkLst>
      </pc:sldChg>
      <pc:sldChg chg="add del">
        <pc:chgData name="Richard Taylor" userId="fbfc1553-b23d-457b-a859-b112eb014c8c" providerId="ADAL" clId="{39AF5B6D-3D29-428C-B06F-37DC3C4D08EE}" dt="2025-07-09T05:00:54.677" v="61" actId="47"/>
        <pc:sldMkLst>
          <pc:docMk/>
          <pc:sldMk cId="1725474338" sldId="341"/>
        </pc:sldMkLst>
      </pc:sldChg>
      <pc:sldChg chg="add del">
        <pc:chgData name="Richard Taylor" userId="fbfc1553-b23d-457b-a859-b112eb014c8c" providerId="ADAL" clId="{39AF5B6D-3D29-428C-B06F-37DC3C4D08EE}" dt="2025-07-09T05:02:02.699" v="63" actId="47"/>
        <pc:sldMkLst>
          <pc:docMk/>
          <pc:sldMk cId="2371682987" sldId="354"/>
        </pc:sldMkLst>
      </pc:sldChg>
      <pc:sldChg chg="add">
        <pc:chgData name="Richard Taylor" userId="fbfc1553-b23d-457b-a859-b112eb014c8c" providerId="ADAL" clId="{39AF5B6D-3D29-428C-B06F-37DC3C4D08EE}" dt="2025-07-09T05:00:20.094" v="53"/>
        <pc:sldMkLst>
          <pc:docMk/>
          <pc:sldMk cId="3154237381" sldId="357"/>
        </pc:sldMkLst>
      </pc:sldChg>
      <pc:sldChg chg="add">
        <pc:chgData name="Richard Taylor" userId="fbfc1553-b23d-457b-a859-b112eb014c8c" providerId="ADAL" clId="{39AF5B6D-3D29-428C-B06F-37DC3C4D08EE}" dt="2025-07-09T05:00:20.094" v="53"/>
        <pc:sldMkLst>
          <pc:docMk/>
          <pc:sldMk cId="3813993028" sldId="363"/>
        </pc:sldMkLst>
      </pc:sldChg>
      <pc:sldChg chg="add">
        <pc:chgData name="Richard Taylor" userId="fbfc1553-b23d-457b-a859-b112eb014c8c" providerId="ADAL" clId="{39AF5B6D-3D29-428C-B06F-37DC3C4D08EE}" dt="2025-07-09T05:00:20.094" v="53"/>
        <pc:sldMkLst>
          <pc:docMk/>
          <pc:sldMk cId="2086138382" sldId="364"/>
        </pc:sldMkLst>
      </pc:sldChg>
      <pc:sldChg chg="add del">
        <pc:chgData name="Richard Taylor" userId="fbfc1553-b23d-457b-a859-b112eb014c8c" providerId="ADAL" clId="{39AF5B6D-3D29-428C-B06F-37DC3C4D08EE}" dt="2025-07-09T05:01:57.956" v="62" actId="47"/>
        <pc:sldMkLst>
          <pc:docMk/>
          <pc:sldMk cId="1959422416" sldId="367"/>
        </pc:sldMkLst>
      </pc:sldChg>
      <pc:sldChg chg="add del">
        <pc:chgData name="Richard Taylor" userId="fbfc1553-b23d-457b-a859-b112eb014c8c" providerId="ADAL" clId="{39AF5B6D-3D29-428C-B06F-37DC3C4D08EE}" dt="2025-07-09T05:00:48.159" v="60" actId="47"/>
        <pc:sldMkLst>
          <pc:docMk/>
          <pc:sldMk cId="450627506" sldId="385"/>
        </pc:sldMkLst>
      </pc:sldChg>
      <pc:sldChg chg="add">
        <pc:chgData name="Richard Taylor" userId="fbfc1553-b23d-457b-a859-b112eb014c8c" providerId="ADAL" clId="{39AF5B6D-3D29-428C-B06F-37DC3C4D08EE}" dt="2025-07-09T05:00:20.094" v="53"/>
        <pc:sldMkLst>
          <pc:docMk/>
          <pc:sldMk cId="1174063511" sldId="386"/>
        </pc:sldMkLst>
      </pc:sldChg>
      <pc:sldChg chg="add">
        <pc:chgData name="Richard Taylor" userId="fbfc1553-b23d-457b-a859-b112eb014c8c" providerId="ADAL" clId="{39AF5B6D-3D29-428C-B06F-37DC3C4D08EE}" dt="2025-07-09T05:00:20.094" v="53"/>
        <pc:sldMkLst>
          <pc:docMk/>
          <pc:sldMk cId="686586156" sldId="387"/>
        </pc:sldMkLst>
      </pc:sldChg>
      <pc:sldChg chg="add">
        <pc:chgData name="Richard Taylor" userId="fbfc1553-b23d-457b-a859-b112eb014c8c" providerId="ADAL" clId="{39AF5B6D-3D29-428C-B06F-37DC3C4D08EE}" dt="2025-07-09T05:00:20.094" v="53"/>
        <pc:sldMkLst>
          <pc:docMk/>
          <pc:sldMk cId="1868606157" sldId="388"/>
        </pc:sldMkLst>
      </pc:sldChg>
      <pc:sldChg chg="add">
        <pc:chgData name="Richard Taylor" userId="fbfc1553-b23d-457b-a859-b112eb014c8c" providerId="ADAL" clId="{39AF5B6D-3D29-428C-B06F-37DC3C4D08EE}" dt="2025-07-09T05:00:20.094" v="53"/>
        <pc:sldMkLst>
          <pc:docMk/>
          <pc:sldMk cId="400729779" sldId="389"/>
        </pc:sldMkLst>
      </pc:sldChg>
      <pc:sldChg chg="add">
        <pc:chgData name="Richard Taylor" userId="fbfc1553-b23d-457b-a859-b112eb014c8c" providerId="ADAL" clId="{39AF5B6D-3D29-428C-B06F-37DC3C4D08EE}" dt="2025-07-09T05:00:20.094" v="53"/>
        <pc:sldMkLst>
          <pc:docMk/>
          <pc:sldMk cId="3231552441" sldId="390"/>
        </pc:sldMkLst>
      </pc:sldChg>
      <pc:sldChg chg="add del">
        <pc:chgData name="Richard Taylor" userId="fbfc1553-b23d-457b-a859-b112eb014c8c" providerId="ADAL" clId="{39AF5B6D-3D29-428C-B06F-37DC3C4D08EE}" dt="2025-07-09T05:03:38.623" v="68" actId="47"/>
        <pc:sldMkLst>
          <pc:docMk/>
          <pc:sldMk cId="1737207336" sldId="391"/>
        </pc:sldMkLst>
      </pc:sldChg>
      <pc:sldChg chg="add del">
        <pc:chgData name="Richard Taylor" userId="fbfc1553-b23d-457b-a859-b112eb014c8c" providerId="ADAL" clId="{39AF5B6D-3D29-428C-B06F-37DC3C4D08EE}" dt="2025-07-09T05:03:36.271" v="67" actId="2696"/>
        <pc:sldMkLst>
          <pc:docMk/>
          <pc:sldMk cId="1472282906" sldId="392"/>
        </pc:sldMkLst>
      </pc:sldChg>
      <pc:sldChg chg="add">
        <pc:chgData name="Richard Taylor" userId="fbfc1553-b23d-457b-a859-b112eb014c8c" providerId="ADAL" clId="{39AF5B6D-3D29-428C-B06F-37DC3C4D08EE}" dt="2025-07-09T05:03:50.590" v="69"/>
        <pc:sldMkLst>
          <pc:docMk/>
          <pc:sldMk cId="3033575568" sldId="392"/>
        </pc:sldMkLst>
      </pc:sldChg>
      <pc:sldChg chg="add del">
        <pc:chgData name="Richard Taylor" userId="fbfc1553-b23d-457b-a859-b112eb014c8c" providerId="ADAL" clId="{39AF5B6D-3D29-428C-B06F-37DC3C4D08EE}" dt="2025-07-09T05:03:36.271" v="67" actId="2696"/>
        <pc:sldMkLst>
          <pc:docMk/>
          <pc:sldMk cId="1511398143" sldId="393"/>
        </pc:sldMkLst>
      </pc:sldChg>
      <pc:sldChg chg="add">
        <pc:chgData name="Richard Taylor" userId="fbfc1553-b23d-457b-a859-b112eb014c8c" providerId="ADAL" clId="{39AF5B6D-3D29-428C-B06F-37DC3C4D08EE}" dt="2025-07-09T05:03:50.590" v="69"/>
        <pc:sldMkLst>
          <pc:docMk/>
          <pc:sldMk cId="3861453210" sldId="393"/>
        </pc:sldMkLst>
      </pc:sldChg>
      <pc:sldChg chg="add del">
        <pc:chgData name="Richard Taylor" userId="fbfc1553-b23d-457b-a859-b112eb014c8c" providerId="ADAL" clId="{39AF5B6D-3D29-428C-B06F-37DC3C4D08EE}" dt="2025-07-09T05:02:38.583" v="66" actId="47"/>
        <pc:sldMkLst>
          <pc:docMk/>
          <pc:sldMk cId="2534370423" sldId="394"/>
        </pc:sldMkLst>
      </pc:sldChg>
      <pc:sldChg chg="add del">
        <pc:chgData name="Richard Taylor" userId="fbfc1553-b23d-457b-a859-b112eb014c8c" providerId="ADAL" clId="{39AF5B6D-3D29-428C-B06F-37DC3C4D08EE}" dt="2025-07-09T05:03:36.271" v="67" actId="2696"/>
        <pc:sldMkLst>
          <pc:docMk/>
          <pc:sldMk cId="167343937" sldId="395"/>
        </pc:sldMkLst>
      </pc:sldChg>
      <pc:sldChg chg="add">
        <pc:chgData name="Richard Taylor" userId="fbfc1553-b23d-457b-a859-b112eb014c8c" providerId="ADAL" clId="{39AF5B6D-3D29-428C-B06F-37DC3C4D08EE}" dt="2025-07-09T05:03:50.590" v="69"/>
        <pc:sldMkLst>
          <pc:docMk/>
          <pc:sldMk cId="4090793587" sldId="395"/>
        </pc:sldMkLst>
      </pc:sldChg>
      <pc:sldChg chg="del">
        <pc:chgData name="Richard Taylor" userId="fbfc1553-b23d-457b-a859-b112eb014c8c" providerId="ADAL" clId="{39AF5B6D-3D29-428C-B06F-37DC3C4D08EE}" dt="2025-07-09T04:59:50.827" v="52" actId="47"/>
        <pc:sldMkLst>
          <pc:docMk/>
          <pc:sldMk cId="148454743" sldId="401"/>
        </pc:sldMkLst>
      </pc:sldChg>
      <pc:sldChg chg="del">
        <pc:chgData name="Richard Taylor" userId="fbfc1553-b23d-457b-a859-b112eb014c8c" providerId="ADAL" clId="{39AF5B6D-3D29-428C-B06F-37DC3C4D08EE}" dt="2025-07-09T04:59:50.827" v="52" actId="47"/>
        <pc:sldMkLst>
          <pc:docMk/>
          <pc:sldMk cId="1356086571" sldId="402"/>
        </pc:sldMkLst>
      </pc:sldChg>
      <pc:sldChg chg="del">
        <pc:chgData name="Richard Taylor" userId="fbfc1553-b23d-457b-a859-b112eb014c8c" providerId="ADAL" clId="{39AF5B6D-3D29-428C-B06F-37DC3C4D08EE}" dt="2025-07-09T04:59:50.827" v="52" actId="47"/>
        <pc:sldMkLst>
          <pc:docMk/>
          <pc:sldMk cId="2627215249" sldId="403"/>
        </pc:sldMkLst>
      </pc:sldChg>
      <pc:sldChg chg="del">
        <pc:chgData name="Richard Taylor" userId="fbfc1553-b23d-457b-a859-b112eb014c8c" providerId="ADAL" clId="{39AF5B6D-3D29-428C-B06F-37DC3C4D08EE}" dt="2025-07-09T04:59:50.827" v="52" actId="47"/>
        <pc:sldMkLst>
          <pc:docMk/>
          <pc:sldMk cId="3371391187" sldId="404"/>
        </pc:sldMkLst>
      </pc:sldChg>
      <pc:sldChg chg="del">
        <pc:chgData name="Richard Taylor" userId="fbfc1553-b23d-457b-a859-b112eb014c8c" providerId="ADAL" clId="{39AF5B6D-3D29-428C-B06F-37DC3C4D08EE}" dt="2025-07-09T04:59:50.827" v="52" actId="47"/>
        <pc:sldMkLst>
          <pc:docMk/>
          <pc:sldMk cId="397980116" sldId="405"/>
        </pc:sldMkLst>
      </pc:sldChg>
      <pc:sldChg chg="modSp add del mod">
        <pc:chgData name="Richard Taylor" userId="fbfc1553-b23d-457b-a859-b112eb014c8c" providerId="ADAL" clId="{39AF5B6D-3D29-428C-B06F-37DC3C4D08EE}" dt="2025-07-09T04:59:20.515" v="38" actId="20577"/>
        <pc:sldMkLst>
          <pc:docMk/>
          <pc:sldMk cId="3943369309" sldId="406"/>
        </pc:sldMkLst>
        <pc:spChg chg="mod">
          <ac:chgData name="Richard Taylor" userId="fbfc1553-b23d-457b-a859-b112eb014c8c" providerId="ADAL" clId="{39AF5B6D-3D29-428C-B06F-37DC3C4D08EE}" dt="2025-07-09T04:59:20.515" v="38" actId="20577"/>
          <ac:spMkLst>
            <pc:docMk/>
            <pc:sldMk cId="3943369309" sldId="406"/>
            <ac:spMk id="49155" creationId="{C819BC3C-1CC3-8997-60B3-94121772C77D}"/>
          </ac:spMkLst>
        </pc:spChg>
      </pc:sldChg>
      <pc:sldChg chg="del">
        <pc:chgData name="Richard Taylor" userId="fbfc1553-b23d-457b-a859-b112eb014c8c" providerId="ADAL" clId="{39AF5B6D-3D29-428C-B06F-37DC3C4D08EE}" dt="2025-07-09T04:59:50.827" v="52" actId="47"/>
        <pc:sldMkLst>
          <pc:docMk/>
          <pc:sldMk cId="1442929136" sldId="412"/>
        </pc:sldMkLst>
      </pc:sldChg>
      <pc:sldChg chg="del">
        <pc:chgData name="Richard Taylor" userId="fbfc1553-b23d-457b-a859-b112eb014c8c" providerId="ADAL" clId="{39AF5B6D-3D29-428C-B06F-37DC3C4D08EE}" dt="2025-07-09T04:59:50.827" v="52" actId="47"/>
        <pc:sldMkLst>
          <pc:docMk/>
          <pc:sldMk cId="4005816744" sldId="422"/>
        </pc:sldMkLst>
      </pc:sldChg>
      <pc:sldChg chg="modSp mod">
        <pc:chgData name="Richard Taylor" userId="fbfc1553-b23d-457b-a859-b112eb014c8c" providerId="ADAL" clId="{39AF5B6D-3D29-428C-B06F-37DC3C4D08EE}" dt="2025-07-09T05:00:42.556" v="58" actId="5793"/>
        <pc:sldMkLst>
          <pc:docMk/>
          <pc:sldMk cId="3352915028" sldId="423"/>
        </pc:sldMkLst>
      </pc:sldChg>
      <pc:sldChg chg="del">
        <pc:chgData name="Richard Taylor" userId="fbfc1553-b23d-457b-a859-b112eb014c8c" providerId="ADAL" clId="{39AF5B6D-3D29-428C-B06F-37DC3C4D08EE}" dt="2025-07-09T04:59:50.827" v="52" actId="47"/>
        <pc:sldMkLst>
          <pc:docMk/>
          <pc:sldMk cId="4256698259" sldId="424"/>
        </pc:sldMkLst>
      </pc:sldChg>
      <pc:sldChg chg="modSp add mod">
        <pc:chgData name="Richard Taylor" userId="fbfc1553-b23d-457b-a859-b112eb014c8c" providerId="ADAL" clId="{39AF5B6D-3D29-428C-B06F-37DC3C4D08EE}" dt="2025-07-09T04:59:29.439" v="44" actId="20577"/>
        <pc:sldMkLst>
          <pc:docMk/>
          <pc:sldMk cId="2993120807" sldId="425"/>
        </pc:sldMkLst>
      </pc:sldChg>
      <pc:sldChg chg="del">
        <pc:chgData name="Richard Taylor" userId="fbfc1553-b23d-457b-a859-b112eb014c8c" providerId="ADAL" clId="{39AF5B6D-3D29-428C-B06F-37DC3C4D08EE}" dt="2025-07-09T04:57:30.605" v="12" actId="47"/>
        <pc:sldMkLst>
          <pc:docMk/>
          <pc:sldMk cId="3555048574" sldId="425"/>
        </pc:sldMkLst>
      </pc:sldChg>
      <pc:sldChg chg="modSp add mod">
        <pc:chgData name="Richard Taylor" userId="fbfc1553-b23d-457b-a859-b112eb014c8c" providerId="ADAL" clId="{39AF5B6D-3D29-428C-B06F-37DC3C4D08EE}" dt="2025-07-09T04:59:36.655" v="48" actId="20577"/>
        <pc:sldMkLst>
          <pc:docMk/>
          <pc:sldMk cId="392576232" sldId="426"/>
        </pc:sldMkLst>
      </pc:sldChg>
      <pc:sldChg chg="add del">
        <pc:chgData name="Richard Taylor" userId="fbfc1553-b23d-457b-a859-b112eb014c8c" providerId="ADAL" clId="{39AF5B6D-3D29-428C-B06F-37DC3C4D08EE}" dt="2025-07-09T04:57:26.118" v="8" actId="47"/>
        <pc:sldMkLst>
          <pc:docMk/>
          <pc:sldMk cId="2940192726" sldId="426"/>
        </pc:sldMkLst>
      </pc:sldChg>
      <pc:sldChg chg="del">
        <pc:chgData name="Richard Taylor" userId="fbfc1553-b23d-457b-a859-b112eb014c8c" providerId="ADAL" clId="{39AF5B6D-3D29-428C-B06F-37DC3C4D08EE}" dt="2025-07-09T04:57:27.271" v="9" actId="47"/>
        <pc:sldMkLst>
          <pc:docMk/>
          <pc:sldMk cId="1068579246" sldId="427"/>
        </pc:sldMkLst>
      </pc:sldChg>
      <pc:sldChg chg="modSp add mod">
        <pc:chgData name="Richard Taylor" userId="fbfc1553-b23d-457b-a859-b112eb014c8c" providerId="ADAL" clId="{39AF5B6D-3D29-428C-B06F-37DC3C4D08EE}" dt="2025-07-09T04:59:42.699" v="51" actId="20577"/>
        <pc:sldMkLst>
          <pc:docMk/>
          <pc:sldMk cId="2313632280" sldId="427"/>
        </pc:sldMkLst>
      </pc:sldChg>
      <pc:sldChg chg="del">
        <pc:chgData name="Richard Taylor" userId="fbfc1553-b23d-457b-a859-b112eb014c8c" providerId="ADAL" clId="{39AF5B6D-3D29-428C-B06F-37DC3C4D08EE}" dt="2025-07-09T04:57:28.042" v="10" actId="47"/>
        <pc:sldMkLst>
          <pc:docMk/>
          <pc:sldMk cId="998973076" sldId="428"/>
        </pc:sldMkLst>
      </pc:sldChg>
      <pc:sldChg chg="del">
        <pc:chgData name="Richard Taylor" userId="fbfc1553-b23d-457b-a859-b112eb014c8c" providerId="ADAL" clId="{39AF5B6D-3D29-428C-B06F-37DC3C4D08EE}" dt="2025-07-09T04:57:29.660" v="11" actId="47"/>
        <pc:sldMkLst>
          <pc:docMk/>
          <pc:sldMk cId="4092253779" sldId="430"/>
        </pc:sldMkLst>
      </pc:sldChg>
      <pc:sldMasterChg chg="del delSldLayout">
        <pc:chgData name="Richard Taylor" userId="fbfc1553-b23d-457b-a859-b112eb014c8c" providerId="ADAL" clId="{39AF5B6D-3D29-428C-B06F-37DC3C4D08EE}" dt="2025-07-09T04:59:50.827" v="52" actId="47"/>
        <pc:sldMasterMkLst>
          <pc:docMk/>
          <pc:sldMasterMk cId="2162915277" sldId="2147483728"/>
        </pc:sldMasterMkLst>
        <pc:sldLayoutChg chg="del">
          <pc:chgData name="Richard Taylor" userId="fbfc1553-b23d-457b-a859-b112eb014c8c" providerId="ADAL" clId="{39AF5B6D-3D29-428C-B06F-37DC3C4D08EE}" dt="2025-07-09T04:59:50.827" v="52" actId="47"/>
          <pc:sldLayoutMkLst>
            <pc:docMk/>
            <pc:sldMasterMk cId="2162915277" sldId="2147483728"/>
            <pc:sldLayoutMk cId="3001053526" sldId="214748372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959510454" sldId="214748373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78855336" sldId="214748373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585050116" sldId="214748373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998533438" sldId="214748373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396459162" sldId="214748373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914546740" sldId="214748373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956193007" sldId="214748373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767587099" sldId="214748373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910873714" sldId="2147483738"/>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754953668" sldId="214748373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210049927" sldId="214748374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458577994" sldId="214748374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650794932" sldId="214748374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081780286" sldId="214748374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978744401" sldId="214748374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565640878" sldId="214748374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215124581" sldId="214748374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87814181" sldId="214748374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753546470" sldId="2147483748"/>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425565233" sldId="214748374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580873280" sldId="214748375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762779462" sldId="214748375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643399039" sldId="214748375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231572352" sldId="214748375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4088258762" sldId="214748375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329473080" sldId="214748375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190428935" sldId="214748375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65373661" sldId="214748375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550929809" sldId="2147483758"/>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665760789" sldId="214748375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664765799" sldId="214748376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768911884" sldId="214748376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593660238" sldId="214748376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888078190" sldId="214748376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110714066" sldId="214748376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56263838" sldId="214748376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838155095" sldId="214748376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160768607" sldId="214748376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715732650" sldId="214748376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86484912" sldId="214748377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FACB9-5442-42CB-A03F-8E81835DABF7}" type="datetimeFigureOut">
              <a:rPr lang="en-AU" smtClean="0"/>
              <a:t>21/08/2025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395630-C934-4A98-9A10-DCA406879285}" type="slidenum">
              <a:rPr lang="en-AU" smtClean="0"/>
              <a:t>‹#›</a:t>
            </a:fld>
            <a:endParaRPr lang="en-AU"/>
          </a:p>
        </p:txBody>
      </p:sp>
    </p:spTree>
    <p:extLst>
      <p:ext uri="{BB962C8B-B14F-4D97-AF65-F5344CB8AC3E}">
        <p14:creationId xmlns:p14="http://schemas.microsoft.com/office/powerpoint/2010/main" val="3854307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AAF7A71-1000-F80A-EA30-DC172CBBAE94}"/>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76B2E6C1-CE8E-755C-14F8-0F34AA08DB3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5DE1D877-BBFA-1F3E-A594-12C5D58FCD46}"/>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829D32F7-538E-8255-202E-A790B9BCEA0E}"/>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978494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EE63A4-6533-8C00-1745-27986CB0ED5E}"/>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A7138DFB-50FB-95EF-C146-56099F029C0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fld id="{EF6F970B-03FB-430B-854E-8DBE840C14F8}" type="slidenum">
              <a:rPr kumimoji="0" lang="en-AU" altLang="en-US" sz="1300" b="0" i="0" u="none" strike="noStrike" kern="1200" cap="none" spc="0" normalizeH="0" baseline="0" noProof="0" smtClean="0">
                <a:ln>
                  <a:noFill/>
                </a:ln>
                <a:solidFill>
                  <a:srgbClr val="000000"/>
                </a:solidFill>
                <a:effectLst/>
                <a:uLnTx/>
                <a:uFillTx/>
                <a:latin typeface="Arial" panose="020B0604020202020204" pitchFamily="34" charset="0"/>
                <a:ea typeface="Arial Unicode MS" panose="020B0604020202020204" pitchFamily="34" charset="-128"/>
                <a:cs typeface="+mn-cs"/>
              </a:rPr>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t>3</a:t>
            </a:fld>
            <a:endParaRPr kumimoji="0" lang="en-AU" altLang="en-US" sz="1300" b="0" i="0" u="none" strike="noStrike" kern="1200" cap="none" spc="0" normalizeH="0" baseline="0" noProof="0">
              <a:ln>
                <a:noFill/>
              </a:ln>
              <a:solidFill>
                <a:srgbClr val="000000"/>
              </a:solidFill>
              <a:effectLst/>
              <a:uLnTx/>
              <a:uFillTx/>
              <a:latin typeface="Arial" panose="020B0604020202020204" pitchFamily="34" charset="0"/>
              <a:ea typeface="Arial Unicode MS" panose="020B0604020202020204" pitchFamily="34" charset="-128"/>
              <a:cs typeface="+mn-cs"/>
            </a:endParaRPr>
          </a:p>
        </p:txBody>
      </p:sp>
      <p:sp>
        <p:nvSpPr>
          <p:cNvPr id="70659" name="Rectangle 1">
            <a:extLst>
              <a:ext uri="{FF2B5EF4-FFF2-40B4-BE49-F238E27FC236}">
                <a16:creationId xmlns:a16="http://schemas.microsoft.com/office/drawing/2014/main" id="{E736485B-C84F-710C-3B00-5878F92DDB97}"/>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E38D1C80-57C9-AC9A-1F75-2856BF3B8CAA}"/>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943178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27B2E1-36B1-A6AB-7298-2F97F56C356B}"/>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C5B7FE2D-DD64-DEBB-4987-36E9E1FE676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5</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A5C4ADE7-F604-8FDF-C078-127B77F55502}"/>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2C42C0A9-2E7E-C624-F1D7-E386A7233451}"/>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755813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AB1F72-8ADE-6666-AAD4-C619021EF25D}"/>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740D8560-5DDC-DCE0-E94D-6F0472A78FD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14</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1CD14CA7-F198-2D30-F448-300AA468E00D}"/>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387E63C3-73DA-432B-AFD6-81A637E6B206}"/>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019233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288FB8-8809-7399-C8F8-861EFC29181F}"/>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EC34838E-AC2F-106A-F427-9C78833E0F9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fld id="{EF6F970B-03FB-430B-854E-8DBE840C14F8}" type="slidenum">
              <a:rPr kumimoji="0" lang="en-AU" altLang="en-US" sz="1300" b="0" i="0" u="none" strike="noStrike" kern="1200" cap="none" spc="0" normalizeH="0" baseline="0" noProof="0" smtClean="0">
                <a:ln>
                  <a:noFill/>
                </a:ln>
                <a:solidFill>
                  <a:srgbClr val="000000"/>
                </a:solidFill>
                <a:effectLst/>
                <a:uLnTx/>
                <a:uFillTx/>
                <a:latin typeface="Arial" panose="020B0604020202020204" pitchFamily="34" charset="0"/>
                <a:ea typeface="Arial Unicode MS" panose="020B0604020202020204" pitchFamily="34" charset="-128"/>
                <a:cs typeface="+mn-cs"/>
              </a:rPr>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t>15</a:t>
            </a:fld>
            <a:endParaRPr kumimoji="0" lang="en-AU" altLang="en-US" sz="1300" b="0" i="0" u="none" strike="noStrike" kern="1200" cap="none" spc="0" normalizeH="0" baseline="0" noProof="0">
              <a:ln>
                <a:noFill/>
              </a:ln>
              <a:solidFill>
                <a:srgbClr val="000000"/>
              </a:solidFill>
              <a:effectLst/>
              <a:uLnTx/>
              <a:uFillTx/>
              <a:latin typeface="Arial" panose="020B0604020202020204" pitchFamily="34" charset="0"/>
              <a:ea typeface="Arial Unicode MS" panose="020B0604020202020204" pitchFamily="34" charset="-128"/>
              <a:cs typeface="+mn-cs"/>
            </a:endParaRPr>
          </a:p>
        </p:txBody>
      </p:sp>
      <p:sp>
        <p:nvSpPr>
          <p:cNvPr id="70659" name="Rectangle 1">
            <a:extLst>
              <a:ext uri="{FF2B5EF4-FFF2-40B4-BE49-F238E27FC236}">
                <a16:creationId xmlns:a16="http://schemas.microsoft.com/office/drawing/2014/main" id="{EF317D83-7F75-C8F3-9ABA-A0EEA1024101}"/>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0BEFB41C-1067-B4E9-A10D-28CBBC5713B0}"/>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832291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5446DD-468B-384C-162D-90EE92FB4821}"/>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26B6C0A5-F3CE-FA9F-C67E-7E2408EBD15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fld id="{EF6F970B-03FB-430B-854E-8DBE840C14F8}" type="slidenum">
              <a:rPr kumimoji="0" lang="en-AU" altLang="en-US" sz="1300" b="0" i="0" u="none" strike="noStrike" kern="1200" cap="none" spc="0" normalizeH="0" baseline="0" noProof="0" smtClean="0">
                <a:ln>
                  <a:noFill/>
                </a:ln>
                <a:solidFill>
                  <a:srgbClr val="000000"/>
                </a:solidFill>
                <a:effectLst/>
                <a:uLnTx/>
                <a:uFillTx/>
                <a:latin typeface="Arial" panose="020B0604020202020204" pitchFamily="34" charset="0"/>
                <a:ea typeface="Arial Unicode MS" panose="020B0604020202020204" pitchFamily="34" charset="-128"/>
                <a:cs typeface="+mn-cs"/>
              </a:rPr>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t>16</a:t>
            </a:fld>
            <a:endParaRPr kumimoji="0" lang="en-AU" altLang="en-US" sz="1300" b="0" i="0" u="none" strike="noStrike" kern="1200" cap="none" spc="0" normalizeH="0" baseline="0" noProof="0">
              <a:ln>
                <a:noFill/>
              </a:ln>
              <a:solidFill>
                <a:srgbClr val="000000"/>
              </a:solidFill>
              <a:effectLst/>
              <a:uLnTx/>
              <a:uFillTx/>
              <a:latin typeface="Arial" panose="020B0604020202020204" pitchFamily="34" charset="0"/>
              <a:ea typeface="Arial Unicode MS" panose="020B0604020202020204" pitchFamily="34" charset="-128"/>
              <a:cs typeface="+mn-cs"/>
            </a:endParaRPr>
          </a:p>
        </p:txBody>
      </p:sp>
      <p:sp>
        <p:nvSpPr>
          <p:cNvPr id="70659" name="Rectangle 1">
            <a:extLst>
              <a:ext uri="{FF2B5EF4-FFF2-40B4-BE49-F238E27FC236}">
                <a16:creationId xmlns:a16="http://schemas.microsoft.com/office/drawing/2014/main" id="{B06EA5AC-D6C0-254E-759C-08B74A5B46A8}"/>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CFED6739-8686-ED04-5489-370F3E7FFB63}"/>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24309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42461A-3CA0-1E6B-E6CA-74174592EA3F}"/>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06A102D9-A1EB-26CA-54F4-11E83AFA098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27</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1180F80C-42A8-BDAC-2CD4-5A9F350841B1}"/>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69A7BC23-E3B0-A08D-6713-048DBA6AD536}"/>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136812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EB1B1F-EC03-594E-F1A0-82EEFA5D0F98}"/>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822EDC82-AB24-111A-367F-4319535388E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28</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9297677D-C192-6C75-61D0-7BFD2BF510FB}"/>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9A650755-A382-7F6D-3820-BD1659316668}"/>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969630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grpSp>
        <p:nvGrpSpPr>
          <p:cNvPr id="15" name="Group 9">
            <a:extLst>
              <a:ext uri="{FF2B5EF4-FFF2-40B4-BE49-F238E27FC236}">
                <a16:creationId xmlns:a16="http://schemas.microsoft.com/office/drawing/2014/main" id="{68AAA168-4901-191E-C934-CE688E023730}"/>
              </a:ext>
            </a:extLst>
          </p:cNvPr>
          <p:cNvGrpSpPr/>
          <p:nvPr userDrawn="1"/>
        </p:nvGrpSpPr>
        <p:grpSpPr>
          <a:xfrm>
            <a:off x="0" y="0"/>
            <a:ext cx="12192000" cy="6858000"/>
            <a:chOff x="0" y="0"/>
            <a:chExt cx="17339733" cy="9753600"/>
          </a:xfrm>
        </p:grpSpPr>
        <p:sp>
          <p:nvSpPr>
            <p:cNvPr id="16" name="Freeform 10">
              <a:extLst>
                <a:ext uri="{FF2B5EF4-FFF2-40B4-BE49-F238E27FC236}">
                  <a16:creationId xmlns:a16="http://schemas.microsoft.com/office/drawing/2014/main" id="{D12B860B-08C4-0BC5-D35E-EBD0BEC55A3B}"/>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7" name="Group 2">
            <a:extLst>
              <a:ext uri="{FF2B5EF4-FFF2-40B4-BE49-F238E27FC236}">
                <a16:creationId xmlns:a16="http://schemas.microsoft.com/office/drawing/2014/main" id="{58F146F9-4DB6-EF6B-7A93-1EB4AADC5B66}"/>
              </a:ext>
            </a:extLst>
          </p:cNvPr>
          <p:cNvGrpSpPr/>
          <p:nvPr userDrawn="1"/>
        </p:nvGrpSpPr>
        <p:grpSpPr>
          <a:xfrm rot="-10800000">
            <a:off x="11045567" y="-12700"/>
            <a:ext cx="1146433" cy="1146433"/>
            <a:chOff x="0" y="0"/>
            <a:chExt cx="1630482" cy="1630482"/>
          </a:xfrm>
        </p:grpSpPr>
        <p:sp>
          <p:nvSpPr>
            <p:cNvPr id="18" name="Freeform 3">
              <a:extLst>
                <a:ext uri="{FF2B5EF4-FFF2-40B4-BE49-F238E27FC236}">
                  <a16:creationId xmlns:a16="http://schemas.microsoft.com/office/drawing/2014/main" id="{308D6B99-6919-5AC9-813A-A6DFDBB8F04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19" name="TextBox 10">
            <a:extLst>
              <a:ext uri="{FF2B5EF4-FFF2-40B4-BE49-F238E27FC236}">
                <a16:creationId xmlns:a16="http://schemas.microsoft.com/office/drawing/2014/main" id="{CC318079-065A-5C59-95AA-558BE0FFCA54}"/>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2689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84889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7301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605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5995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8541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20164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7376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91360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7235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246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grpSp>
        <p:nvGrpSpPr>
          <p:cNvPr id="17" name="Group 9">
            <a:extLst>
              <a:ext uri="{FF2B5EF4-FFF2-40B4-BE49-F238E27FC236}">
                <a16:creationId xmlns:a16="http://schemas.microsoft.com/office/drawing/2014/main" id="{7546362F-7599-2FAA-AE78-AD91060003E0}"/>
              </a:ext>
            </a:extLst>
          </p:cNvPr>
          <p:cNvGrpSpPr/>
          <p:nvPr userDrawn="1"/>
        </p:nvGrpSpPr>
        <p:grpSpPr>
          <a:xfrm>
            <a:off x="0" y="0"/>
            <a:ext cx="12192000" cy="6858000"/>
            <a:chOff x="0" y="0"/>
            <a:chExt cx="17339733" cy="9753600"/>
          </a:xfrm>
        </p:grpSpPr>
        <p:sp>
          <p:nvSpPr>
            <p:cNvPr id="18" name="Freeform 10">
              <a:extLst>
                <a:ext uri="{FF2B5EF4-FFF2-40B4-BE49-F238E27FC236}">
                  <a16:creationId xmlns:a16="http://schemas.microsoft.com/office/drawing/2014/main" id="{B3DD606C-F406-A17C-80B2-0DEEAA13603E}"/>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9" name="Group 2">
            <a:extLst>
              <a:ext uri="{FF2B5EF4-FFF2-40B4-BE49-F238E27FC236}">
                <a16:creationId xmlns:a16="http://schemas.microsoft.com/office/drawing/2014/main" id="{6809E054-5F6E-F5B9-1009-0EF30A82BAB9}"/>
              </a:ext>
            </a:extLst>
          </p:cNvPr>
          <p:cNvGrpSpPr/>
          <p:nvPr userDrawn="1"/>
        </p:nvGrpSpPr>
        <p:grpSpPr>
          <a:xfrm rot="-10800000">
            <a:off x="11045567" y="-12700"/>
            <a:ext cx="1146433" cy="1146433"/>
            <a:chOff x="0" y="0"/>
            <a:chExt cx="1630482" cy="1630482"/>
          </a:xfrm>
        </p:grpSpPr>
        <p:sp>
          <p:nvSpPr>
            <p:cNvPr id="20" name="Freeform 3">
              <a:extLst>
                <a:ext uri="{FF2B5EF4-FFF2-40B4-BE49-F238E27FC236}">
                  <a16:creationId xmlns:a16="http://schemas.microsoft.com/office/drawing/2014/main" id="{1F644548-D707-A840-998C-BA16B562847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21" name="TextBox 10">
            <a:extLst>
              <a:ext uri="{FF2B5EF4-FFF2-40B4-BE49-F238E27FC236}">
                <a16:creationId xmlns:a16="http://schemas.microsoft.com/office/drawing/2014/main" id="{86B5217A-2963-8ECD-A2C4-00DF5372F72B}"/>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 bg1="lt1" tx1="dk1" bg2="lt2" tx2="dk2" accent1="accent1" accent2="accent2" accent3="accent3" accent4="accent4" accent5="accent5" accent6="accent6" hlink="hlink" folHlink="folHlink"/>
  <p:sldLayoutIdLst>
    <p:sldLayoutId id="2147483655"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9852450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www6.austlii.edu.au/cgi-bin/viewdoc/au/legis/vic/consol_act/lga1989182/s3.html#council"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www6.austlii.edu.au/cgi-bin/viewdoc/au/legis/vic/consol_act/lga1989182/s224.html" TargetMode="External"/><Relationship Id="rId2" Type="http://schemas.openxmlformats.org/officeDocument/2006/relationships/hyperlink" Target="http://www6.austlii.edu.au/cgi-bin/viewdoc/au/legis/vic/consol_act/lga1989182/s3.html#person" TargetMode="External"/><Relationship Id="rId1" Type="http://schemas.openxmlformats.org/officeDocument/2006/relationships/slideLayout" Target="../slideLayouts/slideLayout1.xml"/><Relationship Id="rId6" Type="http://schemas.openxmlformats.org/officeDocument/2006/relationships/hyperlink" Target="http://www6.austlii.edu.au/cgi-bin/viewdoc/au/legis/vic/consol_act/lga1989182/s3.html#councillor" TargetMode="External"/><Relationship Id="rId5" Type="http://schemas.openxmlformats.org/officeDocument/2006/relationships/hyperlink" Target="http://www6.austlii.edu.au/cgi-bin/viewdoc/au/legis/vic/consol_act/lga1989182/s3.html#council" TargetMode="External"/><Relationship Id="rId4" Type="http://schemas.openxmlformats.org/officeDocument/2006/relationships/hyperlink" Target="http://www6.austlii.edu.au/cgi-bin/viewdoc/au/legis/vic/consol_act/lga1989182/s26.html"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www6.austlii.edu.au/cgi-bin/viewdoc/au/legis/vic/consol_act/lga1989182/s3.html#person"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www.melbourne.vic.gov.au/sitecollectiondocuments/activities-local-law-2009.pdf"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hyperlink" Target="https://aus01.safelinks.protection.outlook.com/?url=https%3A%2F%2Fmandrillapp.com%2Ftrack%2Fclick%2F30969746%2Ftodayspaper.smedia.com.au%3Fp%3DeyJzIjoiYXZZY01BNENjZE9ycXBjaDVRSEIwQ0hNN1B3IiwidiI6MSwicCI6IntcInVcIjozMDk2OTc0NixcInZcIjoxLFwidXJsXCI6XCJodHRwczpcXFwvXFxcL3RvZGF5c3BhcGVyLnNtZWRpYS5jb20uYXVcXFwvdGhlYWdlXFxcL3NoYXJlZFxcXC9TaG93QXJ0aWNsZS5hc3B4P2RvYz1BR0UlMkYyMDIyJTJGMDIlMkYyNiZlbnRpdHk9QXIwMTIwMiZzaz1BRUMyMURDMCZtb2RlPXRleHRcIixcImlkXCI6XCI0N2IzMGRlZmJlNDM0ZGUxYWI0M2Y2ZjIxODNmZmNhN1wiLFwidXJsX2lkc1wiOltcImE2NjFjOWZjZjk5NzQyYzU4MmQzYzIwYjY2ZjU0MjA4MDBhYmI2NzNcIl19In0&amp;data=04%7C01%7Calana.ryan%40rmit.edu.au%7Ca1ebd839dce24a8ab27e08da184f62ae%7Cd1323671cdbe4417b4d4bdb24b51316b%7C0%7C0%7C637849026479376123%7CUnknown%7CTWFpbGZsb3d8eyJWIjoiMC4wLjAwMDAiLCJQIjoiV2luMzIiLCJBTiI6Ik1haWwiLCJXVCI6Mn0%3D%7C3000&amp;sdata=iHap10wxGTJgNuyYXXBvgJjf4uBRNJ3Y7ZHzUy9q6l0%3D&amp;reserved=0"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s://aus01.safelinks.protection.outlook.com/?url=https%3A%2F%2Ftodayspaper.themercury.com.au%2Finfinity%2Farticle_popover_share.aspx%3Fguid%3D87ec3cb6-9b21-4541-bc52-4a49e47978d0&amp;data=04%7C01%7Calana.ryan%40rmit.edu.au%7Ca1ebd839dce24a8ab27e08da184f62ae%7Cd1323671cdbe4417b4d4bdb24b51316b%7C0%7C0%7C637849026479376123%7CUnknown%7CTWFpbGZsb3d8eyJWIjoiMC4wLjAwMDAiLCJQIjoiV2luMzIiLCJBTiI6Ik1haWwiLCJXVCI6Mn0%3D%7C3000&amp;sdata=eGcFxaGKVgyKaLQSOYh%2FfNPoZzKEGpC9SYCRSn3ju1U%3D&amp;reserved=0"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s://aus01.safelinks.protection.outlook.com/?url=https%3A%2F%2Ftodayspaper.themercury.com.au%2Finfinity%2Farticle_popover_share.aspx%3Fguid%3D87ec3cb6-9b21-4541-bc52-4a49e47978d0&amp;data=04%7C01%7Calana.ryan%40rmit.edu.au%7Ca1ebd839dce24a8ab27e08da184f62ae%7Cd1323671cdbe4417b4d4bdb24b51316b%7C0%7C0%7C637849026479376123%7CUnknown%7CTWFpbGZsb3d8eyJWIjoiMC4wLjAwMDAiLCJQIjoiV2luMzIiLCJBTiI6Ik1haWwiLCJXVCI6Mn0%3D%7C3000&amp;sdata=eGcFxaGKVgyKaLQSOYh%2FfNPoZzKEGpC9SYCRSn3ju1U%3D&amp;reserved=0"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0"/>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1"/>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786058" y="6228232"/>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0" y="1790291"/>
            <a:ext cx="6910899" cy="1863395"/>
          </a:xfrm>
          <a:prstGeom prst="rect">
            <a:avLst/>
          </a:prstGeom>
        </p:spPr>
        <p:txBody>
          <a:bodyPr wrap="square" lIns="0" tIns="0" rIns="0" bIns="0" rtlCol="0" anchor="t">
            <a:spAutoFit/>
          </a:bodyPr>
          <a:lstStyle/>
          <a:p>
            <a:pPr algn="l">
              <a:lnSpc>
                <a:spcPts val="4800"/>
              </a:lnSpc>
            </a:pPr>
            <a:r>
              <a:rPr lang="en-US" sz="4000" b="1" dirty="0">
                <a:solidFill>
                  <a:srgbClr val="7AE1AA"/>
                </a:solidFill>
                <a:latin typeface="Arial Bold"/>
                <a:ea typeface="Arial Bold"/>
                <a:cs typeface="Arial Bold"/>
                <a:sym typeface="Arial Bold"/>
              </a:rPr>
              <a:t>—</a:t>
            </a:r>
          </a:p>
          <a:p>
            <a:pPr algn="l">
              <a:lnSpc>
                <a:spcPts val="5280"/>
              </a:lnSpc>
            </a:pPr>
            <a:r>
              <a:rPr lang="en-US" sz="4400" b="1" dirty="0">
                <a:solidFill>
                  <a:srgbClr val="FFFFFF"/>
                </a:solidFill>
                <a:latin typeface="Arial Bold"/>
                <a:ea typeface="Arial Bold"/>
                <a:cs typeface="Arial Bold"/>
                <a:sym typeface="Arial Bold"/>
              </a:rPr>
              <a:t>Administrative Law 2025</a:t>
            </a:r>
          </a:p>
          <a:p>
            <a:pPr algn="l">
              <a:lnSpc>
                <a:spcPts val="5280"/>
              </a:lnSpc>
            </a:pPr>
            <a:r>
              <a:rPr lang="en-US" sz="2000" b="1" dirty="0">
                <a:solidFill>
                  <a:srgbClr val="FFFFFF"/>
                </a:solidFill>
                <a:latin typeface="Arial Bold"/>
                <a:ea typeface="Arial Bold"/>
                <a:cs typeface="Arial Bold"/>
                <a:sym typeface="Arial Bold"/>
              </a:rPr>
              <a:t>Week 7 Tutorial Introduction to Judicial Review</a:t>
            </a:r>
          </a:p>
        </p:txBody>
      </p:sp>
      <p:sp>
        <p:nvSpPr>
          <p:cNvPr id="17" name="TextBox 17"/>
          <p:cNvSpPr txBox="1"/>
          <p:nvPr/>
        </p:nvSpPr>
        <p:spPr>
          <a:xfrm>
            <a:off x="2537901" y="5133185"/>
            <a:ext cx="5407462" cy="636072"/>
          </a:xfrm>
          <a:prstGeom prst="rect">
            <a:avLst/>
          </a:prstGeom>
        </p:spPr>
        <p:txBody>
          <a:bodyPr lIns="0" tIns="0" rIns="0" bIns="0" rtlCol="0" anchor="t">
            <a:spAutoFit/>
          </a:bodyPr>
          <a:lstStyle/>
          <a:p>
            <a:pPr algn="l">
              <a:lnSpc>
                <a:spcPts val="2879"/>
              </a:lnSpc>
            </a:pPr>
            <a:r>
              <a:rPr lang="en-US" sz="2399" dirty="0">
                <a:solidFill>
                  <a:srgbClr val="FFFFFF"/>
                </a:solidFill>
                <a:latin typeface="Arial"/>
                <a:ea typeface="Arial"/>
                <a:cs typeface="Arial"/>
                <a:sym typeface="Arial"/>
              </a:rPr>
              <a:t>Dr Richard Taylor</a:t>
            </a:r>
          </a:p>
          <a:p>
            <a:pPr algn="l">
              <a:lnSpc>
                <a:spcPts val="2160"/>
              </a:lnSpc>
            </a:pPr>
            <a:r>
              <a:rPr lang="en-US" sz="1800" dirty="0">
                <a:solidFill>
                  <a:srgbClr val="FFFFFF"/>
                </a:solidFill>
                <a:latin typeface="Arial"/>
                <a:ea typeface="Arial"/>
                <a:cs typeface="Arial"/>
                <a:sym typeface="Arial"/>
              </a:rPr>
              <a:t>Lecturer, School of Law</a:t>
            </a:r>
          </a:p>
        </p:txBody>
      </p:sp>
      <p:sp>
        <p:nvSpPr>
          <p:cNvPr id="18" name="AutoShape 18"/>
          <p:cNvSpPr/>
          <p:nvPr/>
        </p:nvSpPr>
        <p:spPr>
          <a:xfrm rot="47869">
            <a:off x="2533397" y="5059348"/>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A5AB2-D3EF-711F-0A7A-68F2F2A14067}"/>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F1474BFC-0C5A-DCF8-920D-459FF1189AC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64565C94-B593-76CF-F093-F6CFDFF6F921}"/>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2400" b="1" dirty="0">
                <a:latin typeface="+mn-lt"/>
              </a:rPr>
              <a:t>Assessment name:</a:t>
            </a:r>
            <a:r>
              <a:rPr lang="en-US" altLang="en-US" sz="2400" dirty="0">
                <a:latin typeface="+mn-lt"/>
              </a:rPr>
              <a:t> Memorandum of Advice</a:t>
            </a:r>
          </a:p>
          <a:p>
            <a:pPr>
              <a:spcBef>
                <a:spcPts val="800"/>
              </a:spcBef>
              <a:buSzPct val="100000"/>
              <a:defRPr/>
            </a:pPr>
            <a:r>
              <a:rPr lang="en-US" altLang="en-US" sz="2400" b="1" dirty="0">
                <a:latin typeface="+mn-lt"/>
              </a:rPr>
              <a:t>Weight: </a:t>
            </a:r>
            <a:r>
              <a:rPr lang="en-US" altLang="en-US" sz="2400" dirty="0">
                <a:latin typeface="+mn-lt"/>
              </a:rPr>
              <a:t>30%</a:t>
            </a:r>
          </a:p>
          <a:p>
            <a:pPr>
              <a:spcBef>
                <a:spcPts val="800"/>
              </a:spcBef>
              <a:buSzPct val="100000"/>
              <a:defRPr/>
            </a:pPr>
            <a:r>
              <a:rPr lang="en-US" altLang="en-US" sz="2400" b="1" dirty="0">
                <a:latin typeface="+mn-lt"/>
              </a:rPr>
              <a:t>Assignment due date: </a:t>
            </a:r>
            <a:r>
              <a:rPr lang="en-US" altLang="en-US" sz="2400" dirty="0">
                <a:latin typeface="+mn-lt"/>
              </a:rPr>
              <a:t>End week 8 – Sunday 21 September 2025</a:t>
            </a:r>
          </a:p>
          <a:p>
            <a:pPr>
              <a:spcBef>
                <a:spcPts val="800"/>
              </a:spcBef>
              <a:buSzPct val="100000"/>
              <a:defRPr/>
            </a:pPr>
            <a:r>
              <a:rPr lang="en-US" altLang="en-US" sz="2400" b="1" dirty="0">
                <a:latin typeface="+mn-lt"/>
              </a:rPr>
              <a:t>Length:</a:t>
            </a:r>
            <a:r>
              <a:rPr lang="en-US" altLang="en-US" sz="2400" dirty="0">
                <a:latin typeface="+mn-lt"/>
              </a:rPr>
              <a:t> 1,800 words</a:t>
            </a:r>
          </a:p>
          <a:p>
            <a:pPr>
              <a:spcBef>
                <a:spcPts val="800"/>
              </a:spcBef>
              <a:buSzPct val="100000"/>
              <a:defRPr/>
            </a:pPr>
            <a:r>
              <a:rPr lang="en-US" altLang="en-US" sz="2400" b="1" dirty="0">
                <a:latin typeface="+mn-lt"/>
              </a:rPr>
              <a:t>Details:</a:t>
            </a:r>
            <a:r>
              <a:rPr lang="en-US" altLang="en-US" sz="2400" dirty="0">
                <a:latin typeface="+mn-lt"/>
              </a:rPr>
              <a:t> Memo of Advice in relation to various issue raised – See Canvas Assignment 2 for more details</a:t>
            </a:r>
          </a:p>
          <a:p>
            <a:pPr>
              <a:spcBef>
                <a:spcPts val="800"/>
              </a:spcBef>
              <a:buSzPct val="100000"/>
              <a:defRPr/>
            </a:pPr>
            <a:r>
              <a:rPr lang="en-US" altLang="en-US" sz="2400" b="1" dirty="0">
                <a:latin typeface="+mn-lt"/>
              </a:rPr>
              <a:t>Queries: </a:t>
            </a:r>
            <a:r>
              <a:rPr lang="en-US" altLang="en-US" sz="2400" dirty="0">
                <a:latin typeface="+mn-lt"/>
              </a:rPr>
              <a:t>If you have any questions  or comments  are require any clarification of the options or the nature of the task, please enquire in the early stages of preparing your submission. </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D196A77B-AA5C-036C-E5E9-4F9569C777EC}"/>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Assessment 2 – Due Soon</a:t>
            </a:r>
          </a:p>
        </p:txBody>
      </p:sp>
    </p:spTree>
    <p:extLst>
      <p:ext uri="{BB962C8B-B14F-4D97-AF65-F5344CB8AC3E}">
        <p14:creationId xmlns:p14="http://schemas.microsoft.com/office/powerpoint/2010/main" val="81100603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AF7A-DC1E-7783-C641-BA53C151A425}"/>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6EF7CFD2-23F1-201E-BB39-FF3DEE1D2A66}"/>
              </a:ext>
            </a:extLst>
          </p:cNvPr>
          <p:cNvSpPr txBox="1">
            <a:spLocks noChangeArrowheads="1"/>
          </p:cNvSpPr>
          <p:nvPr/>
        </p:nvSpPr>
        <p:spPr bwMode="auto">
          <a:xfrm>
            <a:off x="997183" y="1875939"/>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Pct val="100000"/>
              <a:buFont typeface="Times New Roman" panose="02020603050405020304" pitchFamily="18" charset="0"/>
              <a:buNone/>
              <a:tabLst/>
              <a:defRPr/>
            </a:pPr>
            <a:endParaRPr kumimoji="0" lang="en-US" alt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a:extLst>
              <a:ext uri="{FF2B5EF4-FFF2-40B4-BE49-F238E27FC236}">
                <a16:creationId xmlns:a16="http://schemas.microsoft.com/office/drawing/2014/main" id="{468900A8-8153-2EEB-A2AE-86FE7044035F}"/>
              </a:ext>
            </a:extLst>
          </p:cNvPr>
          <p:cNvSpPr txBox="1"/>
          <p:nvPr/>
        </p:nvSpPr>
        <p:spPr>
          <a:xfrm>
            <a:off x="533400" y="567211"/>
            <a:ext cx="8153400" cy="480131"/>
          </a:xfrm>
          <a:prstGeom prst="rect">
            <a:avLst/>
          </a:prstGeom>
          <a:noFill/>
        </p:spPr>
        <p:txBody>
          <a:bodyPr wrap="square">
            <a:spAutoFit/>
          </a:bodyPr>
          <a:lstStyle/>
          <a:p>
            <a:pPr marL="342891" marR="0" lvl="0" indent="-341305" algn="l" defTabSz="1219170" rtl="0" eaLnBrk="1" fontAlgn="auto" latinLnBrk="0" hangingPunct="1">
              <a:lnSpc>
                <a:spcPct val="90000"/>
              </a:lnSpc>
              <a:spcBef>
                <a:spcPts val="0"/>
              </a:spcBef>
              <a:spcAft>
                <a:spcPts val="1200"/>
              </a:spcAft>
              <a:buClrTx/>
              <a:buSzPct val="100000"/>
              <a:buFontTx/>
              <a:buNone/>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kumimoji="0" lang="en-AU" sz="2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Agenda</a:t>
            </a:r>
          </a:p>
        </p:txBody>
      </p:sp>
      <p:grpSp>
        <p:nvGrpSpPr>
          <p:cNvPr id="45" name="Group 44">
            <a:extLst>
              <a:ext uri="{FF2B5EF4-FFF2-40B4-BE49-F238E27FC236}">
                <a16:creationId xmlns:a16="http://schemas.microsoft.com/office/drawing/2014/main" id="{AA8F17D7-4946-0F02-1807-697D7389F144}"/>
              </a:ext>
            </a:extLst>
          </p:cNvPr>
          <p:cNvGrpSpPr/>
          <p:nvPr/>
        </p:nvGrpSpPr>
        <p:grpSpPr>
          <a:xfrm>
            <a:off x="1524000" y="1524000"/>
            <a:ext cx="8927507" cy="4293228"/>
            <a:chOff x="1651677" y="1731054"/>
            <a:chExt cx="8927507" cy="4293228"/>
          </a:xfrm>
        </p:grpSpPr>
        <p:sp>
          <p:nvSpPr>
            <p:cNvPr id="2" name="Shape;2234;p44">
              <a:extLst>
                <a:ext uri="{FF2B5EF4-FFF2-40B4-BE49-F238E27FC236}">
                  <a16:creationId xmlns:a16="http://schemas.microsoft.com/office/drawing/2014/main" id="{C3D1E324-97EF-43EF-A588-256F3BA694A8}"/>
                </a:ext>
              </a:extLst>
            </p:cNvPr>
            <p:cNvSpPr/>
            <p:nvPr/>
          </p:nvSpPr>
          <p:spPr>
            <a:xfrm>
              <a:off x="2098942" y="1732110"/>
              <a:ext cx="3725025" cy="961142"/>
            </a:xfrm>
            <a:custGeom>
              <a:avLst/>
              <a:gdLst/>
              <a:ahLst/>
              <a:cxnLst/>
              <a:rect l="l" t="t" r="r" b="b"/>
              <a:pathLst>
                <a:path w="104014" h="26838" extrusionOk="0">
                  <a:moveTo>
                    <a:pt x="1" y="1"/>
                  </a:moveTo>
                  <a:lnTo>
                    <a:pt x="1" y="26837"/>
                  </a:lnTo>
                  <a:lnTo>
                    <a:pt x="90929" y="26837"/>
                  </a:lnTo>
                  <a:cubicBezTo>
                    <a:pt x="98156" y="26837"/>
                    <a:pt x="104014" y="20980"/>
                    <a:pt x="104014" y="13753"/>
                  </a:cubicBezTo>
                  <a:lnTo>
                    <a:pt x="104014" y="11205"/>
                  </a:lnTo>
                  <a:cubicBezTo>
                    <a:pt x="104014" y="5013"/>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Shape;2235;p44">
              <a:extLst>
                <a:ext uri="{FF2B5EF4-FFF2-40B4-BE49-F238E27FC236}">
                  <a16:creationId xmlns:a16="http://schemas.microsoft.com/office/drawing/2014/main" id="{392B9AA1-1DF4-891C-A953-B092CFF933A4}"/>
                </a:ext>
              </a:extLst>
            </p:cNvPr>
            <p:cNvSpPr/>
            <p:nvPr/>
          </p:nvSpPr>
          <p:spPr>
            <a:xfrm>
              <a:off x="1896206" y="2533364"/>
              <a:ext cx="474197" cy="453711"/>
            </a:xfrm>
            <a:custGeom>
              <a:avLst/>
              <a:gdLst/>
              <a:ahLst/>
              <a:cxnLst/>
              <a:rect l="l" t="t" r="r" b="b"/>
              <a:pathLst>
                <a:path w="13241" h="12669" extrusionOk="0">
                  <a:moveTo>
                    <a:pt x="1" y="0"/>
                  </a:moveTo>
                  <a:lnTo>
                    <a:pt x="1" y="12669"/>
                  </a:lnTo>
                  <a:lnTo>
                    <a:pt x="6620" y="8359"/>
                  </a:lnTo>
                  <a:lnTo>
                    <a:pt x="13240" y="12669"/>
                  </a:lnTo>
                  <a:lnTo>
                    <a:pt x="13240" y="0"/>
                  </a:lnTo>
                  <a:close/>
                </a:path>
              </a:pathLst>
            </a:custGeom>
            <a:solidFill>
              <a:schemeClr val="tx2">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Shape;2236;p44">
              <a:extLst>
                <a:ext uri="{FF2B5EF4-FFF2-40B4-BE49-F238E27FC236}">
                  <a16:creationId xmlns:a16="http://schemas.microsoft.com/office/drawing/2014/main" id="{4DB2DEDE-3539-B70B-761C-6E638881F05E}"/>
                </a:ext>
              </a:extLst>
            </p:cNvPr>
            <p:cNvSpPr/>
            <p:nvPr/>
          </p:nvSpPr>
          <p:spPr>
            <a:xfrm>
              <a:off x="1651677" y="1731054"/>
              <a:ext cx="963255" cy="963255"/>
            </a:xfrm>
            <a:custGeom>
              <a:avLst/>
              <a:gdLst/>
              <a:ahLst/>
              <a:cxnLst/>
              <a:rect l="l" t="t" r="r" b="b"/>
              <a:pathLst>
                <a:path w="26897" h="26897" extrusionOk="0">
                  <a:moveTo>
                    <a:pt x="13442" y="1"/>
                  </a:moveTo>
                  <a:cubicBezTo>
                    <a:pt x="6013" y="1"/>
                    <a:pt x="0" y="6013"/>
                    <a:pt x="0" y="13443"/>
                  </a:cubicBezTo>
                  <a:cubicBezTo>
                    <a:pt x="0" y="20872"/>
                    <a:pt x="6013" y="26897"/>
                    <a:pt x="13442" y="26897"/>
                  </a:cubicBezTo>
                  <a:cubicBezTo>
                    <a:pt x="20872" y="26897"/>
                    <a:pt x="26896" y="20872"/>
                    <a:pt x="26896" y="13443"/>
                  </a:cubicBezTo>
                  <a:cubicBezTo>
                    <a:pt x="26896" y="6013"/>
                    <a:pt x="20872" y="1"/>
                    <a:pt x="13442" y="1"/>
                  </a:cubicBezTo>
                  <a:close/>
                </a:path>
              </a:pathLst>
            </a:custGeom>
            <a:solidFill>
              <a:schemeClr val="tx2">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Shape;2237;p44">
              <a:extLst>
                <a:ext uri="{FF2B5EF4-FFF2-40B4-BE49-F238E27FC236}">
                  <a16:creationId xmlns:a16="http://schemas.microsoft.com/office/drawing/2014/main" id="{B6EB4E0D-A735-F1B0-7CCE-64417DE7CE02}"/>
                </a:ext>
              </a:extLst>
            </p:cNvPr>
            <p:cNvSpPr/>
            <p:nvPr/>
          </p:nvSpPr>
          <p:spPr>
            <a:xfrm>
              <a:off x="1784918" y="1864295"/>
              <a:ext cx="696772" cy="696772"/>
            </a:xfrm>
            <a:custGeom>
              <a:avLst/>
              <a:gdLst/>
              <a:ahLst/>
              <a:cxnLst/>
              <a:rect l="l" t="t" r="r" b="b"/>
              <a:pathLst>
                <a:path w="19456" h="19456" extrusionOk="0">
                  <a:moveTo>
                    <a:pt x="9728" y="1"/>
                  </a:moveTo>
                  <a:cubicBezTo>
                    <a:pt x="4359" y="1"/>
                    <a:pt x="1" y="4358"/>
                    <a:pt x="1" y="9728"/>
                  </a:cubicBezTo>
                  <a:cubicBezTo>
                    <a:pt x="1" y="15098"/>
                    <a:pt x="4359" y="19455"/>
                    <a:pt x="9728" y="19455"/>
                  </a:cubicBezTo>
                  <a:cubicBezTo>
                    <a:pt x="15098" y="19455"/>
                    <a:pt x="19456" y="15098"/>
                    <a:pt x="19456" y="9728"/>
                  </a:cubicBezTo>
                  <a:cubicBezTo>
                    <a:pt x="19456" y="4358"/>
                    <a:pt x="15098" y="1"/>
                    <a:pt x="9728" y="1"/>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7" name="Shape;2242;p44">
              <a:extLst>
                <a:ext uri="{FF2B5EF4-FFF2-40B4-BE49-F238E27FC236}">
                  <a16:creationId xmlns:a16="http://schemas.microsoft.com/office/drawing/2014/main" id="{B49E2390-661A-1351-3901-94FD78B0A37D}"/>
                </a:ext>
              </a:extLst>
            </p:cNvPr>
            <p:cNvSpPr/>
            <p:nvPr/>
          </p:nvSpPr>
          <p:spPr>
            <a:xfrm>
              <a:off x="6815729" y="3246073"/>
              <a:ext cx="3724596" cy="961142"/>
            </a:xfrm>
            <a:custGeom>
              <a:avLst/>
              <a:gdLst/>
              <a:ahLst/>
              <a:cxnLst/>
              <a:rect l="l" t="t" r="r" b="b"/>
              <a:pathLst>
                <a:path w="104002" h="26838" extrusionOk="0">
                  <a:moveTo>
                    <a:pt x="1" y="1"/>
                  </a:moveTo>
                  <a:lnTo>
                    <a:pt x="1" y="26838"/>
                  </a:lnTo>
                  <a:lnTo>
                    <a:pt x="90917" y="26838"/>
                  </a:lnTo>
                  <a:cubicBezTo>
                    <a:pt x="98144" y="26838"/>
                    <a:pt x="104002" y="20980"/>
                    <a:pt x="104002" y="13753"/>
                  </a:cubicBezTo>
                  <a:lnTo>
                    <a:pt x="104002" y="11217"/>
                  </a:lnTo>
                  <a:cubicBezTo>
                    <a:pt x="104002" y="5025"/>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Shape;2243;p44">
              <a:extLst>
                <a:ext uri="{FF2B5EF4-FFF2-40B4-BE49-F238E27FC236}">
                  <a16:creationId xmlns:a16="http://schemas.microsoft.com/office/drawing/2014/main" id="{78A6E3FD-FE18-0BD8-3ABF-E3B74F3621D1}"/>
                </a:ext>
              </a:extLst>
            </p:cNvPr>
            <p:cNvSpPr/>
            <p:nvPr/>
          </p:nvSpPr>
          <p:spPr>
            <a:xfrm>
              <a:off x="6612564" y="4051752"/>
              <a:ext cx="474197" cy="454141"/>
            </a:xfrm>
            <a:custGeom>
              <a:avLst/>
              <a:gdLst/>
              <a:ahLst/>
              <a:cxnLst/>
              <a:rect l="l" t="t" r="r" b="b"/>
              <a:pathLst>
                <a:path w="13241" h="12681" extrusionOk="0">
                  <a:moveTo>
                    <a:pt x="0" y="0"/>
                  </a:moveTo>
                  <a:lnTo>
                    <a:pt x="0" y="12681"/>
                  </a:lnTo>
                  <a:lnTo>
                    <a:pt x="6608" y="8371"/>
                  </a:lnTo>
                  <a:lnTo>
                    <a:pt x="13240" y="12681"/>
                  </a:lnTo>
                  <a:lnTo>
                    <a:pt x="13240" y="0"/>
                  </a:lnTo>
                  <a:close/>
                </a:path>
              </a:pathLst>
            </a:custGeom>
            <a:solidFill>
              <a:schemeClr val="accent3">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 name="Shape;2244;p44">
              <a:extLst>
                <a:ext uri="{FF2B5EF4-FFF2-40B4-BE49-F238E27FC236}">
                  <a16:creationId xmlns:a16="http://schemas.microsoft.com/office/drawing/2014/main" id="{669E1FAE-7163-FE8D-1731-40B433EF7772}"/>
                </a:ext>
              </a:extLst>
            </p:cNvPr>
            <p:cNvSpPr/>
            <p:nvPr/>
          </p:nvSpPr>
          <p:spPr>
            <a:xfrm>
              <a:off x="6368035" y="3244999"/>
              <a:ext cx="963255" cy="963291"/>
            </a:xfrm>
            <a:custGeom>
              <a:avLst/>
              <a:gdLst/>
              <a:ahLst/>
              <a:cxnLst/>
              <a:rect l="l" t="t" r="r" b="b"/>
              <a:pathLst>
                <a:path w="26897" h="26898" extrusionOk="0">
                  <a:moveTo>
                    <a:pt x="13454" y="1"/>
                  </a:moveTo>
                  <a:cubicBezTo>
                    <a:pt x="6025" y="1"/>
                    <a:pt x="0" y="6025"/>
                    <a:pt x="0" y="13455"/>
                  </a:cubicBezTo>
                  <a:cubicBezTo>
                    <a:pt x="0" y="20884"/>
                    <a:pt x="6025" y="26897"/>
                    <a:pt x="13454" y="26897"/>
                  </a:cubicBezTo>
                  <a:cubicBezTo>
                    <a:pt x="20884" y="26897"/>
                    <a:pt x="26896" y="20884"/>
                    <a:pt x="26896" y="13455"/>
                  </a:cubicBezTo>
                  <a:cubicBezTo>
                    <a:pt x="26896" y="6025"/>
                    <a:pt x="20884" y="1"/>
                    <a:pt x="13454" y="1"/>
                  </a:cubicBezTo>
                  <a:close/>
                </a:path>
              </a:pathLst>
            </a:custGeom>
            <a:solidFill>
              <a:schemeClr val="accent3">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 name="Shape;2245;p44">
              <a:extLst>
                <a:ext uri="{FF2B5EF4-FFF2-40B4-BE49-F238E27FC236}">
                  <a16:creationId xmlns:a16="http://schemas.microsoft.com/office/drawing/2014/main" id="{9022D31E-2316-1439-BE34-E4355F8F1D24}"/>
                </a:ext>
              </a:extLst>
            </p:cNvPr>
            <p:cNvSpPr/>
            <p:nvPr/>
          </p:nvSpPr>
          <p:spPr>
            <a:xfrm>
              <a:off x="6501276" y="3378258"/>
              <a:ext cx="696772" cy="696772"/>
            </a:xfrm>
            <a:custGeom>
              <a:avLst/>
              <a:gdLst/>
              <a:ahLst/>
              <a:cxnLst/>
              <a:rect l="l" t="t" r="r" b="b"/>
              <a:pathLst>
                <a:path w="19456" h="19456" extrusionOk="0">
                  <a:moveTo>
                    <a:pt x="9728" y="1"/>
                  </a:moveTo>
                  <a:cubicBezTo>
                    <a:pt x="4347" y="1"/>
                    <a:pt x="1" y="4346"/>
                    <a:pt x="1" y="9728"/>
                  </a:cubicBezTo>
                  <a:cubicBezTo>
                    <a:pt x="1" y="15098"/>
                    <a:pt x="4347" y="19455"/>
                    <a:pt x="9728" y="19455"/>
                  </a:cubicBezTo>
                  <a:cubicBezTo>
                    <a:pt x="15098" y="19455"/>
                    <a:pt x="19456" y="15098"/>
                    <a:pt x="19456" y="9728"/>
                  </a:cubicBezTo>
                  <a:cubicBezTo>
                    <a:pt x="19456" y="4346"/>
                    <a:pt x="15098" y="1"/>
                    <a:pt x="9728"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 name="Shape;2250;p44">
              <a:extLst>
                <a:ext uri="{FF2B5EF4-FFF2-40B4-BE49-F238E27FC236}">
                  <a16:creationId xmlns:a16="http://schemas.microsoft.com/office/drawing/2014/main" id="{8822360C-90C8-F033-0AC4-517E46E840C7}"/>
                </a:ext>
              </a:extLst>
            </p:cNvPr>
            <p:cNvSpPr/>
            <p:nvPr/>
          </p:nvSpPr>
          <p:spPr>
            <a:xfrm>
              <a:off x="6815729" y="4760456"/>
              <a:ext cx="3724596" cy="961142"/>
            </a:xfrm>
            <a:custGeom>
              <a:avLst/>
              <a:gdLst/>
              <a:ahLst/>
              <a:cxnLst/>
              <a:rect l="l" t="t" r="r" b="b"/>
              <a:pathLst>
                <a:path w="104002" h="26838" extrusionOk="0">
                  <a:moveTo>
                    <a:pt x="1" y="1"/>
                  </a:moveTo>
                  <a:lnTo>
                    <a:pt x="1" y="26838"/>
                  </a:lnTo>
                  <a:lnTo>
                    <a:pt x="90917" y="26838"/>
                  </a:lnTo>
                  <a:cubicBezTo>
                    <a:pt x="98144" y="26838"/>
                    <a:pt x="104002" y="20980"/>
                    <a:pt x="104002" y="13753"/>
                  </a:cubicBezTo>
                  <a:lnTo>
                    <a:pt x="104002" y="11205"/>
                  </a:lnTo>
                  <a:cubicBezTo>
                    <a:pt x="104002" y="5013"/>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 name="Shape;2251;p44">
              <a:extLst>
                <a:ext uri="{FF2B5EF4-FFF2-40B4-BE49-F238E27FC236}">
                  <a16:creationId xmlns:a16="http://schemas.microsoft.com/office/drawing/2014/main" id="{17719731-AD8E-CA96-FFDF-16F14E7F0B67}"/>
                </a:ext>
              </a:extLst>
            </p:cNvPr>
            <p:cNvSpPr/>
            <p:nvPr/>
          </p:nvSpPr>
          <p:spPr>
            <a:xfrm>
              <a:off x="6612564" y="5570571"/>
              <a:ext cx="474197" cy="453711"/>
            </a:xfrm>
            <a:custGeom>
              <a:avLst/>
              <a:gdLst/>
              <a:ahLst/>
              <a:cxnLst/>
              <a:rect l="l" t="t" r="r" b="b"/>
              <a:pathLst>
                <a:path w="13241" h="12669" extrusionOk="0">
                  <a:moveTo>
                    <a:pt x="0" y="0"/>
                  </a:moveTo>
                  <a:lnTo>
                    <a:pt x="0" y="12669"/>
                  </a:lnTo>
                  <a:lnTo>
                    <a:pt x="6608" y="8359"/>
                  </a:lnTo>
                  <a:lnTo>
                    <a:pt x="13240" y="12669"/>
                  </a:lnTo>
                  <a:lnTo>
                    <a:pt x="13240" y="0"/>
                  </a:lnTo>
                  <a:close/>
                </a:path>
              </a:pathLst>
            </a:custGeom>
            <a:solidFill>
              <a:schemeClr val="accent5">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Shape;2252;p44">
              <a:extLst>
                <a:ext uri="{FF2B5EF4-FFF2-40B4-BE49-F238E27FC236}">
                  <a16:creationId xmlns:a16="http://schemas.microsoft.com/office/drawing/2014/main" id="{37AD28B3-1C2F-2623-E746-B6AF186405CC}"/>
                </a:ext>
              </a:extLst>
            </p:cNvPr>
            <p:cNvSpPr/>
            <p:nvPr/>
          </p:nvSpPr>
          <p:spPr>
            <a:xfrm>
              <a:off x="6368035" y="4759382"/>
              <a:ext cx="963255" cy="963291"/>
            </a:xfrm>
            <a:custGeom>
              <a:avLst/>
              <a:gdLst/>
              <a:ahLst/>
              <a:cxnLst/>
              <a:rect l="l" t="t" r="r" b="b"/>
              <a:pathLst>
                <a:path w="26897" h="26898" extrusionOk="0">
                  <a:moveTo>
                    <a:pt x="13454" y="1"/>
                  </a:moveTo>
                  <a:cubicBezTo>
                    <a:pt x="6025" y="1"/>
                    <a:pt x="0" y="6025"/>
                    <a:pt x="0" y="13443"/>
                  </a:cubicBezTo>
                  <a:cubicBezTo>
                    <a:pt x="0" y="20873"/>
                    <a:pt x="6025" y="26897"/>
                    <a:pt x="13454" y="26897"/>
                  </a:cubicBezTo>
                  <a:cubicBezTo>
                    <a:pt x="20884" y="26897"/>
                    <a:pt x="26896" y="20873"/>
                    <a:pt x="26896" y="13443"/>
                  </a:cubicBezTo>
                  <a:cubicBezTo>
                    <a:pt x="26896" y="6025"/>
                    <a:pt x="20884" y="1"/>
                    <a:pt x="13454" y="1"/>
                  </a:cubicBezTo>
                  <a:close/>
                </a:path>
              </a:pathLst>
            </a:custGeom>
            <a:solidFill>
              <a:schemeClr val="accent5">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Shape;2253;p44">
              <a:extLst>
                <a:ext uri="{FF2B5EF4-FFF2-40B4-BE49-F238E27FC236}">
                  <a16:creationId xmlns:a16="http://schemas.microsoft.com/office/drawing/2014/main" id="{9AD9A02B-AD9E-855F-2245-828FD7F939F7}"/>
                </a:ext>
              </a:extLst>
            </p:cNvPr>
            <p:cNvSpPr/>
            <p:nvPr/>
          </p:nvSpPr>
          <p:spPr>
            <a:xfrm>
              <a:off x="6501276" y="4892426"/>
              <a:ext cx="696772" cy="697202"/>
            </a:xfrm>
            <a:custGeom>
              <a:avLst/>
              <a:gdLst/>
              <a:ahLst/>
              <a:cxnLst/>
              <a:rect l="l" t="t" r="r" b="b"/>
              <a:pathLst>
                <a:path w="19456" h="19468" extrusionOk="0">
                  <a:moveTo>
                    <a:pt x="9728" y="1"/>
                  </a:moveTo>
                  <a:cubicBezTo>
                    <a:pt x="4347" y="1"/>
                    <a:pt x="1" y="4358"/>
                    <a:pt x="1" y="9728"/>
                  </a:cubicBezTo>
                  <a:cubicBezTo>
                    <a:pt x="1" y="15110"/>
                    <a:pt x="4347" y="19467"/>
                    <a:pt x="9728" y="19467"/>
                  </a:cubicBezTo>
                  <a:cubicBezTo>
                    <a:pt x="15098" y="19467"/>
                    <a:pt x="19456" y="15110"/>
                    <a:pt x="19456" y="9728"/>
                  </a:cubicBezTo>
                  <a:cubicBezTo>
                    <a:pt x="19456" y="4358"/>
                    <a:pt x="15098" y="1"/>
                    <a:pt x="9728" y="1"/>
                  </a:cubicBezTo>
                  <a:close/>
                </a:path>
              </a:pathLst>
            </a:custGeom>
            <a:solidFill>
              <a:schemeClr val="accent5"/>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5" name="Shape;2258;p44">
              <a:extLst>
                <a:ext uri="{FF2B5EF4-FFF2-40B4-BE49-F238E27FC236}">
                  <a16:creationId xmlns:a16="http://schemas.microsoft.com/office/drawing/2014/main" id="{3DF3AEA5-D3DD-AEED-2AF3-095F7FE3BE73}"/>
                </a:ext>
              </a:extLst>
            </p:cNvPr>
            <p:cNvSpPr/>
            <p:nvPr/>
          </p:nvSpPr>
          <p:spPr>
            <a:xfrm>
              <a:off x="6815729" y="1732110"/>
              <a:ext cx="3724596" cy="961142"/>
            </a:xfrm>
            <a:custGeom>
              <a:avLst/>
              <a:gdLst/>
              <a:ahLst/>
              <a:cxnLst/>
              <a:rect l="l" t="t" r="r" b="b"/>
              <a:pathLst>
                <a:path w="104002" h="26838" extrusionOk="0">
                  <a:moveTo>
                    <a:pt x="1" y="1"/>
                  </a:moveTo>
                  <a:lnTo>
                    <a:pt x="1" y="26837"/>
                  </a:lnTo>
                  <a:lnTo>
                    <a:pt x="90917" y="26837"/>
                  </a:lnTo>
                  <a:cubicBezTo>
                    <a:pt x="98144" y="26837"/>
                    <a:pt x="104002" y="20980"/>
                    <a:pt x="104002" y="13753"/>
                  </a:cubicBezTo>
                  <a:lnTo>
                    <a:pt x="104002" y="11205"/>
                  </a:lnTo>
                  <a:cubicBezTo>
                    <a:pt x="104002" y="5013"/>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 name="Shape;2259;p44">
              <a:extLst>
                <a:ext uri="{FF2B5EF4-FFF2-40B4-BE49-F238E27FC236}">
                  <a16:creationId xmlns:a16="http://schemas.microsoft.com/office/drawing/2014/main" id="{17427E3B-CA43-3159-24BE-A85C33EBFDCA}"/>
                </a:ext>
              </a:extLst>
            </p:cNvPr>
            <p:cNvSpPr/>
            <p:nvPr/>
          </p:nvSpPr>
          <p:spPr>
            <a:xfrm>
              <a:off x="6612564" y="2533364"/>
              <a:ext cx="474197" cy="453711"/>
            </a:xfrm>
            <a:custGeom>
              <a:avLst/>
              <a:gdLst/>
              <a:ahLst/>
              <a:cxnLst/>
              <a:rect l="l" t="t" r="r" b="b"/>
              <a:pathLst>
                <a:path w="13241" h="12669" extrusionOk="0">
                  <a:moveTo>
                    <a:pt x="0" y="0"/>
                  </a:moveTo>
                  <a:lnTo>
                    <a:pt x="0" y="12669"/>
                  </a:lnTo>
                  <a:lnTo>
                    <a:pt x="6608" y="8359"/>
                  </a:lnTo>
                  <a:lnTo>
                    <a:pt x="13240" y="12669"/>
                  </a:lnTo>
                  <a:lnTo>
                    <a:pt x="13240" y="0"/>
                  </a:lnTo>
                  <a:close/>
                </a:path>
              </a:pathLst>
            </a:custGeom>
            <a:solidFill>
              <a:schemeClr val="accent1">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Shape;2260;p44">
              <a:extLst>
                <a:ext uri="{FF2B5EF4-FFF2-40B4-BE49-F238E27FC236}">
                  <a16:creationId xmlns:a16="http://schemas.microsoft.com/office/drawing/2014/main" id="{F1A63354-AE11-5F63-0E05-8DF5DB11CAFC}"/>
                </a:ext>
              </a:extLst>
            </p:cNvPr>
            <p:cNvSpPr/>
            <p:nvPr/>
          </p:nvSpPr>
          <p:spPr>
            <a:xfrm>
              <a:off x="6368035" y="1731054"/>
              <a:ext cx="963255" cy="963255"/>
            </a:xfrm>
            <a:custGeom>
              <a:avLst/>
              <a:gdLst/>
              <a:ahLst/>
              <a:cxnLst/>
              <a:rect l="l" t="t" r="r" b="b"/>
              <a:pathLst>
                <a:path w="26897" h="26897" extrusionOk="0">
                  <a:moveTo>
                    <a:pt x="13454" y="1"/>
                  </a:moveTo>
                  <a:cubicBezTo>
                    <a:pt x="6025" y="1"/>
                    <a:pt x="0" y="6013"/>
                    <a:pt x="0" y="13443"/>
                  </a:cubicBezTo>
                  <a:cubicBezTo>
                    <a:pt x="0" y="20872"/>
                    <a:pt x="6025" y="26897"/>
                    <a:pt x="13454" y="26897"/>
                  </a:cubicBezTo>
                  <a:cubicBezTo>
                    <a:pt x="20884" y="26897"/>
                    <a:pt x="26896" y="20872"/>
                    <a:pt x="26896" y="13443"/>
                  </a:cubicBezTo>
                  <a:cubicBezTo>
                    <a:pt x="26896" y="6013"/>
                    <a:pt x="20884" y="1"/>
                    <a:pt x="13454" y="1"/>
                  </a:cubicBezTo>
                  <a:close/>
                </a:path>
              </a:pathLst>
            </a:custGeom>
            <a:solidFill>
              <a:schemeClr val="accent1">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8" name="Shape;2261;p44">
              <a:extLst>
                <a:ext uri="{FF2B5EF4-FFF2-40B4-BE49-F238E27FC236}">
                  <a16:creationId xmlns:a16="http://schemas.microsoft.com/office/drawing/2014/main" id="{B27C566F-1673-87B7-9CAA-C701CBE71FC2}"/>
                </a:ext>
              </a:extLst>
            </p:cNvPr>
            <p:cNvSpPr/>
            <p:nvPr/>
          </p:nvSpPr>
          <p:spPr>
            <a:xfrm>
              <a:off x="6501276" y="1864295"/>
              <a:ext cx="696772" cy="696772"/>
            </a:xfrm>
            <a:custGeom>
              <a:avLst/>
              <a:gdLst/>
              <a:ahLst/>
              <a:cxnLst/>
              <a:rect l="l" t="t" r="r" b="b"/>
              <a:pathLst>
                <a:path w="19456" h="19456" extrusionOk="0">
                  <a:moveTo>
                    <a:pt x="9728" y="1"/>
                  </a:moveTo>
                  <a:cubicBezTo>
                    <a:pt x="4347" y="1"/>
                    <a:pt x="1" y="4358"/>
                    <a:pt x="1" y="9728"/>
                  </a:cubicBezTo>
                  <a:cubicBezTo>
                    <a:pt x="1" y="15098"/>
                    <a:pt x="4347" y="19455"/>
                    <a:pt x="9728" y="19455"/>
                  </a:cubicBezTo>
                  <a:cubicBezTo>
                    <a:pt x="15098" y="19455"/>
                    <a:pt x="19456" y="15098"/>
                    <a:pt x="19456" y="9728"/>
                  </a:cubicBezTo>
                  <a:cubicBezTo>
                    <a:pt x="19456" y="4358"/>
                    <a:pt x="15098" y="1"/>
                    <a:pt x="9728"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9" name="Shape;2266;p44">
              <a:extLst>
                <a:ext uri="{FF2B5EF4-FFF2-40B4-BE49-F238E27FC236}">
                  <a16:creationId xmlns:a16="http://schemas.microsoft.com/office/drawing/2014/main" id="{F42263DB-9A4C-08B1-151E-1A7D26679774}"/>
                </a:ext>
              </a:extLst>
            </p:cNvPr>
            <p:cNvSpPr/>
            <p:nvPr/>
          </p:nvSpPr>
          <p:spPr>
            <a:xfrm>
              <a:off x="2098942" y="4760456"/>
              <a:ext cx="3725025" cy="961142"/>
            </a:xfrm>
            <a:custGeom>
              <a:avLst/>
              <a:gdLst/>
              <a:ahLst/>
              <a:cxnLst/>
              <a:rect l="l" t="t" r="r" b="b"/>
              <a:pathLst>
                <a:path w="104014" h="26838" extrusionOk="0">
                  <a:moveTo>
                    <a:pt x="1" y="1"/>
                  </a:moveTo>
                  <a:lnTo>
                    <a:pt x="1" y="26838"/>
                  </a:lnTo>
                  <a:lnTo>
                    <a:pt x="90929" y="26838"/>
                  </a:lnTo>
                  <a:cubicBezTo>
                    <a:pt x="98156" y="26838"/>
                    <a:pt x="104014" y="20980"/>
                    <a:pt x="104014" y="13753"/>
                  </a:cubicBezTo>
                  <a:lnTo>
                    <a:pt x="104014" y="11205"/>
                  </a:lnTo>
                  <a:cubicBezTo>
                    <a:pt x="104014" y="5013"/>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 name="Shape;2267;p44">
              <a:extLst>
                <a:ext uri="{FF2B5EF4-FFF2-40B4-BE49-F238E27FC236}">
                  <a16:creationId xmlns:a16="http://schemas.microsoft.com/office/drawing/2014/main" id="{6BE4C17A-4119-9673-CBC1-AAE1140BDCE4}"/>
                </a:ext>
              </a:extLst>
            </p:cNvPr>
            <p:cNvSpPr/>
            <p:nvPr/>
          </p:nvSpPr>
          <p:spPr>
            <a:xfrm>
              <a:off x="1896206" y="5570571"/>
              <a:ext cx="474197" cy="453711"/>
            </a:xfrm>
            <a:custGeom>
              <a:avLst/>
              <a:gdLst/>
              <a:ahLst/>
              <a:cxnLst/>
              <a:rect l="l" t="t" r="r" b="b"/>
              <a:pathLst>
                <a:path w="13241" h="12669" extrusionOk="0">
                  <a:moveTo>
                    <a:pt x="1" y="0"/>
                  </a:moveTo>
                  <a:lnTo>
                    <a:pt x="1" y="12669"/>
                  </a:lnTo>
                  <a:lnTo>
                    <a:pt x="6620" y="8359"/>
                  </a:lnTo>
                  <a:lnTo>
                    <a:pt x="13240" y="12669"/>
                  </a:lnTo>
                  <a:lnTo>
                    <a:pt x="13240" y="0"/>
                  </a:lnTo>
                  <a:close/>
                </a:path>
              </a:pathLst>
            </a:custGeom>
            <a:solidFill>
              <a:schemeClr val="accent4">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1" name="Shape;2268;p44">
              <a:extLst>
                <a:ext uri="{FF2B5EF4-FFF2-40B4-BE49-F238E27FC236}">
                  <a16:creationId xmlns:a16="http://schemas.microsoft.com/office/drawing/2014/main" id="{666B1712-E149-3A95-13E5-25C58F7F6479}"/>
                </a:ext>
              </a:extLst>
            </p:cNvPr>
            <p:cNvSpPr/>
            <p:nvPr/>
          </p:nvSpPr>
          <p:spPr>
            <a:xfrm>
              <a:off x="1651677" y="4759382"/>
              <a:ext cx="963255" cy="963291"/>
            </a:xfrm>
            <a:custGeom>
              <a:avLst/>
              <a:gdLst/>
              <a:ahLst/>
              <a:cxnLst/>
              <a:rect l="l" t="t" r="r" b="b"/>
              <a:pathLst>
                <a:path w="26897" h="26898" extrusionOk="0">
                  <a:moveTo>
                    <a:pt x="13442" y="1"/>
                  </a:moveTo>
                  <a:cubicBezTo>
                    <a:pt x="6013" y="1"/>
                    <a:pt x="0" y="6025"/>
                    <a:pt x="0" y="13443"/>
                  </a:cubicBezTo>
                  <a:cubicBezTo>
                    <a:pt x="0" y="20873"/>
                    <a:pt x="6013" y="26897"/>
                    <a:pt x="13442" y="26897"/>
                  </a:cubicBezTo>
                  <a:cubicBezTo>
                    <a:pt x="20872" y="26897"/>
                    <a:pt x="26896" y="20873"/>
                    <a:pt x="26896" y="13443"/>
                  </a:cubicBezTo>
                  <a:cubicBezTo>
                    <a:pt x="26896" y="6025"/>
                    <a:pt x="20872" y="1"/>
                    <a:pt x="13442" y="1"/>
                  </a:cubicBezTo>
                  <a:close/>
                </a:path>
              </a:pathLst>
            </a:custGeom>
            <a:solidFill>
              <a:schemeClr val="accent4">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 name="Shape;2269;p44">
              <a:extLst>
                <a:ext uri="{FF2B5EF4-FFF2-40B4-BE49-F238E27FC236}">
                  <a16:creationId xmlns:a16="http://schemas.microsoft.com/office/drawing/2014/main" id="{CA022F75-CD29-3266-C0B5-E58CCD0FB456}"/>
                </a:ext>
              </a:extLst>
            </p:cNvPr>
            <p:cNvSpPr/>
            <p:nvPr/>
          </p:nvSpPr>
          <p:spPr>
            <a:xfrm>
              <a:off x="1784918" y="4892426"/>
              <a:ext cx="696772" cy="697202"/>
            </a:xfrm>
            <a:custGeom>
              <a:avLst/>
              <a:gdLst/>
              <a:ahLst/>
              <a:cxnLst/>
              <a:rect l="l" t="t" r="r" b="b"/>
              <a:pathLst>
                <a:path w="19456" h="19468" extrusionOk="0">
                  <a:moveTo>
                    <a:pt x="9728" y="1"/>
                  </a:moveTo>
                  <a:cubicBezTo>
                    <a:pt x="4359" y="1"/>
                    <a:pt x="1" y="4358"/>
                    <a:pt x="1" y="9728"/>
                  </a:cubicBezTo>
                  <a:cubicBezTo>
                    <a:pt x="1" y="15110"/>
                    <a:pt x="4359" y="19467"/>
                    <a:pt x="9728" y="19467"/>
                  </a:cubicBezTo>
                  <a:cubicBezTo>
                    <a:pt x="15098" y="19467"/>
                    <a:pt x="19456" y="15110"/>
                    <a:pt x="19456" y="9728"/>
                  </a:cubicBezTo>
                  <a:cubicBezTo>
                    <a:pt x="19456" y="4358"/>
                    <a:pt x="15098" y="1"/>
                    <a:pt x="9728" y="1"/>
                  </a:cubicBezTo>
                  <a:close/>
                </a:path>
              </a:pathLst>
            </a:cu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3" name="Shape;2274;p44">
              <a:extLst>
                <a:ext uri="{FF2B5EF4-FFF2-40B4-BE49-F238E27FC236}">
                  <a16:creationId xmlns:a16="http://schemas.microsoft.com/office/drawing/2014/main" id="{91E3DAD0-B765-19F2-A28B-7346F8E3EA40}"/>
                </a:ext>
              </a:extLst>
            </p:cNvPr>
            <p:cNvSpPr/>
            <p:nvPr/>
          </p:nvSpPr>
          <p:spPr>
            <a:xfrm>
              <a:off x="2098942" y="3246073"/>
              <a:ext cx="3725025" cy="961142"/>
            </a:xfrm>
            <a:custGeom>
              <a:avLst/>
              <a:gdLst/>
              <a:ahLst/>
              <a:cxnLst/>
              <a:rect l="l" t="t" r="r" b="b"/>
              <a:pathLst>
                <a:path w="104014" h="26838" extrusionOk="0">
                  <a:moveTo>
                    <a:pt x="1" y="1"/>
                  </a:moveTo>
                  <a:lnTo>
                    <a:pt x="1" y="26838"/>
                  </a:lnTo>
                  <a:lnTo>
                    <a:pt x="90929" y="26838"/>
                  </a:lnTo>
                  <a:cubicBezTo>
                    <a:pt x="98156" y="26838"/>
                    <a:pt x="104014" y="20980"/>
                    <a:pt x="104014" y="13753"/>
                  </a:cubicBezTo>
                  <a:lnTo>
                    <a:pt x="104014" y="11217"/>
                  </a:lnTo>
                  <a:cubicBezTo>
                    <a:pt x="104014" y="5025"/>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Shape;2275;p44">
              <a:extLst>
                <a:ext uri="{FF2B5EF4-FFF2-40B4-BE49-F238E27FC236}">
                  <a16:creationId xmlns:a16="http://schemas.microsoft.com/office/drawing/2014/main" id="{3F2AF121-FEAF-050B-E01D-CD85E4E916E5}"/>
                </a:ext>
              </a:extLst>
            </p:cNvPr>
            <p:cNvSpPr/>
            <p:nvPr/>
          </p:nvSpPr>
          <p:spPr>
            <a:xfrm>
              <a:off x="1896206" y="4051752"/>
              <a:ext cx="474197" cy="454141"/>
            </a:xfrm>
            <a:custGeom>
              <a:avLst/>
              <a:gdLst/>
              <a:ahLst/>
              <a:cxnLst/>
              <a:rect l="l" t="t" r="r" b="b"/>
              <a:pathLst>
                <a:path w="13241" h="12681" extrusionOk="0">
                  <a:moveTo>
                    <a:pt x="1" y="0"/>
                  </a:moveTo>
                  <a:lnTo>
                    <a:pt x="1" y="12681"/>
                  </a:lnTo>
                  <a:lnTo>
                    <a:pt x="6620" y="8371"/>
                  </a:lnTo>
                  <a:lnTo>
                    <a:pt x="13240" y="12681"/>
                  </a:lnTo>
                  <a:lnTo>
                    <a:pt x="13240" y="0"/>
                  </a:lnTo>
                  <a:close/>
                </a:path>
              </a:pathLst>
            </a:custGeom>
            <a:solidFill>
              <a:schemeClr val="accent2">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Shape;2276;p44">
              <a:extLst>
                <a:ext uri="{FF2B5EF4-FFF2-40B4-BE49-F238E27FC236}">
                  <a16:creationId xmlns:a16="http://schemas.microsoft.com/office/drawing/2014/main" id="{FB37AB84-8F75-EF74-A924-B26142E3575A}"/>
                </a:ext>
              </a:extLst>
            </p:cNvPr>
            <p:cNvSpPr/>
            <p:nvPr/>
          </p:nvSpPr>
          <p:spPr>
            <a:xfrm>
              <a:off x="1651677" y="3244999"/>
              <a:ext cx="963255" cy="963291"/>
            </a:xfrm>
            <a:custGeom>
              <a:avLst/>
              <a:gdLst/>
              <a:ahLst/>
              <a:cxnLst/>
              <a:rect l="l" t="t" r="r" b="b"/>
              <a:pathLst>
                <a:path w="26897" h="26898" extrusionOk="0">
                  <a:moveTo>
                    <a:pt x="13442" y="1"/>
                  </a:moveTo>
                  <a:cubicBezTo>
                    <a:pt x="6013" y="1"/>
                    <a:pt x="0" y="6025"/>
                    <a:pt x="0" y="13455"/>
                  </a:cubicBezTo>
                  <a:cubicBezTo>
                    <a:pt x="0" y="20884"/>
                    <a:pt x="6013" y="26897"/>
                    <a:pt x="13442" y="26897"/>
                  </a:cubicBezTo>
                  <a:cubicBezTo>
                    <a:pt x="20872" y="26897"/>
                    <a:pt x="26896" y="20884"/>
                    <a:pt x="26896" y="13455"/>
                  </a:cubicBezTo>
                  <a:cubicBezTo>
                    <a:pt x="26896" y="6025"/>
                    <a:pt x="20872" y="1"/>
                    <a:pt x="13442" y="1"/>
                  </a:cubicBez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Shape;2277;p44">
              <a:extLst>
                <a:ext uri="{FF2B5EF4-FFF2-40B4-BE49-F238E27FC236}">
                  <a16:creationId xmlns:a16="http://schemas.microsoft.com/office/drawing/2014/main" id="{EA1CBDF5-A809-8665-006D-08DA757DD5DE}"/>
                </a:ext>
              </a:extLst>
            </p:cNvPr>
            <p:cNvSpPr/>
            <p:nvPr/>
          </p:nvSpPr>
          <p:spPr>
            <a:xfrm>
              <a:off x="1784918" y="3378258"/>
              <a:ext cx="696772" cy="696772"/>
            </a:xfrm>
            <a:custGeom>
              <a:avLst/>
              <a:gdLst/>
              <a:ahLst/>
              <a:cxnLst/>
              <a:rect l="l" t="t" r="r" b="b"/>
              <a:pathLst>
                <a:path w="19456" h="19456" extrusionOk="0">
                  <a:moveTo>
                    <a:pt x="9728" y="1"/>
                  </a:moveTo>
                  <a:cubicBezTo>
                    <a:pt x="4359" y="1"/>
                    <a:pt x="1" y="4346"/>
                    <a:pt x="1" y="9728"/>
                  </a:cubicBezTo>
                  <a:cubicBezTo>
                    <a:pt x="1" y="15098"/>
                    <a:pt x="4359" y="19455"/>
                    <a:pt x="9728" y="19455"/>
                  </a:cubicBezTo>
                  <a:cubicBezTo>
                    <a:pt x="15098" y="19455"/>
                    <a:pt x="19456" y="15098"/>
                    <a:pt x="19456" y="9728"/>
                  </a:cubicBezTo>
                  <a:cubicBezTo>
                    <a:pt x="19456" y="4346"/>
                    <a:pt x="15098" y="1"/>
                    <a:pt x="9728" y="1"/>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7" name="TextBox 26">
              <a:extLst>
                <a:ext uri="{FF2B5EF4-FFF2-40B4-BE49-F238E27FC236}">
                  <a16:creationId xmlns:a16="http://schemas.microsoft.com/office/drawing/2014/main" id="{F4EAF998-B39B-68CF-FDE5-E85D7DB0D931}"/>
                </a:ext>
              </a:extLst>
            </p:cNvPr>
            <p:cNvSpPr txBox="1"/>
            <p:nvPr/>
          </p:nvSpPr>
          <p:spPr>
            <a:xfrm>
              <a:off x="2765958" y="2141638"/>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Get your thinking about a problem to be solved</a:t>
              </a:r>
            </a:p>
          </p:txBody>
        </p:sp>
        <p:sp>
          <p:nvSpPr>
            <p:cNvPr id="28" name="TextBox 27">
              <a:extLst>
                <a:ext uri="{FF2B5EF4-FFF2-40B4-BE49-F238E27FC236}">
                  <a16:creationId xmlns:a16="http://schemas.microsoft.com/office/drawing/2014/main" id="{17E6F25E-0B50-21F6-19DA-153E73B3E33E}"/>
                </a:ext>
              </a:extLst>
            </p:cNvPr>
            <p:cNvSpPr txBox="1"/>
            <p:nvPr/>
          </p:nvSpPr>
          <p:spPr>
            <a:xfrm>
              <a:off x="2765959" y="1831090"/>
              <a:ext cx="1859210"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Hypothetical</a:t>
              </a:r>
            </a:p>
          </p:txBody>
        </p:sp>
        <p:sp>
          <p:nvSpPr>
            <p:cNvPr id="29" name="TextBox 28">
              <a:extLst>
                <a:ext uri="{FF2B5EF4-FFF2-40B4-BE49-F238E27FC236}">
                  <a16:creationId xmlns:a16="http://schemas.microsoft.com/office/drawing/2014/main" id="{F2668E2D-B3F0-BC7B-8134-7619E1976DF5}"/>
                </a:ext>
              </a:extLst>
            </p:cNvPr>
            <p:cNvSpPr txBox="1"/>
            <p:nvPr/>
          </p:nvSpPr>
          <p:spPr>
            <a:xfrm>
              <a:off x="7507470" y="2379589"/>
              <a:ext cx="2341112" cy="215444"/>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Introduction to the concept</a:t>
              </a:r>
            </a:p>
          </p:txBody>
        </p:sp>
        <p:sp>
          <p:nvSpPr>
            <p:cNvPr id="30" name="TextBox 29">
              <a:extLst>
                <a:ext uri="{FF2B5EF4-FFF2-40B4-BE49-F238E27FC236}">
                  <a16:creationId xmlns:a16="http://schemas.microsoft.com/office/drawing/2014/main" id="{50256EB7-8E03-BA91-9E4F-F844CD1DB24F}"/>
                </a:ext>
              </a:extLst>
            </p:cNvPr>
            <p:cNvSpPr txBox="1"/>
            <p:nvPr/>
          </p:nvSpPr>
          <p:spPr>
            <a:xfrm>
              <a:off x="7507470" y="1803083"/>
              <a:ext cx="3071714" cy="553998"/>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What are ‘grounds of review?</a:t>
              </a:r>
            </a:p>
          </p:txBody>
        </p:sp>
        <p:sp>
          <p:nvSpPr>
            <p:cNvPr id="31" name="TextBox 30">
              <a:extLst>
                <a:ext uri="{FF2B5EF4-FFF2-40B4-BE49-F238E27FC236}">
                  <a16:creationId xmlns:a16="http://schemas.microsoft.com/office/drawing/2014/main" id="{AD8984EB-4093-5FAC-88CF-BF647226352B}"/>
                </a:ext>
              </a:extLst>
            </p:cNvPr>
            <p:cNvSpPr txBox="1"/>
            <p:nvPr/>
          </p:nvSpPr>
          <p:spPr>
            <a:xfrm>
              <a:off x="2765958" y="3655601"/>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rPr>
                <a:t>Highlights differences and substantial areas of overlap</a:t>
              </a:r>
              <a:endPar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endParaRPr>
            </a:p>
          </p:txBody>
        </p:sp>
        <p:sp>
          <p:nvSpPr>
            <p:cNvPr id="32" name="TextBox 31">
              <a:extLst>
                <a:ext uri="{FF2B5EF4-FFF2-40B4-BE49-F238E27FC236}">
                  <a16:creationId xmlns:a16="http://schemas.microsoft.com/office/drawing/2014/main" id="{1780486C-C63A-E338-EEF2-07197FF88A35}"/>
                </a:ext>
              </a:extLst>
            </p:cNvPr>
            <p:cNvSpPr txBox="1"/>
            <p:nvPr/>
          </p:nvSpPr>
          <p:spPr>
            <a:xfrm>
              <a:off x="2765958" y="3345053"/>
              <a:ext cx="2341111"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Error of Law vs Fact</a:t>
              </a:r>
            </a:p>
          </p:txBody>
        </p:sp>
        <p:sp>
          <p:nvSpPr>
            <p:cNvPr id="33" name="TextBox 32">
              <a:extLst>
                <a:ext uri="{FF2B5EF4-FFF2-40B4-BE49-F238E27FC236}">
                  <a16:creationId xmlns:a16="http://schemas.microsoft.com/office/drawing/2014/main" id="{7960C411-C54E-62B7-A1D9-53AE357D94EE}"/>
                </a:ext>
              </a:extLst>
            </p:cNvPr>
            <p:cNvSpPr txBox="1"/>
            <p:nvPr/>
          </p:nvSpPr>
          <p:spPr>
            <a:xfrm>
              <a:off x="7507470" y="3655601"/>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In what circumstances is this allowable</a:t>
              </a:r>
            </a:p>
          </p:txBody>
        </p:sp>
        <p:sp>
          <p:nvSpPr>
            <p:cNvPr id="34" name="TextBox 33">
              <a:extLst>
                <a:ext uri="{FF2B5EF4-FFF2-40B4-BE49-F238E27FC236}">
                  <a16:creationId xmlns:a16="http://schemas.microsoft.com/office/drawing/2014/main" id="{FF28665E-2EFC-136C-F239-18493968E118}"/>
                </a:ext>
              </a:extLst>
            </p:cNvPr>
            <p:cNvSpPr txBox="1"/>
            <p:nvPr/>
          </p:nvSpPr>
          <p:spPr>
            <a:xfrm>
              <a:off x="7507470" y="3345053"/>
              <a:ext cx="2840941"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Delegation &amp; Agency</a:t>
              </a:r>
            </a:p>
          </p:txBody>
        </p:sp>
        <p:sp>
          <p:nvSpPr>
            <p:cNvPr id="35" name="TextBox 34">
              <a:extLst>
                <a:ext uri="{FF2B5EF4-FFF2-40B4-BE49-F238E27FC236}">
                  <a16:creationId xmlns:a16="http://schemas.microsoft.com/office/drawing/2014/main" id="{34FEA223-907C-F7F9-E88F-4A907B0AAC16}"/>
                </a:ext>
              </a:extLst>
            </p:cNvPr>
            <p:cNvSpPr txBox="1"/>
            <p:nvPr/>
          </p:nvSpPr>
          <p:spPr>
            <a:xfrm>
              <a:off x="2765958" y="5169984"/>
              <a:ext cx="2341112" cy="215444"/>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Overview of case law</a:t>
              </a:r>
            </a:p>
          </p:txBody>
        </p:sp>
        <p:sp>
          <p:nvSpPr>
            <p:cNvPr id="36" name="TextBox 35">
              <a:extLst>
                <a:ext uri="{FF2B5EF4-FFF2-40B4-BE49-F238E27FC236}">
                  <a16:creationId xmlns:a16="http://schemas.microsoft.com/office/drawing/2014/main" id="{A1D3BF47-CDC2-A1FC-B7B9-963D28A5BB5A}"/>
                </a:ext>
              </a:extLst>
            </p:cNvPr>
            <p:cNvSpPr txBox="1"/>
            <p:nvPr/>
          </p:nvSpPr>
          <p:spPr>
            <a:xfrm>
              <a:off x="2765959" y="4859436"/>
              <a:ext cx="2162318"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Cases</a:t>
              </a:r>
            </a:p>
          </p:txBody>
        </p:sp>
        <p:sp>
          <p:nvSpPr>
            <p:cNvPr id="37" name="TextBox 36">
              <a:extLst>
                <a:ext uri="{FF2B5EF4-FFF2-40B4-BE49-F238E27FC236}">
                  <a16:creationId xmlns:a16="http://schemas.microsoft.com/office/drawing/2014/main" id="{50E1F8A5-E0B4-DC5F-1A8E-E82F98BC7E84}"/>
                </a:ext>
              </a:extLst>
            </p:cNvPr>
            <p:cNvSpPr txBox="1"/>
            <p:nvPr/>
          </p:nvSpPr>
          <p:spPr>
            <a:xfrm>
              <a:off x="7507470" y="5169984"/>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Questions to prepare for assessment </a:t>
              </a:r>
            </a:p>
          </p:txBody>
        </p:sp>
        <p:sp>
          <p:nvSpPr>
            <p:cNvPr id="38" name="TextBox 37">
              <a:extLst>
                <a:ext uri="{FF2B5EF4-FFF2-40B4-BE49-F238E27FC236}">
                  <a16:creationId xmlns:a16="http://schemas.microsoft.com/office/drawing/2014/main" id="{6F898C30-8C17-791B-BAE1-2E47344CCFDC}"/>
                </a:ext>
              </a:extLst>
            </p:cNvPr>
            <p:cNvSpPr txBox="1"/>
            <p:nvPr/>
          </p:nvSpPr>
          <p:spPr>
            <a:xfrm>
              <a:off x="7507470" y="4859436"/>
              <a:ext cx="2239099"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Problem Questions</a:t>
              </a:r>
            </a:p>
          </p:txBody>
        </p:sp>
        <p:sp>
          <p:nvSpPr>
            <p:cNvPr id="39" name="Rectangle 38">
              <a:extLst>
                <a:ext uri="{FF2B5EF4-FFF2-40B4-BE49-F238E27FC236}">
                  <a16:creationId xmlns:a16="http://schemas.microsoft.com/office/drawing/2014/main" id="{29DA8885-0A20-599C-E861-065F30E69941}"/>
                </a:ext>
              </a:extLst>
            </p:cNvPr>
            <p:cNvSpPr/>
            <p:nvPr/>
          </p:nvSpPr>
          <p:spPr>
            <a:xfrm>
              <a:off x="1868170" y="1979433"/>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01</a:t>
              </a:r>
            </a:p>
          </p:txBody>
        </p:sp>
        <p:sp>
          <p:nvSpPr>
            <p:cNvPr id="40" name="Rectangle 39">
              <a:extLst>
                <a:ext uri="{FF2B5EF4-FFF2-40B4-BE49-F238E27FC236}">
                  <a16:creationId xmlns:a16="http://schemas.microsoft.com/office/drawing/2014/main" id="{B1EE116B-A676-442E-4642-B8224E1B627B}"/>
                </a:ext>
              </a:extLst>
            </p:cNvPr>
            <p:cNvSpPr/>
            <p:nvPr/>
          </p:nvSpPr>
          <p:spPr>
            <a:xfrm>
              <a:off x="6584528" y="1979433"/>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02</a:t>
              </a:r>
            </a:p>
          </p:txBody>
        </p:sp>
        <p:sp>
          <p:nvSpPr>
            <p:cNvPr id="41" name="Rectangle 40">
              <a:extLst>
                <a:ext uri="{FF2B5EF4-FFF2-40B4-BE49-F238E27FC236}">
                  <a16:creationId xmlns:a16="http://schemas.microsoft.com/office/drawing/2014/main" id="{BB79D1A1-B71D-ADFA-5F31-8F0E21DAFD1D}"/>
                </a:ext>
              </a:extLst>
            </p:cNvPr>
            <p:cNvSpPr/>
            <p:nvPr/>
          </p:nvSpPr>
          <p:spPr>
            <a:xfrm>
              <a:off x="1868170" y="3493396"/>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03</a:t>
              </a:r>
            </a:p>
          </p:txBody>
        </p:sp>
        <p:sp>
          <p:nvSpPr>
            <p:cNvPr id="42" name="Rectangle 41">
              <a:extLst>
                <a:ext uri="{FF2B5EF4-FFF2-40B4-BE49-F238E27FC236}">
                  <a16:creationId xmlns:a16="http://schemas.microsoft.com/office/drawing/2014/main" id="{7CF57C85-54D1-2133-2245-329DE787DAF5}"/>
                </a:ext>
              </a:extLst>
            </p:cNvPr>
            <p:cNvSpPr/>
            <p:nvPr/>
          </p:nvSpPr>
          <p:spPr>
            <a:xfrm>
              <a:off x="6584528" y="3493396"/>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04</a:t>
              </a:r>
            </a:p>
          </p:txBody>
        </p:sp>
        <p:sp>
          <p:nvSpPr>
            <p:cNvPr id="43" name="Rectangle 42">
              <a:extLst>
                <a:ext uri="{FF2B5EF4-FFF2-40B4-BE49-F238E27FC236}">
                  <a16:creationId xmlns:a16="http://schemas.microsoft.com/office/drawing/2014/main" id="{912BE99B-11BF-AC6A-7CFC-3C871F1C5169}"/>
                </a:ext>
              </a:extLst>
            </p:cNvPr>
            <p:cNvSpPr/>
            <p:nvPr/>
          </p:nvSpPr>
          <p:spPr>
            <a:xfrm>
              <a:off x="1868170" y="5007779"/>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05</a:t>
              </a:r>
            </a:p>
          </p:txBody>
        </p:sp>
        <p:sp>
          <p:nvSpPr>
            <p:cNvPr id="44" name="Rectangle 43">
              <a:extLst>
                <a:ext uri="{FF2B5EF4-FFF2-40B4-BE49-F238E27FC236}">
                  <a16:creationId xmlns:a16="http://schemas.microsoft.com/office/drawing/2014/main" id="{1DFE9F11-2188-D761-6F75-C9D1187EC14F}"/>
                </a:ext>
              </a:extLst>
            </p:cNvPr>
            <p:cNvSpPr/>
            <p:nvPr/>
          </p:nvSpPr>
          <p:spPr>
            <a:xfrm>
              <a:off x="6584528" y="5007779"/>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06</a:t>
              </a:r>
            </a:p>
          </p:txBody>
        </p:sp>
      </p:grpSp>
    </p:spTree>
    <p:extLst>
      <p:ext uri="{BB962C8B-B14F-4D97-AF65-F5344CB8AC3E}">
        <p14:creationId xmlns:p14="http://schemas.microsoft.com/office/powerpoint/2010/main" val="46434370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D53F472-42F2-8283-DDB6-DF128B2B9B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B2575D-A189-B5CE-0DE2-5F82E7D809B8}"/>
              </a:ext>
            </a:extLst>
          </p:cNvPr>
          <p:cNvGrpSpPr/>
          <p:nvPr/>
        </p:nvGrpSpPr>
        <p:grpSpPr>
          <a:xfrm rot="-10800000">
            <a:off x="11045569" y="-12699"/>
            <a:ext cx="1146433" cy="1146433"/>
            <a:chOff x="0" y="0"/>
            <a:chExt cx="1630482" cy="1630482"/>
          </a:xfrm>
        </p:grpSpPr>
        <p:sp>
          <p:nvSpPr>
            <p:cNvPr id="3" name="Freeform 3">
              <a:extLst>
                <a:ext uri="{FF2B5EF4-FFF2-40B4-BE49-F238E27FC236}">
                  <a16:creationId xmlns:a16="http://schemas.microsoft.com/office/drawing/2014/main" id="{2149C5B9-C34D-5677-BEE7-781B489C2D4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defTabSz="914377"/>
              <a:endParaRPr lang="en-AU">
                <a:solidFill>
                  <a:prstClr val="black"/>
                </a:solidFill>
                <a:latin typeface="Calibri"/>
              </a:endParaRPr>
            </a:p>
          </p:txBody>
        </p:sp>
      </p:grpSp>
      <p:sp>
        <p:nvSpPr>
          <p:cNvPr id="8" name="TextBox 8">
            <a:extLst>
              <a:ext uri="{FF2B5EF4-FFF2-40B4-BE49-F238E27FC236}">
                <a16:creationId xmlns:a16="http://schemas.microsoft.com/office/drawing/2014/main" id="{17946EAF-2F0E-8BE5-11D2-50CA746EA024}"/>
              </a:ext>
            </a:extLst>
          </p:cNvPr>
          <p:cNvSpPr txBox="1"/>
          <p:nvPr/>
        </p:nvSpPr>
        <p:spPr>
          <a:xfrm>
            <a:off x="685800" y="613315"/>
            <a:ext cx="9982199" cy="455702"/>
          </a:xfrm>
          <a:prstGeom prst="rect">
            <a:avLst/>
          </a:prstGeom>
        </p:spPr>
        <p:txBody>
          <a:bodyPr wrap="square" lIns="0" tIns="0" rIns="0" bIns="0" rtlCol="0" anchor="t">
            <a:spAutoFit/>
          </a:bodyPr>
          <a:lstStyle/>
          <a:p>
            <a:pPr defTabSz="914377">
              <a:lnSpc>
                <a:spcPts val="3865"/>
              </a:lnSpc>
            </a:pPr>
            <a:r>
              <a:rPr lang="en-US" sz="2761" b="1" dirty="0">
                <a:solidFill>
                  <a:srgbClr val="FFFFFF"/>
                </a:solidFill>
                <a:latin typeface="Arial Bold"/>
                <a:ea typeface="Arial Bold"/>
                <a:cs typeface="Arial Bold"/>
                <a:sym typeface="Arial Bold"/>
              </a:rPr>
              <a:t>Administrative Law in the News [To be updated each week]</a:t>
            </a:r>
          </a:p>
        </p:txBody>
      </p:sp>
      <p:sp>
        <p:nvSpPr>
          <p:cNvPr id="14" name="TextBox 14">
            <a:extLst>
              <a:ext uri="{FF2B5EF4-FFF2-40B4-BE49-F238E27FC236}">
                <a16:creationId xmlns:a16="http://schemas.microsoft.com/office/drawing/2014/main" id="{E69E6E6D-C24E-7B18-F8A5-EA83EB1433F5}"/>
              </a:ext>
            </a:extLst>
          </p:cNvPr>
          <p:cNvSpPr txBox="1"/>
          <p:nvPr/>
        </p:nvSpPr>
        <p:spPr>
          <a:xfrm>
            <a:off x="9875691" y="6403401"/>
            <a:ext cx="1994403" cy="187359"/>
          </a:xfrm>
          <a:prstGeom prst="rect">
            <a:avLst/>
          </a:prstGeom>
        </p:spPr>
        <p:txBody>
          <a:bodyPr lIns="0" tIns="0" rIns="0" bIns="0" rtlCol="0" anchor="t">
            <a:spAutoFit/>
          </a:bodyPr>
          <a:lstStyle/>
          <a:p>
            <a:pPr defTabSz="914377">
              <a:lnSpc>
                <a:spcPts val="1605"/>
              </a:lnSpc>
            </a:pPr>
            <a:r>
              <a:rPr lang="en-US" sz="1147" dirty="0">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2310698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985B6-2253-CBB8-65E0-52CA41A55377}"/>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01A7387B-1B2F-B427-AAB6-50A6A8BF05C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C819BC3C-1CC3-8997-60B3-94121772C77D}"/>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3B5AB892-D9C8-C079-8550-B06F4E5F7228}"/>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Acting beyond power - ultra vires</a:t>
            </a:r>
          </a:p>
        </p:txBody>
      </p:sp>
      <p:pic>
        <p:nvPicPr>
          <p:cNvPr id="2" name="Picture 2" descr="Light Lamp Pixar Animation PNG">
            <a:extLst>
              <a:ext uri="{FF2B5EF4-FFF2-40B4-BE49-F238E27FC236}">
                <a16:creationId xmlns:a16="http://schemas.microsoft.com/office/drawing/2014/main" id="{5AAA6A5D-3922-1D7A-9000-A7DC810B57F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076" b="94994" l="10000" r="90000">
                        <a14:foregroundMark x1="46341" y1="8791" x2="53902" y2="3663"/>
                        <a14:foregroundMark x1="53902" y1="3663" x2="64390" y2="2076"/>
                        <a14:foregroundMark x1="64390" y1="2076" x2="72195" y2="6838"/>
                        <a14:foregroundMark x1="62561" y1="19048" x2="55732" y2="22222"/>
                        <a14:foregroundMark x1="34268" y1="92796" x2="52317" y2="94994"/>
                        <a14:foregroundMark x1="59268" y1="17827" x2="59512" y2="25519"/>
                      </a14:backgroundRemoval>
                    </a14:imgEffect>
                  </a14:imgLayer>
                </a14:imgProps>
              </a:ext>
              <a:ext uri="{28A0092B-C50C-407E-A947-70E740481C1C}">
                <a14:useLocalDpi xmlns:a14="http://schemas.microsoft.com/office/drawing/2010/main" val="0"/>
              </a:ext>
            </a:extLst>
          </a:blip>
          <a:srcRect/>
          <a:stretch>
            <a:fillRect/>
          </a:stretch>
        </p:blipFill>
        <p:spPr bwMode="auto">
          <a:xfrm>
            <a:off x="3657600" y="1752600"/>
            <a:ext cx="4263806" cy="4258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336930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D164FB73-002E-BE18-0020-95063F69C08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C3713B-373C-FEB3-17C1-8A254FFB98B8}"/>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3A92507-A197-0D67-5E38-45AA75F31E8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959715A7-A88A-4945-20B5-3B0DA702778E}"/>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Practice Question</a:t>
            </a:r>
          </a:p>
        </p:txBody>
      </p:sp>
      <p:sp>
        <p:nvSpPr>
          <p:cNvPr id="10" name="TextBox 10">
            <a:extLst>
              <a:ext uri="{FF2B5EF4-FFF2-40B4-BE49-F238E27FC236}">
                <a16:creationId xmlns:a16="http://schemas.microsoft.com/office/drawing/2014/main" id="{1E01B6CF-B035-90FB-664D-CB3F20C9FB2C}"/>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8" name="Content Placeholder 2">
            <a:extLst>
              <a:ext uri="{FF2B5EF4-FFF2-40B4-BE49-F238E27FC236}">
                <a16:creationId xmlns:a16="http://schemas.microsoft.com/office/drawing/2014/main" id="{2A9F5EC0-A273-0B1D-7B81-E856304CB3DA}"/>
              </a:ext>
            </a:extLst>
          </p:cNvPr>
          <p:cNvSpPr txBox="1">
            <a:spLocks/>
          </p:cNvSpPr>
          <p:nvPr/>
        </p:nvSpPr>
        <p:spPr>
          <a:xfrm>
            <a:off x="392084" y="1295400"/>
            <a:ext cx="11037916" cy="5002064"/>
          </a:xfrm>
          <a:prstGeom prst="rect">
            <a:avLst/>
          </a:prstGeom>
        </p:spPr>
        <p:txBody>
          <a:bodyPr>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r>
              <a:rPr kumimoji="0" lang="en-US"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There may be a chain of enactments which give rise to the power to make a particular decision. Let us take the following hypothetical example.</a:t>
            </a: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US"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45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Forests Act 1958 (Vic)</a:t>
            </a:r>
          </a:p>
          <a:p>
            <a:pPr marL="971550" lvl="1" indent="-571500">
              <a:buFont typeface="Wingdings" panose="05000000000000000000" pitchFamily="2" charset="2"/>
              <a:buChar char="§"/>
            </a:pPr>
            <a:r>
              <a:rPr kumimoji="0" lang="en-US" sz="4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Governor in Council may make regulations regarding the issue of </a:t>
            </a:r>
            <a:r>
              <a:rPr kumimoji="0" lang="en-US" sz="41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licences</a:t>
            </a:r>
            <a:r>
              <a:rPr kumimoji="0" lang="en-US" sz="4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to fell and remove timber from Crown land.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Regulation made by the Governor in Council</a:t>
            </a:r>
          </a:p>
          <a:p>
            <a:pPr marL="971550" lvl="1" indent="-571500">
              <a:buFont typeface="Wingdings" panose="05000000000000000000" pitchFamily="2" charset="2"/>
              <a:buChar char="§"/>
            </a:pPr>
            <a:r>
              <a:rPr kumimoji="0" lang="en-US" sz="4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Minister for Forests may issue </a:t>
            </a:r>
            <a:r>
              <a:rPr kumimoji="0" lang="en-US" sz="41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licences</a:t>
            </a:r>
            <a:r>
              <a:rPr kumimoji="0" lang="en-US" sz="4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to fell and remove timber on Crown land or on any other land in Victoria which the Minister by notice in the Government Gazette declares to be Crown land.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Decision</a:t>
            </a:r>
          </a:p>
          <a:p>
            <a:pPr marL="971550" lvl="1" indent="-571500">
              <a:buFont typeface="Wingdings" panose="05000000000000000000" pitchFamily="2" charset="2"/>
              <a:buChar char="§"/>
            </a:pPr>
            <a:r>
              <a:rPr kumimoji="0" lang="en-US" sz="4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Minister by notice in the Government Gazette declared certain land in Victoria to be Crown land. </a:t>
            </a:r>
          </a:p>
          <a:p>
            <a:pPr marL="971550" lvl="1" indent="-571500">
              <a:buFont typeface="Wingdings" panose="05000000000000000000" pitchFamily="2" charset="2"/>
              <a:buChar char="§"/>
            </a:pPr>
            <a:r>
              <a:rPr kumimoji="0" lang="en-US" sz="4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He then issued a </a:t>
            </a:r>
            <a:r>
              <a:rPr kumimoji="0" lang="en-US" sz="41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licence</a:t>
            </a:r>
            <a:r>
              <a:rPr kumimoji="0" lang="en-US" sz="4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to Ace Timber Products Ltd to fell and remove timber from the land.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AU"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69490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8D5ECCC-D255-4C47-5293-3B55A652141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6E83E6-FC59-2BE8-7A45-912832F7D178}"/>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2F094E98-E3EA-8B0C-3060-4D82A10401D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30F276B6-44F1-C76F-A463-43A5F4E2EB6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Practice Question</a:t>
            </a:r>
          </a:p>
        </p:txBody>
      </p:sp>
      <p:sp>
        <p:nvSpPr>
          <p:cNvPr id="10" name="TextBox 10">
            <a:extLst>
              <a:ext uri="{FF2B5EF4-FFF2-40B4-BE49-F238E27FC236}">
                <a16:creationId xmlns:a16="http://schemas.microsoft.com/office/drawing/2014/main" id="{EFD98894-B2FF-D8E0-1372-D53815705538}"/>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8" name="Content Placeholder 2">
            <a:extLst>
              <a:ext uri="{FF2B5EF4-FFF2-40B4-BE49-F238E27FC236}">
                <a16:creationId xmlns:a16="http://schemas.microsoft.com/office/drawing/2014/main" id="{AD05DA92-6651-3718-3A60-C9BD1844B203}"/>
              </a:ext>
            </a:extLst>
          </p:cNvPr>
          <p:cNvSpPr txBox="1">
            <a:spLocks/>
          </p:cNvSpPr>
          <p:nvPr/>
        </p:nvSpPr>
        <p:spPr>
          <a:xfrm>
            <a:off x="392084" y="1295400"/>
            <a:ext cx="11037916" cy="5002064"/>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If there is a challenge to the Minister’s decision the court would need to consider whether the regulation that was made was within the power granted by the statute the Minister’s decision was within the power granted by the regulation.</a:t>
            </a: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If the answer to either question is “no” the Minister’s decision may be invalid.</a:t>
            </a:r>
          </a:p>
          <a:p>
            <a:pPr marL="0" marR="0" lvl="0" indent="0" algn="l" defTabSz="914400" rtl="0" eaLnBrk="1" fontAlgn="auto" latinLnBrk="0" hangingPunct="1">
              <a:lnSpc>
                <a:spcPct val="100000"/>
              </a:lnSpc>
              <a:spcBef>
                <a:spcPct val="20000"/>
              </a:spcBef>
              <a:spcAft>
                <a:spcPts val="0"/>
              </a:spcAft>
              <a:buClrTx/>
              <a:buSzTx/>
              <a:buNone/>
              <a:tabLst/>
              <a:defRPr/>
            </a:pPr>
            <a:endParaRPr lang="en-US" sz="2400" dirty="0">
              <a:solidFill>
                <a:prstClr val="white"/>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 the example given, was the decision by the Minister within the power given by the regulation?</a:t>
            </a: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 the example given, was the decision by the Minister within the power given by the Statute?</a:t>
            </a: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AU"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12530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2446BE59-AA56-9A2C-C138-C8B1804A5A6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B6FBBA-3C1D-E9C6-07C9-9D60E3D2859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7DA16BE-1B71-B4E1-74A2-78B2418C49A7}"/>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7EF18D55-B7AE-6D7B-54A7-7965790AA3D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LOCAL GOVERNMENT ACT 1989 - SECT 111</a:t>
            </a:r>
          </a:p>
        </p:txBody>
      </p:sp>
      <p:sp>
        <p:nvSpPr>
          <p:cNvPr id="10" name="TextBox 10">
            <a:extLst>
              <a:ext uri="{FF2B5EF4-FFF2-40B4-BE49-F238E27FC236}">
                <a16:creationId xmlns:a16="http://schemas.microsoft.com/office/drawing/2014/main" id="{7FB271F2-B633-43C9-B235-95CCC23C05D7}"/>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BE97A2CF-A415-E9DF-8F0D-105A98103FF2}"/>
              </a:ext>
            </a:extLst>
          </p:cNvPr>
          <p:cNvSpPr txBox="1">
            <a:spLocks/>
          </p:cNvSpPr>
          <p:nvPr/>
        </p:nvSpPr>
        <p:spPr>
          <a:xfrm>
            <a:off x="530006" y="1371600"/>
            <a:ext cx="10515600" cy="366283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Power to make local laws</a:t>
            </a: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(1)     A </a:t>
            </a:r>
            <a:r>
              <a:rPr kumimoji="0" lang="en-AU" sz="1800" b="0"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Council</a:t>
            </a: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may make local laws for or with respect to any act, matter or thing in respect of which the </a:t>
            </a:r>
            <a:r>
              <a:rPr kumimoji="0" lang="en-AU" sz="1800" b="0"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Council</a:t>
            </a: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has a function or power under this or any other Act.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LOCAL GOVERNMENT ACT 1989 - SECT 113</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Permits, licences, fees and charges</a:t>
            </a: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(1)     A local law may—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     provide that a </a:t>
            </a:r>
            <a:r>
              <a:rPr kumimoji="0" lang="en-AU" sz="1800" b="0"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Council</a:t>
            </a: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may by resolution determine a fee, charge, fare or rent in relation to any property, undertaking, goods, service or other act, matter or thing; and</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(b)     prescribe, regulate or determine the purposes for which and the conditions on which a </a:t>
            </a:r>
            <a:r>
              <a:rPr kumimoji="0" lang="en-AU" sz="1800" b="0"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Council</a:t>
            </a: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may—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AU" sz="18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a:t>
            </a: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grant a permit, licence, authority or registration; or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(ii)     perform or supply a service; or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(iii)     supply any goods or information; and</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     prescribe the manner in which an application may be made for a permit, licence, authority or registration; and</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(d)     prescribe the fee which is payable for the granting, renewal or transfer of a permit, licence, authority or registration.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A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AU"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TextBox 5">
            <a:extLst>
              <a:ext uri="{FF2B5EF4-FFF2-40B4-BE49-F238E27FC236}">
                <a16:creationId xmlns:a16="http://schemas.microsoft.com/office/drawing/2014/main" id="{F5D32CF5-44FF-70EB-888B-D6B6A65138E7}"/>
              </a:ext>
            </a:extLst>
          </p:cNvPr>
          <p:cNvSpPr txBox="1"/>
          <p:nvPr/>
        </p:nvSpPr>
        <p:spPr>
          <a:xfrm>
            <a:off x="304800" y="151065"/>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Practice: Interpretation Question</a:t>
            </a:r>
          </a:p>
        </p:txBody>
      </p:sp>
    </p:spTree>
    <p:extLst>
      <p:ext uri="{BB962C8B-B14F-4D97-AF65-F5344CB8AC3E}">
        <p14:creationId xmlns:p14="http://schemas.microsoft.com/office/powerpoint/2010/main" val="2361279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294F0C4-588B-8BE4-4A19-BBBF5318728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1D9E2A-1F64-E95E-1323-A71AFB65959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E7DE390-0C1E-AF9A-02EF-284BD50C0A1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EF24F2A-2A44-9300-5BC8-1AB31032577C}"/>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Local Government Act 1989 (continued)</a:t>
            </a:r>
          </a:p>
        </p:txBody>
      </p:sp>
      <p:sp>
        <p:nvSpPr>
          <p:cNvPr id="10" name="TextBox 10">
            <a:extLst>
              <a:ext uri="{FF2B5EF4-FFF2-40B4-BE49-F238E27FC236}">
                <a16:creationId xmlns:a16="http://schemas.microsoft.com/office/drawing/2014/main" id="{E5A60E85-06DF-756F-3A25-AC1281140A21}"/>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6" name="Content Placeholder 2">
            <a:extLst>
              <a:ext uri="{FF2B5EF4-FFF2-40B4-BE49-F238E27FC236}">
                <a16:creationId xmlns:a16="http://schemas.microsoft.com/office/drawing/2014/main" id="{2CC56CC1-6968-D04C-E62E-D38253DA0E03}"/>
              </a:ext>
            </a:extLst>
          </p:cNvPr>
          <p:cNvSpPr txBox="1">
            <a:spLocks/>
          </p:cNvSpPr>
          <p:nvPr/>
        </p:nvSpPr>
        <p:spPr>
          <a:xfrm>
            <a:off x="392084" y="1295400"/>
            <a:ext cx="10515600" cy="366283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LOCAL GOVERNMENT ACT 1989 - SECT 114</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Delegations</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A local law may—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     confer a discretionary authority or impose a duty on a specified </a:t>
            </a:r>
            <a:r>
              <a:rPr kumimoji="0" lang="en-AU" sz="2000" b="0"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person</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or body or a specified class of </a:t>
            </a:r>
            <a:r>
              <a:rPr kumimoji="0" lang="en-AU" sz="2000" b="0"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persons</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and bodies; and</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LOCAL GOVERNMENT ACT 1989 - SECT 115</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Penalties</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(1)     A local law may—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     prescribe a penalty not exceeding 20 penalty units for a contravention of a local law; and</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LOCAL GOVERNMENT ACT 1989 - SECT 224</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Authorised officers</a:t>
            </a:r>
            <a:r>
              <a:rPr kumimoji="0" lang="en-AU" sz="2000" b="1"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3">
                  <a:extLst>
                    <a:ext uri="{A12FA001-AC4F-418D-AE19-62706E023703}">
                      <ahyp:hlinkClr xmlns:ahyp="http://schemas.microsoft.com/office/drawing/2018/hyperlinkcolor" val="tx"/>
                    </a:ext>
                  </a:extLst>
                </a:hlinkClick>
              </a:rPr>
              <a:t>S. 224(1)</a:t>
            </a:r>
            <a:r>
              <a:rPr kumimoji="0" lang="en-AU" sz="20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amended by No. 125/1993 </a:t>
            </a:r>
            <a:r>
              <a:rPr kumimoji="0" lang="en-AU" sz="2000" b="1"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4">
                  <a:extLst>
                    <a:ext uri="{A12FA001-AC4F-418D-AE19-62706E023703}">
                      <ahyp:hlinkClr xmlns:ahyp="http://schemas.microsoft.com/office/drawing/2018/hyperlinkcolor" val="tx"/>
                    </a:ext>
                  </a:extLst>
                </a:hlinkClick>
              </a:rPr>
              <a:t>s. 26(2).</a:t>
            </a:r>
            <a:endPar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(1)     A </a:t>
            </a:r>
            <a:r>
              <a:rPr kumimoji="0" lang="en-AU" sz="2000" b="0"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5">
                  <a:extLst>
                    <a:ext uri="{A12FA001-AC4F-418D-AE19-62706E023703}">
                      <ahyp:hlinkClr xmlns:ahyp="http://schemas.microsoft.com/office/drawing/2018/hyperlinkcolor" val="tx"/>
                    </a:ext>
                  </a:extLst>
                </a:hlinkClick>
              </a:rPr>
              <a:t>Council</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may appoint any </a:t>
            </a:r>
            <a:r>
              <a:rPr kumimoji="0" lang="en-AU" sz="2000" b="0"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person</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other than a </a:t>
            </a:r>
            <a:r>
              <a:rPr kumimoji="0" lang="en-AU" sz="2000" b="0"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6">
                  <a:extLst>
                    <a:ext uri="{A12FA001-AC4F-418D-AE19-62706E023703}">
                      <ahyp:hlinkClr xmlns:ahyp="http://schemas.microsoft.com/office/drawing/2018/hyperlinkcolor" val="tx"/>
                    </a:ext>
                  </a:extLst>
                </a:hlinkClick>
              </a:rPr>
              <a:t>Councillor</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to be an authorised officer for the purposes of the administration and enforcement of any Act, regulations or local laws which relate to the functions and powers of the </a:t>
            </a:r>
            <a:r>
              <a:rPr kumimoji="0" lang="en-AU" sz="2000" b="0" i="0" u="sng"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hlinkClick r:id="rId5">
                  <a:extLst>
                    <a:ext uri="{A12FA001-AC4F-418D-AE19-62706E023703}">
                      <ahyp:hlinkClr xmlns:ahyp="http://schemas.microsoft.com/office/drawing/2018/hyperlinkcolor" val="tx"/>
                    </a:ext>
                  </a:extLst>
                </a:hlinkClick>
              </a:rPr>
              <a:t>Council</a:t>
            </a:r>
            <a:r>
              <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AU"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AU"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60135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C4CF3A8-515C-F741-ABC2-40916BB861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D918DC6-588C-15A6-B227-D26D505BBAF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A95AA2F-A480-52B1-1913-DB4BE6425D3D}"/>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A8C51F1-B895-6D51-FDC6-F338740011FE}"/>
              </a:ext>
            </a:extLst>
          </p:cNvPr>
          <p:cNvSpPr txBox="1"/>
          <p:nvPr/>
        </p:nvSpPr>
        <p:spPr>
          <a:xfrm>
            <a:off x="392084" y="560536"/>
            <a:ext cx="111903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LOCAL GOVERNMENT ACT 1989 - SCHEDULE 8</a:t>
            </a:r>
            <a:b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b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Schedule 8—Provisions with respect to local laws</a:t>
            </a:r>
          </a:p>
        </p:txBody>
      </p:sp>
      <p:sp>
        <p:nvSpPr>
          <p:cNvPr id="10" name="TextBox 10">
            <a:extLst>
              <a:ext uri="{FF2B5EF4-FFF2-40B4-BE49-F238E27FC236}">
                <a16:creationId xmlns:a16="http://schemas.microsoft.com/office/drawing/2014/main" id="{792E4932-88A6-1BCE-BAC5-A8E46C16E2ED}"/>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9EF95469-EE88-8DE2-6F35-1070FF9C64AF}"/>
              </a:ext>
            </a:extLst>
          </p:cNvPr>
          <p:cNvSpPr txBox="1">
            <a:spLocks/>
          </p:cNvSpPr>
          <p:nvPr/>
        </p:nvSpPr>
        <p:spPr>
          <a:xfrm>
            <a:off x="356524" y="1418848"/>
            <a:ext cx="10058400" cy="499279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Without derogating from any other principles the following apply to local laws: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1     A local law must—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(e)     wherever appropriate, set performance standards rather than prescribe detailed requirements as to the manner in which those standards shall be achieved;</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2     A local law must not—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(b)     without clear and express authority in the enabling Act—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AU" sz="15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a:t>
            </a: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have any retrospective effect;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(ii)     impose any tax or fee, or any fine, imprisonment or other penalty;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(iii)     purport to shift the onus of proof to a </a:t>
            </a:r>
            <a:r>
              <a:rPr kumimoji="0" lang="en-AU" sz="1500" b="0"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person</a:t>
            </a: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accused of an offence;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(iv)     provide for any further delegation of powers delegated by the Act;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     be inconsistent with the principles, objectives or intent of the enabling Act;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(d)     make unusual or unexpected use of the powers conferred by the Act under which the local law is made having regard to the general objectives, intention or principles of that Act;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(e)     embody principles of major substance or controversy or contain any matter which principles or matter should properly be dealt with by an Act and not by subordinate legislation;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(f)     unduly trespass on rights and liberties of the </a:t>
            </a:r>
            <a:r>
              <a:rPr kumimoji="0" lang="en-AU" sz="1500" b="0"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person</a:t>
            </a: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previously established by law;</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(g)     unduly make rights and liberties of the </a:t>
            </a:r>
            <a:r>
              <a:rPr kumimoji="0" lang="en-AU" sz="1500" b="0"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person</a:t>
            </a: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dependent upon administrative and not upon judicial decisions;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(h)     be inconsistent with principles of justice and fairness;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AU" sz="15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a:t>
            </a:r>
            <a:r>
              <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duplicate, overlap or conflict with other statutory rules or legislation;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AU"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7482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1D23622-572D-44A2-21E2-EBF9BF51EDA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1317CA-FF86-B350-C25E-94FA6DFF290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65D59A0-D644-6BB5-5A5C-4CEA2F63925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BEFCCFA8-8A59-06EB-DEBD-3DE8508F6C73}"/>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Discussion problem (Part 1)</a:t>
            </a:r>
          </a:p>
        </p:txBody>
      </p:sp>
      <p:sp>
        <p:nvSpPr>
          <p:cNvPr id="10" name="TextBox 10">
            <a:extLst>
              <a:ext uri="{FF2B5EF4-FFF2-40B4-BE49-F238E27FC236}">
                <a16:creationId xmlns:a16="http://schemas.microsoft.com/office/drawing/2014/main" id="{4AE9AEA0-41E2-B4AE-2B6E-B50B412F31C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8" name="Content Placeholder 2">
            <a:extLst>
              <a:ext uri="{FF2B5EF4-FFF2-40B4-BE49-F238E27FC236}">
                <a16:creationId xmlns:a16="http://schemas.microsoft.com/office/drawing/2014/main" id="{23D54972-BEEB-26B0-DE86-7B101F9659B1}"/>
              </a:ext>
            </a:extLst>
          </p:cNvPr>
          <p:cNvSpPr txBox="1">
            <a:spLocks/>
          </p:cNvSpPr>
          <p:nvPr/>
        </p:nvSpPr>
        <p:spPr>
          <a:xfrm>
            <a:off x="392084" y="1295400"/>
            <a:ext cx="11037916" cy="5002064"/>
          </a:xfrm>
          <a:prstGeom prst="rect">
            <a:avLst/>
          </a:prstGeom>
        </p:spPr>
        <p:txBody>
          <a:bodyPr>
            <a:normAutofit fontScale="4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Proposed amendments to </a:t>
            </a:r>
            <a:r>
              <a:rPr kumimoji="0" lang="en-AU" sz="45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Activities Local Law 2009</a:t>
            </a:r>
            <a:endParaRPr kumimoji="0" lang="en-AU" sz="45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AU" sz="45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Amendment to </a:t>
            </a:r>
            <a:r>
              <a:rPr kumimoji="0" lang="en-AU" sz="45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Camping in </a:t>
            </a:r>
            <a:r>
              <a:rPr kumimoji="0" lang="en-AU" sz="4500" b="1"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public places </a:t>
            </a: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2.8</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Unless in accordance with a </a:t>
            </a:r>
            <a:r>
              <a:rPr kumimoji="0" lang="en-AU" sz="45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permit</a:t>
            </a: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 person must not camp in or on any </a:t>
            </a:r>
            <a:r>
              <a:rPr kumimoji="0" lang="en-AU" sz="45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public place </a:t>
            </a: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 a vehicle, tent, caravan or any type of temporary or provisional form of accommodation.</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Addition of 2.12 </a:t>
            </a:r>
            <a:r>
              <a:rPr kumimoji="0" lang="en-AU" sz="45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Unattended item in a Public Place</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2.12.1   Unless in accordance with a permit, a person must not leave any item unattended in a public place.  </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2.12.2   If any item is left unattended in contravention of this Local Law, an authorised officer may confiscate and impound the item in accordance with this clause.</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2.12.3   Any item confiscated and impounded under clause 2.12.2 will be returned to its owner on payment of any fee or charge prescribed by the Council for its release.</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2.12.4   If the owner of the item has not paid any fee or charge required for its release, the Council may sell, destroy or give away the item.</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AU" sz="4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2.12.5   Before exercising the power conferred by clause 2.12.4, the Council must take reasonable steps to notify the owner of the item that the item has been impounded and may be sold, destroyed or given away unless the specified fee or charge is paid within 14 days.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AU"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312294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2CF9FF0-816D-EBC5-3867-05BA3D7BAC1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71A01DC-E7BD-D8E5-2F35-11E3833CE957}"/>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4864FDE-BFB7-E287-1086-FC7907B8C0B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896555DE-CE93-4526-D788-3BE5DD5D2701}"/>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Problem questions – Assume the amendments passed</a:t>
            </a:r>
          </a:p>
        </p:txBody>
      </p:sp>
      <p:sp>
        <p:nvSpPr>
          <p:cNvPr id="10" name="TextBox 10">
            <a:extLst>
              <a:ext uri="{FF2B5EF4-FFF2-40B4-BE49-F238E27FC236}">
                <a16:creationId xmlns:a16="http://schemas.microsoft.com/office/drawing/2014/main" id="{E0D81821-F91C-CDA1-E372-489AC768C5D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1796136F-1795-02D7-A12C-3594085DB989}"/>
              </a:ext>
            </a:extLst>
          </p:cNvPr>
          <p:cNvSpPr txBox="1">
            <a:spLocks/>
          </p:cNvSpPr>
          <p:nvPr/>
        </p:nvSpPr>
        <p:spPr>
          <a:xfrm>
            <a:off x="376844" y="1219200"/>
            <a:ext cx="10515600" cy="366283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Where does the Council get its power to enact this by-law?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What procedural requirements does the Council need to go through to enact this by-law?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Can the Council impose penalties? What limits are there on this power?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Can dispute the validity of a by-law? How would you do that?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AU"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40551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750BFDBA-195F-E635-676A-F6B996A7BC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29CB19-41C8-A2E5-A8F1-FCCCF09939B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F048213-9E99-1C52-08C5-061C9F78EAB7}"/>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7D7453A3-0617-7560-52E7-69919648970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Problem questions –Refer to the Local Government Act 1989</a:t>
            </a:r>
          </a:p>
        </p:txBody>
      </p:sp>
      <p:sp>
        <p:nvSpPr>
          <p:cNvPr id="10" name="TextBox 10">
            <a:extLst>
              <a:ext uri="{FF2B5EF4-FFF2-40B4-BE49-F238E27FC236}">
                <a16:creationId xmlns:a16="http://schemas.microsoft.com/office/drawing/2014/main" id="{A0A9F44A-6C7D-99B8-ED45-9A9D50CF7FB4}"/>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ED22B40A-7A6F-3E68-CC1E-390271C726A9}"/>
              </a:ext>
            </a:extLst>
          </p:cNvPr>
          <p:cNvSpPr txBox="1">
            <a:spLocks/>
          </p:cNvSpPr>
          <p:nvPr/>
        </p:nvSpPr>
        <p:spPr>
          <a:xfrm>
            <a:off x="376844" y="1219200"/>
            <a:ext cx="11662756" cy="366283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Mary is a 17 year old homeless girl. She has a mattress and bag full of clothes. She was sleeping near the rail tracks on Spencer Street when a local council officer came and issued her a fine.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Can Mary seek judicial review? On what grounds?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Remember what jurisdiction the Local Government Act relates to and consider today’s class only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Can the Charter help?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Where does the Council get its power to enact this by-law?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What procedural requirements does the Council need to go through to enact this by-law?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Can the Council impose penalties? What limits are there on this power?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Can dispute the validity of a by-law? How would you do that?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AU"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89334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387F-6882-42E0-3876-98EA579AD43F}"/>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FA03E484-1C79-9FE0-2DBE-ECFB643A153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D017F29F-0931-CD8C-1CE2-DB09302C7D3D}"/>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1.	What are grounds of review?</a:t>
            </a:r>
          </a:p>
          <a:p>
            <a:pPr>
              <a:spcBef>
                <a:spcPts val="800"/>
              </a:spcBef>
              <a:buSzPct val="100000"/>
              <a:defRPr/>
            </a:pPr>
            <a:r>
              <a:rPr lang="en-US" altLang="en-US" sz="1867" dirty="0">
                <a:latin typeface="+mn-lt"/>
              </a:rPr>
              <a:t>a.	What are some examples?</a:t>
            </a:r>
          </a:p>
          <a:p>
            <a:pPr>
              <a:spcBef>
                <a:spcPts val="800"/>
              </a:spcBef>
              <a:buSzPct val="100000"/>
              <a:defRPr/>
            </a:pPr>
            <a:r>
              <a:rPr lang="en-US" altLang="en-US" sz="1867" dirty="0">
                <a:latin typeface="+mn-lt"/>
              </a:rPr>
              <a:t>b.	Where are the grounds listed in the </a:t>
            </a:r>
            <a:r>
              <a:rPr lang="en-US" altLang="en-US" sz="1867" i="1" dirty="0">
                <a:latin typeface="+mn-lt"/>
              </a:rPr>
              <a:t>Administrative Decisions Judicial Review 1977 (</a:t>
            </a:r>
            <a:r>
              <a:rPr lang="en-US" altLang="en-US" sz="1867" i="1" dirty="0" err="1">
                <a:latin typeface="+mn-lt"/>
              </a:rPr>
              <a:t>Cth</a:t>
            </a:r>
            <a:r>
              <a:rPr lang="en-US" altLang="en-US" sz="1867" i="1" dirty="0">
                <a:latin typeface="+mn-lt"/>
              </a:rPr>
              <a:t>) </a:t>
            </a:r>
            <a:r>
              <a:rPr lang="en-US" altLang="en-US" sz="1867" dirty="0">
                <a:latin typeface="+mn-lt"/>
              </a:rPr>
              <a:t>(ADJR)?</a:t>
            </a:r>
          </a:p>
          <a:p>
            <a:pPr>
              <a:spcBef>
                <a:spcPts val="800"/>
              </a:spcBef>
              <a:buSzPct val="100000"/>
              <a:defRPr/>
            </a:pPr>
            <a:r>
              <a:rPr lang="en-US" altLang="en-US" sz="1867" dirty="0">
                <a:latin typeface="+mn-lt"/>
              </a:rPr>
              <a:t>c.	Why are grounds so important?</a:t>
            </a:r>
          </a:p>
          <a:p>
            <a:pPr>
              <a:spcBef>
                <a:spcPts val="800"/>
              </a:spcBef>
              <a:buSzPct val="100000"/>
              <a:defRPr/>
            </a:pPr>
            <a:r>
              <a:rPr lang="en-US" altLang="en-US" sz="1867" dirty="0">
                <a:latin typeface="+mn-lt"/>
              </a:rPr>
              <a:t>d.	How do they reflect some of the principles discussed.</a:t>
            </a:r>
          </a:p>
          <a:p>
            <a:pPr>
              <a:spcBef>
                <a:spcPts val="800"/>
              </a:spcBef>
              <a:buSzPct val="100000"/>
              <a:defRPr/>
            </a:pPr>
            <a:r>
              <a:rPr lang="en-US" altLang="en-US" sz="1867" dirty="0">
                <a:latin typeface="+mn-lt"/>
              </a:rPr>
              <a:t>2.	What is the difference between an error of law and an error of fact?</a:t>
            </a:r>
          </a:p>
          <a:p>
            <a:pPr>
              <a:spcBef>
                <a:spcPts val="800"/>
              </a:spcBef>
              <a:buSzPct val="100000"/>
              <a:defRPr/>
            </a:pPr>
            <a:r>
              <a:rPr lang="en-US" altLang="en-US" sz="1867" dirty="0">
                <a:latin typeface="+mn-lt"/>
              </a:rPr>
              <a:t>a.	How was this reflected in </a:t>
            </a:r>
            <a:r>
              <a:rPr lang="en-US" altLang="en-US" sz="1867" i="1" dirty="0" err="1">
                <a:latin typeface="+mn-lt"/>
              </a:rPr>
              <a:t>Hedari</a:t>
            </a:r>
            <a:r>
              <a:rPr lang="en-US" altLang="en-US" sz="1867" i="1" dirty="0">
                <a:latin typeface="+mn-lt"/>
              </a:rPr>
              <a:t> v Minister for Immigration and Border Protection </a:t>
            </a:r>
            <a:r>
              <a:rPr lang="en-US" altLang="en-US" sz="1867" dirty="0">
                <a:latin typeface="+mn-lt"/>
              </a:rPr>
              <a:t>[2020] FCA 298</a:t>
            </a:r>
          </a:p>
          <a:p>
            <a:pPr>
              <a:spcBef>
                <a:spcPts val="800"/>
              </a:spcBef>
              <a:buSzPct val="100000"/>
              <a:defRPr/>
            </a:pPr>
            <a:r>
              <a:rPr lang="en-US" altLang="en-US" sz="1867" dirty="0">
                <a:latin typeface="+mn-lt"/>
              </a:rPr>
              <a:t>3.	What does it mean to act beyond power?</a:t>
            </a:r>
          </a:p>
          <a:p>
            <a:pPr>
              <a:spcBef>
                <a:spcPts val="800"/>
              </a:spcBef>
              <a:buSzPct val="100000"/>
              <a:defRPr/>
            </a:pPr>
            <a:r>
              <a:rPr lang="en-US" altLang="en-US" sz="1867" dirty="0">
                <a:latin typeface="+mn-lt"/>
              </a:rPr>
              <a:t>a.	Why is this so important a ground?</a:t>
            </a:r>
          </a:p>
          <a:p>
            <a:pPr>
              <a:spcBef>
                <a:spcPts val="800"/>
              </a:spcBef>
              <a:buSzPct val="100000"/>
              <a:defRPr/>
            </a:pPr>
            <a:r>
              <a:rPr lang="en-US" altLang="en-US" sz="1867" dirty="0">
                <a:latin typeface="+mn-lt"/>
              </a:rPr>
              <a:t>b.	Explain this in the context of our previous consideration of </a:t>
            </a:r>
            <a:r>
              <a:rPr lang="en-US" altLang="en-US" sz="1867" i="1" dirty="0">
                <a:latin typeface="+mn-lt"/>
              </a:rPr>
              <a:t>Entick v Carrington </a:t>
            </a:r>
            <a:r>
              <a:rPr lang="en-US" altLang="en-US" sz="1867" dirty="0">
                <a:latin typeface="+mn-lt"/>
              </a:rPr>
              <a:t>(1765) 19 St Tr 1030</a:t>
            </a:r>
          </a:p>
          <a:p>
            <a:pPr>
              <a:spcBef>
                <a:spcPts val="800"/>
              </a:spcBef>
              <a:buSzPct val="100000"/>
              <a:defRPr/>
            </a:pPr>
            <a:r>
              <a:rPr lang="en-US" altLang="en-US" sz="1867" dirty="0">
                <a:latin typeface="+mn-lt"/>
              </a:rPr>
              <a:t>c.	What are some other relevant cases?</a:t>
            </a:r>
          </a:p>
          <a:p>
            <a:pPr>
              <a:spcBef>
                <a:spcPts val="800"/>
              </a:spcBef>
              <a:buSzPct val="100000"/>
              <a:defRPr/>
            </a:pPr>
            <a:r>
              <a:rPr lang="en-US" altLang="en-US" sz="1867" dirty="0">
                <a:latin typeface="+mn-lt"/>
              </a:rPr>
              <a:t>d.	Why is statutory interpretation so important for this ground?</a:t>
            </a:r>
          </a:p>
          <a:p>
            <a:pPr>
              <a:spcBef>
                <a:spcPts val="800"/>
              </a:spcBef>
              <a:buSzPct val="100000"/>
              <a:defRPr/>
            </a:pPr>
            <a:r>
              <a:rPr lang="en-US" altLang="en-US" sz="1867" dirty="0">
                <a:latin typeface="+mn-lt"/>
              </a:rPr>
              <a:t>e.	What is a necessary or convenient clause?</a:t>
            </a: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C8E9D821-B236-CDFF-224F-7FB543F22B04}"/>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97857310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C3455-DA13-48C5-FE22-352D07CB38C0}"/>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C0823B6D-2B93-3344-DB30-A1D836F073AB}"/>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Pct val="100000"/>
              <a:buFont typeface="Times New Roman" panose="02020603050405020304" pitchFamily="18" charset="0"/>
              <a:buNone/>
              <a:tabLst/>
              <a:defRPr/>
            </a:pPr>
            <a:endParaRPr kumimoji="0" lang="en-US" alt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55" name="Text Box 2">
            <a:extLst>
              <a:ext uri="{FF2B5EF4-FFF2-40B4-BE49-F238E27FC236}">
                <a16:creationId xmlns:a16="http://schemas.microsoft.com/office/drawing/2014/main" id="{9C4A13FE-8AA9-318F-44DD-1AAB869830FF}"/>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endParaRPr kumimoji="0" lang="en-US" altLang="en-US" sz="2400" b="0" i="0" u="none" strike="noStrike" kern="1200" cap="none" spc="0" normalizeH="0" baseline="0" noProof="0" dirty="0">
              <a:ln>
                <a:noFill/>
              </a:ln>
              <a:solidFill>
                <a:prstClr val="white"/>
              </a:solidFill>
              <a:effectLst/>
              <a:uLnTx/>
              <a:uFillTx/>
              <a:latin typeface="Calibri"/>
              <a:ea typeface="+mn-ea"/>
            </a:endParaRPr>
          </a:p>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r>
              <a:rPr kumimoji="0" lang="en-US" altLang="en-US" sz="2400" b="0" i="0" u="none" strike="noStrike" kern="1200" cap="none" spc="0" normalizeH="0" baseline="0" noProof="0" dirty="0">
                <a:ln>
                  <a:noFill/>
                </a:ln>
                <a:solidFill>
                  <a:prstClr val="white"/>
                </a:solidFill>
                <a:effectLst/>
                <a:uLnTx/>
                <a:uFillTx/>
                <a:latin typeface="Calibri"/>
                <a:ea typeface="+mn-ea"/>
              </a:rPr>
              <a:t>The making of an administrative decision must have its origin in law (legislation) which grants the power exercised. If it does not, the exercise of such power is said to be ultra vires—that is, it is outside the powers granted by the relevant legislation, and thus, invalid. </a:t>
            </a:r>
          </a:p>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r>
              <a:rPr kumimoji="0" lang="en-US" altLang="en-US" sz="2400" b="0" i="0" u="none" strike="noStrike" kern="1200" cap="none" spc="0" normalizeH="0" baseline="0" noProof="0" dirty="0">
                <a:ln>
                  <a:noFill/>
                </a:ln>
                <a:solidFill>
                  <a:prstClr val="white"/>
                </a:solidFill>
                <a:effectLst/>
                <a:uLnTx/>
                <a:uFillTx/>
                <a:latin typeface="Calibri"/>
                <a:ea typeface="+mn-ea"/>
              </a:rPr>
              <a:t>A power, for example, to grant a </a:t>
            </a:r>
            <a:r>
              <a:rPr kumimoji="0" lang="en-US" altLang="en-US" sz="2400" b="0" i="0" u="none" strike="noStrike" kern="1200" cap="none" spc="0" normalizeH="0" baseline="0" noProof="0" dirty="0" err="1">
                <a:ln>
                  <a:noFill/>
                </a:ln>
                <a:solidFill>
                  <a:prstClr val="white"/>
                </a:solidFill>
                <a:effectLst/>
                <a:uLnTx/>
                <a:uFillTx/>
                <a:latin typeface="Calibri"/>
                <a:ea typeface="+mn-ea"/>
              </a:rPr>
              <a:t>licence</a:t>
            </a:r>
            <a:r>
              <a:rPr kumimoji="0" lang="en-US" altLang="en-US" sz="2400" b="0" i="0" u="none" strike="noStrike" kern="1200" cap="none" spc="0" normalizeH="0" baseline="0" noProof="0" dirty="0">
                <a:ln>
                  <a:noFill/>
                </a:ln>
                <a:solidFill>
                  <a:prstClr val="white"/>
                </a:solidFill>
                <a:effectLst/>
                <a:uLnTx/>
                <a:uFillTx/>
                <a:latin typeface="Calibri"/>
                <a:ea typeface="+mn-ea"/>
              </a:rPr>
              <a:t> to drive a taxi, does not </a:t>
            </a:r>
            <a:r>
              <a:rPr kumimoji="0" lang="en-US" altLang="en-US" sz="2400" b="0" i="0" u="none" strike="noStrike" kern="1200" cap="none" spc="0" normalizeH="0" baseline="0" noProof="0" dirty="0" err="1">
                <a:ln>
                  <a:noFill/>
                </a:ln>
                <a:solidFill>
                  <a:prstClr val="white"/>
                </a:solidFill>
                <a:effectLst/>
                <a:uLnTx/>
                <a:uFillTx/>
                <a:latin typeface="Calibri"/>
                <a:ea typeface="+mn-ea"/>
              </a:rPr>
              <a:t>authorise</a:t>
            </a:r>
            <a:r>
              <a:rPr kumimoji="0" lang="en-US" altLang="en-US" sz="2400" b="0" i="0" u="none" strike="noStrike" kern="1200" cap="none" spc="0" normalizeH="0" baseline="0" noProof="0" dirty="0">
                <a:ln>
                  <a:noFill/>
                </a:ln>
                <a:solidFill>
                  <a:prstClr val="white"/>
                </a:solidFill>
                <a:effectLst/>
                <a:uLnTx/>
                <a:uFillTx/>
                <a:latin typeface="Calibri"/>
                <a:ea typeface="+mn-ea"/>
              </a:rPr>
              <a:t> the granting of a </a:t>
            </a:r>
            <a:r>
              <a:rPr kumimoji="0" lang="en-US" altLang="en-US" sz="2400" b="0" i="0" u="none" strike="noStrike" kern="1200" cap="none" spc="0" normalizeH="0" baseline="0" noProof="0" dirty="0" err="1">
                <a:ln>
                  <a:noFill/>
                </a:ln>
                <a:solidFill>
                  <a:prstClr val="white"/>
                </a:solidFill>
                <a:effectLst/>
                <a:uLnTx/>
                <a:uFillTx/>
                <a:latin typeface="Calibri"/>
                <a:ea typeface="+mn-ea"/>
              </a:rPr>
              <a:t>licence</a:t>
            </a:r>
            <a:r>
              <a:rPr kumimoji="0" lang="en-US" altLang="en-US" sz="2400" b="0" i="0" u="none" strike="noStrike" kern="1200" cap="none" spc="0" normalizeH="0" baseline="0" noProof="0" dirty="0">
                <a:ln>
                  <a:noFill/>
                </a:ln>
                <a:solidFill>
                  <a:prstClr val="white"/>
                </a:solidFill>
                <a:effectLst/>
                <a:uLnTx/>
                <a:uFillTx/>
                <a:latin typeface="Calibri"/>
                <a:ea typeface="+mn-ea"/>
              </a:rPr>
              <a:t> to drive a truck. The granting of a </a:t>
            </a:r>
            <a:r>
              <a:rPr kumimoji="0" lang="en-US" altLang="en-US" sz="2400" b="0" i="0" u="none" strike="noStrike" kern="1200" cap="none" spc="0" normalizeH="0" baseline="0" noProof="0" dirty="0" err="1">
                <a:ln>
                  <a:noFill/>
                </a:ln>
                <a:solidFill>
                  <a:prstClr val="white"/>
                </a:solidFill>
                <a:effectLst/>
                <a:uLnTx/>
                <a:uFillTx/>
                <a:latin typeface="Calibri"/>
                <a:ea typeface="+mn-ea"/>
              </a:rPr>
              <a:t>licence</a:t>
            </a:r>
            <a:r>
              <a:rPr kumimoji="0" lang="en-US" altLang="en-US" sz="2400" b="0" i="0" u="none" strike="noStrike" kern="1200" cap="none" spc="0" normalizeH="0" baseline="0" noProof="0" dirty="0">
                <a:ln>
                  <a:noFill/>
                </a:ln>
                <a:solidFill>
                  <a:prstClr val="white"/>
                </a:solidFill>
                <a:effectLst/>
                <a:uLnTx/>
                <a:uFillTx/>
                <a:latin typeface="Calibri"/>
                <a:ea typeface="+mn-ea"/>
              </a:rPr>
              <a:t> for the latter purpose would clearly be outside the ambit of the statute, and thus, invalid because it exceeds the power intended to be given by that statute.</a:t>
            </a:r>
          </a:p>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endParaRPr kumimoji="0" lang="en-US" altLang="en-US" sz="2400" b="0" i="0" u="none" strike="noStrike" kern="1200" cap="none" spc="0" normalizeH="0" baseline="0" noProof="0" dirty="0">
              <a:ln>
                <a:noFill/>
              </a:ln>
              <a:solidFill>
                <a:prstClr val="white"/>
              </a:solidFill>
              <a:effectLst/>
              <a:uLnTx/>
              <a:uFillTx/>
              <a:latin typeface="Calibri"/>
              <a:ea typeface="+mn-ea"/>
            </a:endParaRPr>
          </a:p>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endParaRPr kumimoji="0" lang="en-AU" altLang="en-US" sz="1600" b="0" i="0" u="none" strike="noStrike" kern="1200" cap="none" spc="0" normalizeH="0" baseline="0" noProof="0" dirty="0">
              <a:ln>
                <a:noFill/>
              </a:ln>
              <a:solidFill>
                <a:prstClr val="white"/>
              </a:solidFill>
              <a:effectLst/>
              <a:uLnTx/>
              <a:uFillTx/>
              <a:latin typeface="Calibri"/>
              <a:ea typeface="+mn-ea"/>
            </a:endParaRPr>
          </a:p>
          <a:p>
            <a:pPr marL="0" marR="0" lvl="0" indent="0" algn="l" defTabSz="914400" rtl="0" eaLnBrk="1" fontAlgn="auto" latinLnBrk="0" hangingPunct="1">
              <a:lnSpc>
                <a:spcPct val="100000"/>
              </a:lnSpc>
              <a:spcBef>
                <a:spcPts val="600"/>
              </a:spcBef>
              <a:spcAft>
                <a:spcPts val="0"/>
              </a:spcAft>
              <a:buClr>
                <a:srgbClr val="000000"/>
              </a:buClr>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endParaRPr kumimoji="0" lang="en-AU" altLang="en-US" sz="1867" b="0" i="0" u="none" strike="noStrike" kern="1200" cap="none" spc="0" normalizeH="0" baseline="0" noProof="0" dirty="0">
              <a:ln>
                <a:noFill/>
              </a:ln>
              <a:solidFill>
                <a:prstClr val="white"/>
              </a:solidFill>
              <a:effectLst/>
              <a:uLnTx/>
              <a:uFillTx/>
              <a:latin typeface="Calibri"/>
              <a:ea typeface="+mn-ea"/>
            </a:endParaRPr>
          </a:p>
        </p:txBody>
      </p:sp>
      <p:sp>
        <p:nvSpPr>
          <p:cNvPr id="3" name="TextBox 2">
            <a:extLst>
              <a:ext uri="{FF2B5EF4-FFF2-40B4-BE49-F238E27FC236}">
                <a16:creationId xmlns:a16="http://schemas.microsoft.com/office/drawing/2014/main" id="{1C579881-C3D1-9470-A72C-0768B29E2855}"/>
              </a:ext>
            </a:extLst>
          </p:cNvPr>
          <p:cNvSpPr txBox="1"/>
          <p:nvPr/>
        </p:nvSpPr>
        <p:spPr>
          <a:xfrm>
            <a:off x="533400" y="567211"/>
            <a:ext cx="8153400" cy="480131"/>
          </a:xfrm>
          <a:prstGeom prst="rect">
            <a:avLst/>
          </a:prstGeom>
          <a:noFill/>
        </p:spPr>
        <p:txBody>
          <a:bodyPr wrap="square">
            <a:spAutoFit/>
          </a:bodyPr>
          <a:lstStyle/>
          <a:p>
            <a:pPr marL="342891" marR="0" lvl="0" indent="-341305" algn="l" defTabSz="1219170" rtl="0" eaLnBrk="1" fontAlgn="auto" latinLnBrk="0" hangingPunct="1">
              <a:lnSpc>
                <a:spcPct val="90000"/>
              </a:lnSpc>
              <a:spcBef>
                <a:spcPts val="0"/>
              </a:spcBef>
              <a:spcAft>
                <a:spcPts val="1200"/>
              </a:spcAft>
              <a:buClrTx/>
              <a:buSzPct val="100000"/>
              <a:buFontTx/>
              <a:buNone/>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kumimoji="0" lang="en-AU" sz="2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Grounding decisions in authority </a:t>
            </a:r>
          </a:p>
        </p:txBody>
      </p:sp>
    </p:spTree>
    <p:extLst>
      <p:ext uri="{BB962C8B-B14F-4D97-AF65-F5344CB8AC3E}">
        <p14:creationId xmlns:p14="http://schemas.microsoft.com/office/powerpoint/2010/main" val="272870608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972A-6CF8-859F-05C3-5761F28EAC0A}"/>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C6BB436E-C70F-0B0B-AECD-8968269F047E}"/>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Pct val="100000"/>
              <a:buFont typeface="Times New Roman" panose="02020603050405020304" pitchFamily="18" charset="0"/>
              <a:buNone/>
              <a:tabLst/>
              <a:defRPr/>
            </a:pPr>
            <a:endParaRPr kumimoji="0" lang="en-US" alt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55" name="Text Box 2">
            <a:extLst>
              <a:ext uri="{FF2B5EF4-FFF2-40B4-BE49-F238E27FC236}">
                <a16:creationId xmlns:a16="http://schemas.microsoft.com/office/drawing/2014/main" id="{CB09DE3C-99DF-A898-E5B9-A1E092A02340}"/>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r>
              <a:rPr kumimoji="0" lang="en-US" altLang="en-US" sz="1800" b="0" i="0" u="none" strike="noStrike" kern="1200" cap="none" spc="0" normalizeH="0" baseline="0" noProof="0" dirty="0">
                <a:ln>
                  <a:noFill/>
                </a:ln>
                <a:solidFill>
                  <a:prstClr val="white"/>
                </a:solidFill>
                <a:effectLst/>
                <a:uLnTx/>
                <a:uFillTx/>
                <a:latin typeface="Calibri"/>
                <a:ea typeface="+mn-ea"/>
              </a:rPr>
              <a:t>Parliament and other democratically elected bodies pass statutes giving important powers to decision makers (</a:t>
            </a:r>
            <a:r>
              <a:rPr kumimoji="0" lang="en-US" altLang="en-US" sz="1800" b="0" i="0" u="none" strike="noStrike" kern="1200" cap="none" spc="0" normalizeH="0" baseline="0" noProof="0" dirty="0" err="1">
                <a:ln>
                  <a:noFill/>
                </a:ln>
                <a:solidFill>
                  <a:prstClr val="white"/>
                </a:solidFill>
                <a:effectLst/>
                <a:uLnTx/>
                <a:uFillTx/>
                <a:latin typeface="Calibri"/>
                <a:ea typeface="+mn-ea"/>
              </a:rPr>
              <a:t>eg.</a:t>
            </a:r>
            <a:r>
              <a:rPr kumimoji="0" lang="en-US" altLang="en-US" sz="1800" b="0" i="0" u="none" strike="noStrike" kern="1200" cap="none" spc="0" normalizeH="0" baseline="0" noProof="0" dirty="0">
                <a:ln>
                  <a:noFill/>
                </a:ln>
                <a:solidFill>
                  <a:prstClr val="white"/>
                </a:solidFill>
                <a:effectLst/>
                <a:uLnTx/>
                <a:uFillTx/>
                <a:latin typeface="Calibri"/>
                <a:ea typeface="+mn-ea"/>
              </a:rPr>
              <a:t> To issue control orders). It is expected that those decision makers will act within the remit of that statute. But sometimes, they can act outside the remit of the statute, in 3 ways: </a:t>
            </a:r>
          </a:p>
          <a:p>
            <a:pPr marL="285750" marR="0" lvl="0" indent="-285750" algn="l" defTabSz="914400" rtl="0" eaLnBrk="1" fontAlgn="auto" latinLnBrk="0" hangingPunct="1">
              <a:lnSpc>
                <a:spcPct val="100000"/>
              </a:lnSpc>
              <a:spcBef>
                <a:spcPts val="800"/>
              </a:spcBef>
              <a:spcAft>
                <a:spcPts val="0"/>
              </a:spcAft>
              <a:buClrTx/>
              <a:buSzPct val="100000"/>
              <a:buFont typeface="Arial" panose="020B0604020202020204"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defRPr/>
            </a:pPr>
            <a:r>
              <a:rPr kumimoji="0" lang="en-US" altLang="en-US" sz="1800" b="0" i="0" u="none" strike="noStrike" kern="1200" cap="none" spc="0" normalizeH="0" baseline="0" noProof="0" dirty="0">
                <a:ln>
                  <a:noFill/>
                </a:ln>
                <a:solidFill>
                  <a:prstClr val="white"/>
                </a:solidFill>
                <a:effectLst/>
                <a:uLnTx/>
                <a:uFillTx/>
                <a:latin typeface="Calibri"/>
                <a:ea typeface="+mn-ea"/>
              </a:rPr>
              <a:t>If they exercise their power in an </a:t>
            </a:r>
            <a:r>
              <a:rPr kumimoji="0" lang="en-US" altLang="en-US" sz="1800" b="0" i="0" u="none" strike="noStrike" kern="1200" cap="none" spc="0" normalizeH="0" baseline="0" noProof="0" dirty="0" err="1">
                <a:ln>
                  <a:noFill/>
                </a:ln>
                <a:solidFill>
                  <a:prstClr val="white"/>
                </a:solidFill>
                <a:effectLst/>
                <a:uLnTx/>
                <a:uFillTx/>
                <a:latin typeface="Calibri"/>
                <a:ea typeface="+mn-ea"/>
              </a:rPr>
              <a:t>unauthorised</a:t>
            </a:r>
            <a:r>
              <a:rPr kumimoji="0" lang="en-US" altLang="en-US" sz="1800" b="0" i="0" u="none" strike="noStrike" kern="1200" cap="none" spc="0" normalizeH="0" baseline="0" noProof="0" dirty="0">
                <a:ln>
                  <a:noFill/>
                </a:ln>
                <a:solidFill>
                  <a:prstClr val="white"/>
                </a:solidFill>
                <a:effectLst/>
                <a:uLnTx/>
                <a:uFillTx/>
                <a:latin typeface="Calibri"/>
                <a:ea typeface="+mn-ea"/>
              </a:rPr>
              <a:t> fashion (London County Council v AG (1902), or act beyond the scope of the statute; </a:t>
            </a:r>
          </a:p>
          <a:p>
            <a:pPr marL="285750" marR="0" lvl="0" indent="-285750" algn="l" defTabSz="914400" rtl="0" eaLnBrk="1" fontAlgn="auto" latinLnBrk="0" hangingPunct="1">
              <a:lnSpc>
                <a:spcPct val="100000"/>
              </a:lnSpc>
              <a:spcBef>
                <a:spcPts val="800"/>
              </a:spcBef>
              <a:spcAft>
                <a:spcPts val="0"/>
              </a:spcAft>
              <a:buClrTx/>
              <a:buSzPct val="100000"/>
              <a:buFont typeface="Arial" panose="020B0604020202020204"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defRPr/>
            </a:pPr>
            <a:r>
              <a:rPr kumimoji="0" lang="en-US" altLang="en-US" sz="1800" b="0" i="0" u="none" strike="noStrike" kern="1200" cap="none" spc="0" normalizeH="0" baseline="0" noProof="0" dirty="0">
                <a:ln>
                  <a:noFill/>
                </a:ln>
                <a:solidFill>
                  <a:prstClr val="white"/>
                </a:solidFill>
                <a:effectLst/>
                <a:uLnTx/>
                <a:uFillTx/>
                <a:latin typeface="Calibri"/>
                <a:ea typeface="+mn-ea"/>
              </a:rPr>
              <a:t>If they disregard or fail to comply with an express procedural requirement; or </a:t>
            </a:r>
          </a:p>
          <a:p>
            <a:pPr marL="285750" marR="0" lvl="0" indent="-285750" algn="l" defTabSz="914400" rtl="0" eaLnBrk="1" fontAlgn="auto" latinLnBrk="0" hangingPunct="1">
              <a:lnSpc>
                <a:spcPct val="100000"/>
              </a:lnSpc>
              <a:spcBef>
                <a:spcPts val="800"/>
              </a:spcBef>
              <a:spcAft>
                <a:spcPts val="0"/>
              </a:spcAft>
              <a:buClrTx/>
              <a:buSzPct val="100000"/>
              <a:buFont typeface="Arial" panose="020B0604020202020204"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defRPr/>
            </a:pPr>
            <a:r>
              <a:rPr kumimoji="0" lang="en-US" altLang="en-US" sz="1800" b="0" i="0" u="none" strike="noStrike" kern="1200" cap="none" spc="0" normalizeH="0" baseline="0" noProof="0" dirty="0">
                <a:ln>
                  <a:noFill/>
                </a:ln>
                <a:solidFill>
                  <a:prstClr val="white"/>
                </a:solidFill>
                <a:effectLst/>
                <a:uLnTx/>
                <a:uFillTx/>
                <a:latin typeface="Calibri"/>
                <a:ea typeface="+mn-ea"/>
              </a:rPr>
              <a:t>If they exercise improper delegation of authority i.e. the person who exercises the power is not the person to whom the power was conferred. </a:t>
            </a:r>
          </a:p>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r>
              <a:rPr kumimoji="0" lang="en-US" altLang="en-US" sz="1800" b="0" i="0" u="none" strike="noStrike" kern="1200" cap="none" spc="0" normalizeH="0" baseline="0" noProof="0" dirty="0">
                <a:ln>
                  <a:noFill/>
                </a:ln>
                <a:solidFill>
                  <a:prstClr val="white"/>
                </a:solidFill>
                <a:effectLst/>
                <a:uLnTx/>
                <a:uFillTx/>
                <a:latin typeface="Calibri"/>
                <a:ea typeface="+mn-ea"/>
              </a:rPr>
              <a:t>These 3 ways are termed narrow ultra vires or narrow jurisdictional error. They are named as such because the common law has </a:t>
            </a:r>
            <a:r>
              <a:rPr kumimoji="0" lang="en-US" altLang="en-US" sz="1800" b="0" i="0" u="none" strike="noStrike" kern="1200" cap="none" spc="0" normalizeH="0" baseline="0" noProof="0" dirty="0" err="1">
                <a:ln>
                  <a:noFill/>
                </a:ln>
                <a:solidFill>
                  <a:prstClr val="white"/>
                </a:solidFill>
                <a:effectLst/>
                <a:uLnTx/>
                <a:uFillTx/>
                <a:latin typeface="Calibri"/>
                <a:ea typeface="+mn-ea"/>
              </a:rPr>
              <a:t>recognised</a:t>
            </a:r>
            <a:r>
              <a:rPr kumimoji="0" lang="en-US" altLang="en-US" sz="1800" b="0" i="0" u="none" strike="noStrike" kern="1200" cap="none" spc="0" normalizeH="0" baseline="0" noProof="0" dirty="0">
                <a:ln>
                  <a:noFill/>
                </a:ln>
                <a:solidFill>
                  <a:prstClr val="white"/>
                </a:solidFill>
                <a:effectLst/>
                <a:uLnTx/>
                <a:uFillTx/>
                <a:latin typeface="Calibri"/>
                <a:ea typeface="+mn-ea"/>
              </a:rPr>
              <a:t> them as the more extreme sorts of errors, leading to invalidity of the decisions.</a:t>
            </a:r>
          </a:p>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endParaRPr kumimoji="0" lang="en-US" altLang="en-US" sz="2400" b="0" i="0" u="none" strike="noStrike" kern="1200" cap="none" spc="0" normalizeH="0" baseline="0" noProof="0" dirty="0">
              <a:ln>
                <a:noFill/>
              </a:ln>
              <a:solidFill>
                <a:prstClr val="white"/>
              </a:solidFill>
              <a:effectLst/>
              <a:uLnTx/>
              <a:uFillTx/>
              <a:latin typeface="Calibri"/>
              <a:ea typeface="+mn-ea"/>
            </a:endParaRPr>
          </a:p>
          <a:p>
            <a:pPr marL="0" marR="0" lvl="0" indent="0" algn="l" defTabSz="914400" rtl="0" eaLnBrk="1" fontAlgn="auto" latinLnBrk="0" hangingPunct="1">
              <a:lnSpc>
                <a:spcPct val="100000"/>
              </a:lnSpc>
              <a:spcBef>
                <a:spcPts val="800"/>
              </a:spcBef>
              <a:spcAft>
                <a:spcPts val="0"/>
              </a:spcAft>
              <a:buClrTx/>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endParaRPr kumimoji="0" lang="en-AU" altLang="en-US" sz="1600" b="0" i="0" u="none" strike="noStrike" kern="1200" cap="none" spc="0" normalizeH="0" baseline="0" noProof="0" dirty="0">
              <a:ln>
                <a:noFill/>
              </a:ln>
              <a:solidFill>
                <a:prstClr val="white"/>
              </a:solidFill>
              <a:effectLst/>
              <a:uLnTx/>
              <a:uFillTx/>
              <a:latin typeface="Calibri"/>
              <a:ea typeface="+mn-ea"/>
            </a:endParaRPr>
          </a:p>
          <a:p>
            <a:pPr marL="0" marR="0" lvl="0" indent="0" algn="l" defTabSz="914400" rtl="0" eaLnBrk="1" fontAlgn="auto" latinLnBrk="0" hangingPunct="1">
              <a:lnSpc>
                <a:spcPct val="100000"/>
              </a:lnSpc>
              <a:spcBef>
                <a:spcPts val="600"/>
              </a:spcBef>
              <a:spcAft>
                <a:spcPts val="0"/>
              </a:spcAft>
              <a:buClr>
                <a:srgbClr val="000000"/>
              </a:buClr>
              <a:buSzPct val="10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defRPr/>
            </a:pPr>
            <a:endParaRPr kumimoji="0" lang="en-AU" altLang="en-US" sz="1867" b="0" i="0" u="none" strike="noStrike" kern="1200" cap="none" spc="0" normalizeH="0" baseline="0" noProof="0" dirty="0">
              <a:ln>
                <a:noFill/>
              </a:ln>
              <a:solidFill>
                <a:prstClr val="white"/>
              </a:solidFill>
              <a:effectLst/>
              <a:uLnTx/>
              <a:uFillTx/>
              <a:latin typeface="Calibri"/>
              <a:ea typeface="+mn-ea"/>
            </a:endParaRPr>
          </a:p>
        </p:txBody>
      </p:sp>
      <p:sp>
        <p:nvSpPr>
          <p:cNvPr id="3" name="TextBox 2">
            <a:extLst>
              <a:ext uri="{FF2B5EF4-FFF2-40B4-BE49-F238E27FC236}">
                <a16:creationId xmlns:a16="http://schemas.microsoft.com/office/drawing/2014/main" id="{059A114F-6956-B115-E0B6-5DD4BFF9B638}"/>
              </a:ext>
            </a:extLst>
          </p:cNvPr>
          <p:cNvSpPr txBox="1"/>
          <p:nvPr/>
        </p:nvSpPr>
        <p:spPr>
          <a:xfrm>
            <a:off x="533400" y="567211"/>
            <a:ext cx="8153400" cy="480131"/>
          </a:xfrm>
          <a:prstGeom prst="rect">
            <a:avLst/>
          </a:prstGeom>
          <a:noFill/>
        </p:spPr>
        <p:txBody>
          <a:bodyPr wrap="square">
            <a:spAutoFit/>
          </a:bodyPr>
          <a:lstStyle/>
          <a:p>
            <a:pPr marL="342891" marR="0" lvl="0" indent="-341305" algn="l" defTabSz="1219170" rtl="0" eaLnBrk="1" fontAlgn="auto" latinLnBrk="0" hangingPunct="1">
              <a:lnSpc>
                <a:spcPct val="90000"/>
              </a:lnSpc>
              <a:spcBef>
                <a:spcPts val="0"/>
              </a:spcBef>
              <a:spcAft>
                <a:spcPts val="1200"/>
              </a:spcAft>
              <a:buClrTx/>
              <a:buSzPct val="100000"/>
              <a:buFontTx/>
              <a:buNone/>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kumimoji="0" lang="en-AU" sz="2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Beyond power</a:t>
            </a:r>
          </a:p>
        </p:txBody>
      </p:sp>
    </p:spTree>
    <p:extLst>
      <p:ext uri="{BB962C8B-B14F-4D97-AF65-F5344CB8AC3E}">
        <p14:creationId xmlns:p14="http://schemas.microsoft.com/office/powerpoint/2010/main" val="233049683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1045567" y="-12700"/>
            <a:ext cx="1146433" cy="1146433"/>
            <a:chOff x="0" y="0"/>
            <a:chExt cx="1630482" cy="1630482"/>
          </a:xfrm>
        </p:grpSpPr>
        <p:sp>
          <p:nvSpPr>
            <p:cNvPr id="3" name="Freeform 3"/>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p:cNvSpPr txBox="1"/>
          <p:nvPr/>
        </p:nvSpPr>
        <p:spPr>
          <a:xfrm>
            <a:off x="392084" y="560536"/>
            <a:ext cx="7170696" cy="409471"/>
          </a:xfrm>
          <a:prstGeom prst="rect">
            <a:avLst/>
          </a:prstGeom>
        </p:spPr>
        <p:txBody>
          <a:bodyPr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What are the grounds of review? </a:t>
            </a:r>
          </a:p>
        </p:txBody>
      </p:sp>
      <p:sp>
        <p:nvSpPr>
          <p:cNvPr id="9" name="TextBox 9"/>
          <p:cNvSpPr txBox="1"/>
          <p:nvPr/>
        </p:nvSpPr>
        <p:spPr>
          <a:xfrm>
            <a:off x="381000" y="1524000"/>
            <a:ext cx="5257800" cy="2513509"/>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1957"/>
              </a:lnSpc>
              <a:spcBef>
                <a:spcPts val="0"/>
              </a:spcBef>
              <a:spcAft>
                <a:spcPts val="12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basis for arguing that the court should grant relief are the grounds for  arguing that a decision is affected by a reviewable error</a:t>
            </a:r>
          </a:p>
          <a:p>
            <a:pPr marL="0" marR="0" lvl="0" indent="0" algn="l" defTabSz="914400" rtl="0" eaLnBrk="1" fontAlgn="auto" latinLnBrk="0" hangingPunct="1">
              <a:lnSpc>
                <a:spcPts val="1957"/>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 “an error of law”</a:t>
            </a:r>
          </a:p>
          <a:p>
            <a:pPr marL="0" marR="0" lvl="0" indent="0" algn="l" defTabSz="914400" rtl="0" eaLnBrk="1" fontAlgn="auto" latinLnBrk="0" hangingPunct="1">
              <a:lnSpc>
                <a:spcPts val="1957"/>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 “ a ground for review”</a:t>
            </a:r>
          </a:p>
          <a:p>
            <a:pPr marL="285750" marR="0" lvl="0" indent="-285750" algn="l" defTabSz="914400" rtl="0" eaLnBrk="1" fontAlgn="auto" latinLnBrk="0" hangingPunct="1">
              <a:lnSpc>
                <a:spcPts val="1957"/>
              </a:lnSpc>
              <a:spcBef>
                <a:spcPts val="0"/>
              </a:spcBef>
              <a:spcAft>
                <a:spcPts val="12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Common law grounds/constitutional grounds/statutory grounds contain  substantial overlap</a:t>
            </a:r>
          </a:p>
        </p:txBody>
      </p:sp>
      <p:sp>
        <p:nvSpPr>
          <p:cNvPr id="10" name="TextBox 10"/>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Freeform: Shape 3">
            <a:extLst>
              <a:ext uri="{FF2B5EF4-FFF2-40B4-BE49-F238E27FC236}">
                <a16:creationId xmlns:a16="http://schemas.microsoft.com/office/drawing/2014/main" id="{62C3A65A-34F4-6B97-118F-50DF8B007FED}"/>
              </a:ext>
            </a:extLst>
          </p:cNvPr>
          <p:cNvSpPr/>
          <p:nvPr/>
        </p:nvSpPr>
        <p:spPr>
          <a:xfrm>
            <a:off x="7696200" y="1600200"/>
            <a:ext cx="2151935" cy="2137981"/>
          </a:xfrm>
          <a:custGeom>
            <a:avLst/>
            <a:gdLst>
              <a:gd name="connsiteX0" fmla="*/ 1008992 w 2017986"/>
              <a:gd name="connsiteY0" fmla="*/ 451848 h 2004901"/>
              <a:gd name="connsiteX1" fmla="*/ 451847 w 2017986"/>
              <a:gd name="connsiteY1" fmla="*/ 1008993 h 2004901"/>
              <a:gd name="connsiteX2" fmla="*/ 1008992 w 2017986"/>
              <a:gd name="connsiteY2" fmla="*/ 1566138 h 2004901"/>
              <a:gd name="connsiteX3" fmla="*/ 1566137 w 2017986"/>
              <a:gd name="connsiteY3" fmla="*/ 1008993 h 2004901"/>
              <a:gd name="connsiteX4" fmla="*/ 1008992 w 2017986"/>
              <a:gd name="connsiteY4" fmla="*/ 451848 h 2004901"/>
              <a:gd name="connsiteX5" fmla="*/ 1008993 w 2017986"/>
              <a:gd name="connsiteY5" fmla="*/ 0 h 2004901"/>
              <a:gd name="connsiteX6" fmla="*/ 2017986 w 2017986"/>
              <a:gd name="connsiteY6" fmla="*/ 1008993 h 2004901"/>
              <a:gd name="connsiteX7" fmla="*/ 1212340 w 2017986"/>
              <a:gd name="connsiteY7" fmla="*/ 1997487 h 2004901"/>
              <a:gd name="connsiteX8" fmla="*/ 1163759 w 2017986"/>
              <a:gd name="connsiteY8" fmla="*/ 2004901 h 2004901"/>
              <a:gd name="connsiteX9" fmla="*/ 1150665 w 2017986"/>
              <a:gd name="connsiteY9" fmla="*/ 1969126 h 2004901"/>
              <a:gd name="connsiteX10" fmla="*/ 220963 w 2017986"/>
              <a:gd name="connsiteY10" fmla="*/ 1352878 h 2004901"/>
              <a:gd name="connsiteX11" fmla="*/ 117800 w 2017986"/>
              <a:gd name="connsiteY11" fmla="*/ 1358087 h 2004901"/>
              <a:gd name="connsiteX12" fmla="*/ 66198 w 2017986"/>
              <a:gd name="connsiteY12" fmla="*/ 1365963 h 2004901"/>
              <a:gd name="connsiteX13" fmla="*/ 45363 w 2017986"/>
              <a:gd name="connsiteY13" fmla="*/ 1309037 h 2004901"/>
              <a:gd name="connsiteX14" fmla="*/ 0 w 2017986"/>
              <a:gd name="connsiteY14" fmla="*/ 1008993 h 2004901"/>
              <a:gd name="connsiteX15" fmla="*/ 1008993 w 2017986"/>
              <a:gd name="connsiteY15" fmla="*/ 0 h 200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17986" h="2004901">
                <a:moveTo>
                  <a:pt x="1008992" y="451848"/>
                </a:moveTo>
                <a:cubicBezTo>
                  <a:pt x="701289" y="451848"/>
                  <a:pt x="451847" y="701290"/>
                  <a:pt x="451847" y="1008993"/>
                </a:cubicBezTo>
                <a:cubicBezTo>
                  <a:pt x="451847" y="1316696"/>
                  <a:pt x="701289" y="1566138"/>
                  <a:pt x="1008992" y="1566138"/>
                </a:cubicBezTo>
                <a:cubicBezTo>
                  <a:pt x="1316695" y="1566138"/>
                  <a:pt x="1566137" y="1316696"/>
                  <a:pt x="1566137" y="1008993"/>
                </a:cubicBezTo>
                <a:cubicBezTo>
                  <a:pt x="1566137" y="701290"/>
                  <a:pt x="1316695" y="451848"/>
                  <a:pt x="1008992" y="451848"/>
                </a:cubicBezTo>
                <a:close/>
                <a:moveTo>
                  <a:pt x="1008993" y="0"/>
                </a:moveTo>
                <a:cubicBezTo>
                  <a:pt x="1566244" y="0"/>
                  <a:pt x="2017986" y="451742"/>
                  <a:pt x="2017986" y="1008993"/>
                </a:cubicBezTo>
                <a:cubicBezTo>
                  <a:pt x="2017986" y="1496588"/>
                  <a:pt x="1672121" y="1903402"/>
                  <a:pt x="1212340" y="1997487"/>
                </a:cubicBezTo>
                <a:lnTo>
                  <a:pt x="1163759" y="2004901"/>
                </a:lnTo>
                <a:lnTo>
                  <a:pt x="1150665" y="1969126"/>
                </a:lnTo>
                <a:cubicBezTo>
                  <a:pt x="997491" y="1606983"/>
                  <a:pt x="638902" y="1352878"/>
                  <a:pt x="220963" y="1352878"/>
                </a:cubicBezTo>
                <a:cubicBezTo>
                  <a:pt x="186135" y="1352878"/>
                  <a:pt x="151719" y="1354643"/>
                  <a:pt x="117800" y="1358087"/>
                </a:cubicBezTo>
                <a:lnTo>
                  <a:pt x="66198" y="1365963"/>
                </a:lnTo>
                <a:lnTo>
                  <a:pt x="45363" y="1309037"/>
                </a:lnTo>
                <a:cubicBezTo>
                  <a:pt x="15882" y="1214253"/>
                  <a:pt x="0" y="1113478"/>
                  <a:pt x="0" y="1008993"/>
                </a:cubicBezTo>
                <a:cubicBezTo>
                  <a:pt x="0" y="451742"/>
                  <a:pt x="451742" y="0"/>
                  <a:pt x="1008993" y="0"/>
                </a:cubicBezTo>
                <a:close/>
              </a:path>
            </a:pathLst>
          </a:cu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Shape 5">
            <a:extLst>
              <a:ext uri="{FF2B5EF4-FFF2-40B4-BE49-F238E27FC236}">
                <a16:creationId xmlns:a16="http://schemas.microsoft.com/office/drawing/2014/main" id="{73F4A283-7744-EA24-DB5C-542E0EE92749}"/>
              </a:ext>
            </a:extLst>
          </p:cNvPr>
          <p:cNvSpPr/>
          <p:nvPr/>
        </p:nvSpPr>
        <p:spPr>
          <a:xfrm>
            <a:off x="6855864" y="3042876"/>
            <a:ext cx="1916304" cy="2151935"/>
          </a:xfrm>
          <a:custGeom>
            <a:avLst/>
            <a:gdLst>
              <a:gd name="connsiteX0" fmla="*/ 1008992 w 1797023"/>
              <a:gd name="connsiteY0" fmla="*/ 451848 h 2017986"/>
              <a:gd name="connsiteX1" fmla="*/ 451847 w 1797023"/>
              <a:gd name="connsiteY1" fmla="*/ 1008993 h 2017986"/>
              <a:gd name="connsiteX2" fmla="*/ 1008992 w 1797023"/>
              <a:gd name="connsiteY2" fmla="*/ 1566138 h 2017986"/>
              <a:gd name="connsiteX3" fmla="*/ 1566137 w 1797023"/>
              <a:gd name="connsiteY3" fmla="*/ 1008993 h 2017986"/>
              <a:gd name="connsiteX4" fmla="*/ 1008992 w 1797023"/>
              <a:gd name="connsiteY4" fmla="*/ 451848 h 2017986"/>
              <a:gd name="connsiteX5" fmla="*/ 1008993 w 1797023"/>
              <a:gd name="connsiteY5" fmla="*/ 0 h 2017986"/>
              <a:gd name="connsiteX6" fmla="*/ 1722459 w 1797023"/>
              <a:gd name="connsiteY6" fmla="*/ 295528 h 2017986"/>
              <a:gd name="connsiteX7" fmla="*/ 1797023 w 1797023"/>
              <a:gd name="connsiteY7" fmla="*/ 385900 h 2017986"/>
              <a:gd name="connsiteX8" fmla="*/ 1748380 w 1797023"/>
              <a:gd name="connsiteY8" fmla="*/ 444856 h 2017986"/>
              <a:gd name="connsiteX9" fmla="*/ 1576059 w 1797023"/>
              <a:gd name="connsiteY9" fmla="*/ 1008993 h 2017986"/>
              <a:gd name="connsiteX10" fmla="*/ 1748380 w 1797023"/>
              <a:gd name="connsiteY10" fmla="*/ 1573131 h 2017986"/>
              <a:gd name="connsiteX11" fmla="*/ 1797023 w 1797023"/>
              <a:gd name="connsiteY11" fmla="*/ 1632087 h 2017986"/>
              <a:gd name="connsiteX12" fmla="*/ 1722459 w 1797023"/>
              <a:gd name="connsiteY12" fmla="*/ 1722459 h 2017986"/>
              <a:gd name="connsiteX13" fmla="*/ 1008993 w 1797023"/>
              <a:gd name="connsiteY13" fmla="*/ 2017986 h 2017986"/>
              <a:gd name="connsiteX14" fmla="*/ 0 w 1797023"/>
              <a:gd name="connsiteY14" fmla="*/ 1008993 h 2017986"/>
              <a:gd name="connsiteX15" fmla="*/ 1008993 w 1797023"/>
              <a:gd name="connsiteY15" fmla="*/ 0 h 2017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7023" h="2017986">
                <a:moveTo>
                  <a:pt x="1008992" y="451848"/>
                </a:moveTo>
                <a:cubicBezTo>
                  <a:pt x="701289" y="451848"/>
                  <a:pt x="451847" y="701290"/>
                  <a:pt x="451847" y="1008993"/>
                </a:cubicBezTo>
                <a:cubicBezTo>
                  <a:pt x="451847" y="1316696"/>
                  <a:pt x="701289" y="1566138"/>
                  <a:pt x="1008992" y="1566138"/>
                </a:cubicBezTo>
                <a:cubicBezTo>
                  <a:pt x="1316695" y="1566138"/>
                  <a:pt x="1566137" y="1316696"/>
                  <a:pt x="1566137" y="1008993"/>
                </a:cubicBezTo>
                <a:cubicBezTo>
                  <a:pt x="1566137" y="701290"/>
                  <a:pt x="1316695" y="451848"/>
                  <a:pt x="1008992" y="451848"/>
                </a:cubicBezTo>
                <a:close/>
                <a:moveTo>
                  <a:pt x="1008993" y="0"/>
                </a:moveTo>
                <a:cubicBezTo>
                  <a:pt x="1287619" y="0"/>
                  <a:pt x="1539867" y="112936"/>
                  <a:pt x="1722459" y="295528"/>
                </a:cubicBezTo>
                <a:lnTo>
                  <a:pt x="1797023" y="385900"/>
                </a:lnTo>
                <a:lnTo>
                  <a:pt x="1748380" y="444856"/>
                </a:lnTo>
                <a:cubicBezTo>
                  <a:pt x="1639585" y="605892"/>
                  <a:pt x="1576059" y="800024"/>
                  <a:pt x="1576059" y="1008993"/>
                </a:cubicBezTo>
                <a:cubicBezTo>
                  <a:pt x="1576059" y="1217962"/>
                  <a:pt x="1639585" y="1412094"/>
                  <a:pt x="1748380" y="1573131"/>
                </a:cubicBezTo>
                <a:lnTo>
                  <a:pt x="1797023" y="1632087"/>
                </a:lnTo>
                <a:lnTo>
                  <a:pt x="1722459" y="1722459"/>
                </a:lnTo>
                <a:cubicBezTo>
                  <a:pt x="1539867" y="1905051"/>
                  <a:pt x="1287619" y="2017986"/>
                  <a:pt x="1008993" y="2017986"/>
                </a:cubicBezTo>
                <a:cubicBezTo>
                  <a:pt x="451742" y="2017986"/>
                  <a:pt x="0" y="1566244"/>
                  <a:pt x="0" y="1008993"/>
                </a:cubicBezTo>
                <a:cubicBezTo>
                  <a:pt x="0" y="451742"/>
                  <a:pt x="451742" y="0"/>
                  <a:pt x="1008993" y="0"/>
                </a:cubicBezTo>
                <a:close/>
              </a:path>
            </a:pathLst>
          </a:cu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7" name="Circle: Hollow 6">
            <a:extLst>
              <a:ext uri="{FF2B5EF4-FFF2-40B4-BE49-F238E27FC236}">
                <a16:creationId xmlns:a16="http://schemas.microsoft.com/office/drawing/2014/main" id="{A4B51CC4-2432-FD48-7854-D07D9EF09239}"/>
              </a:ext>
            </a:extLst>
          </p:cNvPr>
          <p:cNvSpPr/>
          <p:nvPr/>
        </p:nvSpPr>
        <p:spPr>
          <a:xfrm>
            <a:off x="8536537" y="3042878"/>
            <a:ext cx="2151933" cy="2151933"/>
          </a:xfrm>
          <a:prstGeom prst="donut">
            <a:avLst>
              <a:gd name="adj" fmla="val 22391"/>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Shape 7">
            <a:extLst>
              <a:ext uri="{FF2B5EF4-FFF2-40B4-BE49-F238E27FC236}">
                <a16:creationId xmlns:a16="http://schemas.microsoft.com/office/drawing/2014/main" id="{9DE7A672-5201-E728-C72C-D99422FCF505}"/>
              </a:ext>
            </a:extLst>
          </p:cNvPr>
          <p:cNvSpPr/>
          <p:nvPr/>
        </p:nvSpPr>
        <p:spPr>
          <a:xfrm>
            <a:off x="8124739" y="3119354"/>
            <a:ext cx="1294854" cy="999490"/>
          </a:xfrm>
          <a:custGeom>
            <a:avLst/>
            <a:gdLst>
              <a:gd name="connsiteX0" fmla="*/ 239396 w 1214255"/>
              <a:gd name="connsiteY0" fmla="*/ 0 h 937276"/>
              <a:gd name="connsiteX1" fmla="*/ 295623 w 1214255"/>
              <a:gd name="connsiteY1" fmla="*/ 46392 h 937276"/>
              <a:gd name="connsiteX2" fmla="*/ 607128 w 1214255"/>
              <a:gd name="connsiteY2" fmla="*/ 141543 h 937276"/>
              <a:gd name="connsiteX3" fmla="*/ 918633 w 1214255"/>
              <a:gd name="connsiteY3" fmla="*/ 46392 h 937276"/>
              <a:gd name="connsiteX4" fmla="*/ 974860 w 1214255"/>
              <a:gd name="connsiteY4" fmla="*/ 0 h 937276"/>
              <a:gd name="connsiteX5" fmla="*/ 1214255 w 1214255"/>
              <a:gd name="connsiteY5" fmla="*/ 412750 h 937276"/>
              <a:gd name="connsiteX6" fmla="*/ 1178291 w 1214255"/>
              <a:gd name="connsiteY6" fmla="*/ 423914 h 937276"/>
              <a:gd name="connsiteX7" fmla="*/ 838012 w 1214255"/>
              <a:gd name="connsiteY7" fmla="*/ 937276 h 937276"/>
              <a:gd name="connsiteX8" fmla="*/ 376243 w 1214255"/>
              <a:gd name="connsiteY8" fmla="*/ 937276 h 937276"/>
              <a:gd name="connsiteX9" fmla="*/ 35964 w 1214255"/>
              <a:gd name="connsiteY9" fmla="*/ 423914 h 937276"/>
              <a:gd name="connsiteX10" fmla="*/ 0 w 1214255"/>
              <a:gd name="connsiteY10" fmla="*/ 412750 h 93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4255" h="937276">
                <a:moveTo>
                  <a:pt x="239396" y="0"/>
                </a:moveTo>
                <a:lnTo>
                  <a:pt x="295623" y="46392"/>
                </a:lnTo>
                <a:cubicBezTo>
                  <a:pt x="384544" y="106465"/>
                  <a:pt x="491740" y="141543"/>
                  <a:pt x="607128" y="141543"/>
                </a:cubicBezTo>
                <a:cubicBezTo>
                  <a:pt x="722517" y="141543"/>
                  <a:pt x="829713" y="106465"/>
                  <a:pt x="918633" y="46392"/>
                </a:cubicBezTo>
                <a:lnTo>
                  <a:pt x="974860" y="0"/>
                </a:lnTo>
                <a:lnTo>
                  <a:pt x="1214255" y="412750"/>
                </a:lnTo>
                <a:lnTo>
                  <a:pt x="1178291" y="423914"/>
                </a:lnTo>
                <a:cubicBezTo>
                  <a:pt x="978323" y="508493"/>
                  <a:pt x="838012" y="706499"/>
                  <a:pt x="838012" y="937276"/>
                </a:cubicBezTo>
                <a:lnTo>
                  <a:pt x="376243" y="937276"/>
                </a:lnTo>
                <a:cubicBezTo>
                  <a:pt x="376243" y="706499"/>
                  <a:pt x="235932" y="508493"/>
                  <a:pt x="35964" y="423914"/>
                </a:cubicBezTo>
                <a:lnTo>
                  <a:pt x="0" y="412750"/>
                </a:lnTo>
                <a:close/>
              </a:path>
            </a:pathLst>
          </a:cu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11" name="Freeform 304">
            <a:extLst>
              <a:ext uri="{FF2B5EF4-FFF2-40B4-BE49-F238E27FC236}">
                <a16:creationId xmlns:a16="http://schemas.microsoft.com/office/drawing/2014/main" id="{E072407F-2028-9B30-C83F-C8B6FFD9BA2A}"/>
              </a:ext>
            </a:extLst>
          </p:cNvPr>
          <p:cNvSpPr/>
          <p:nvPr/>
        </p:nvSpPr>
        <p:spPr>
          <a:xfrm>
            <a:off x="8501555" y="3403704"/>
            <a:ext cx="545942" cy="545663"/>
          </a:xfrm>
          <a:custGeom>
            <a:avLst/>
            <a:gdLst/>
            <a:ahLst/>
            <a:cxnLst/>
            <a:rect l="l" t="t" r="r" b="b"/>
            <a:pathLst>
              <a:path w="432707" h="432707">
                <a:moveTo>
                  <a:pt x="185084" y="0"/>
                </a:moveTo>
                <a:lnTo>
                  <a:pt x="247624" y="0"/>
                </a:lnTo>
                <a:cubicBezTo>
                  <a:pt x="250253" y="0"/>
                  <a:pt x="252554" y="798"/>
                  <a:pt x="254525" y="2394"/>
                </a:cubicBezTo>
                <a:cubicBezTo>
                  <a:pt x="256498" y="3991"/>
                  <a:pt x="257578" y="6010"/>
                  <a:pt x="257765" y="8451"/>
                </a:cubicBezTo>
                <a:lnTo>
                  <a:pt x="265653" y="60286"/>
                </a:lnTo>
                <a:cubicBezTo>
                  <a:pt x="274855" y="63291"/>
                  <a:pt x="283306" y="66765"/>
                  <a:pt x="291006" y="70709"/>
                </a:cubicBezTo>
                <a:lnTo>
                  <a:pt x="331010" y="40566"/>
                </a:lnTo>
                <a:cubicBezTo>
                  <a:pt x="332700" y="38876"/>
                  <a:pt x="334953" y="38031"/>
                  <a:pt x="337771" y="38031"/>
                </a:cubicBezTo>
                <a:cubicBezTo>
                  <a:pt x="340212" y="38031"/>
                  <a:pt x="342560" y="38970"/>
                  <a:pt x="344814" y="40848"/>
                </a:cubicBezTo>
                <a:cubicBezTo>
                  <a:pt x="369041" y="63197"/>
                  <a:pt x="384535" y="79161"/>
                  <a:pt x="391295" y="88739"/>
                </a:cubicBezTo>
                <a:cubicBezTo>
                  <a:pt x="392610" y="90241"/>
                  <a:pt x="393268" y="92307"/>
                  <a:pt x="393268" y="94936"/>
                </a:cubicBezTo>
                <a:cubicBezTo>
                  <a:pt x="393268" y="97190"/>
                  <a:pt x="392516" y="99350"/>
                  <a:pt x="391014" y="101416"/>
                </a:cubicBezTo>
                <a:cubicBezTo>
                  <a:pt x="388197" y="105360"/>
                  <a:pt x="383408" y="111604"/>
                  <a:pt x="376647" y="120149"/>
                </a:cubicBezTo>
                <a:cubicBezTo>
                  <a:pt x="369885" y="128695"/>
                  <a:pt x="364815" y="135315"/>
                  <a:pt x="361434" y="140010"/>
                </a:cubicBezTo>
                <a:cubicBezTo>
                  <a:pt x="366317" y="149400"/>
                  <a:pt x="370168" y="158603"/>
                  <a:pt x="372985" y="167618"/>
                </a:cubicBezTo>
                <a:lnTo>
                  <a:pt x="424537" y="175506"/>
                </a:lnTo>
                <a:cubicBezTo>
                  <a:pt x="426979" y="175881"/>
                  <a:pt x="428951" y="177055"/>
                  <a:pt x="430453" y="179027"/>
                </a:cubicBezTo>
                <a:cubicBezTo>
                  <a:pt x="431956" y="180999"/>
                  <a:pt x="432707" y="183206"/>
                  <a:pt x="432707" y="185647"/>
                </a:cubicBezTo>
                <a:lnTo>
                  <a:pt x="432707" y="248187"/>
                </a:lnTo>
                <a:cubicBezTo>
                  <a:pt x="432707" y="250440"/>
                  <a:pt x="431956" y="252600"/>
                  <a:pt x="430453" y="254666"/>
                </a:cubicBezTo>
                <a:cubicBezTo>
                  <a:pt x="428951" y="256732"/>
                  <a:pt x="427072" y="257953"/>
                  <a:pt x="424819" y="258328"/>
                </a:cubicBezTo>
                <a:lnTo>
                  <a:pt x="372703" y="266216"/>
                </a:lnTo>
                <a:cubicBezTo>
                  <a:pt x="369134" y="276358"/>
                  <a:pt x="365472" y="284903"/>
                  <a:pt x="361716" y="291852"/>
                </a:cubicBezTo>
                <a:cubicBezTo>
                  <a:pt x="368289" y="301242"/>
                  <a:pt x="378337" y="314201"/>
                  <a:pt x="391859" y="330728"/>
                </a:cubicBezTo>
                <a:cubicBezTo>
                  <a:pt x="393737" y="332982"/>
                  <a:pt x="394676" y="335329"/>
                  <a:pt x="394676" y="337771"/>
                </a:cubicBezTo>
                <a:cubicBezTo>
                  <a:pt x="394676" y="340212"/>
                  <a:pt x="393832" y="342372"/>
                  <a:pt x="392140" y="344250"/>
                </a:cubicBezTo>
                <a:cubicBezTo>
                  <a:pt x="387070" y="351199"/>
                  <a:pt x="377773" y="361340"/>
                  <a:pt x="364251" y="374675"/>
                </a:cubicBezTo>
                <a:cubicBezTo>
                  <a:pt x="350729" y="388009"/>
                  <a:pt x="341903" y="394676"/>
                  <a:pt x="337771" y="394676"/>
                </a:cubicBezTo>
                <a:cubicBezTo>
                  <a:pt x="335517" y="394676"/>
                  <a:pt x="333075" y="393831"/>
                  <a:pt x="330446" y="392141"/>
                </a:cubicBezTo>
                <a:lnTo>
                  <a:pt x="291570" y="361716"/>
                </a:lnTo>
                <a:cubicBezTo>
                  <a:pt x="283306" y="366036"/>
                  <a:pt x="274762" y="369604"/>
                  <a:pt x="265934" y="372421"/>
                </a:cubicBezTo>
                <a:cubicBezTo>
                  <a:pt x="262929" y="397963"/>
                  <a:pt x="260206" y="415429"/>
                  <a:pt x="257765" y="424819"/>
                </a:cubicBezTo>
                <a:cubicBezTo>
                  <a:pt x="256450" y="430078"/>
                  <a:pt x="253070" y="432707"/>
                  <a:pt x="247624" y="432707"/>
                </a:cubicBezTo>
                <a:lnTo>
                  <a:pt x="185084" y="432707"/>
                </a:lnTo>
                <a:cubicBezTo>
                  <a:pt x="182454" y="432707"/>
                  <a:pt x="180153" y="431909"/>
                  <a:pt x="178182" y="430313"/>
                </a:cubicBezTo>
                <a:cubicBezTo>
                  <a:pt x="176210" y="428716"/>
                  <a:pt x="175130" y="426697"/>
                  <a:pt x="174942" y="424256"/>
                </a:cubicBezTo>
                <a:lnTo>
                  <a:pt x="167054" y="372421"/>
                </a:lnTo>
                <a:cubicBezTo>
                  <a:pt x="157852" y="369416"/>
                  <a:pt x="149401" y="365942"/>
                  <a:pt x="141700" y="361998"/>
                </a:cubicBezTo>
                <a:lnTo>
                  <a:pt x="101979" y="392141"/>
                </a:lnTo>
                <a:cubicBezTo>
                  <a:pt x="100101" y="393831"/>
                  <a:pt x="97753" y="394676"/>
                  <a:pt x="94936" y="394676"/>
                </a:cubicBezTo>
                <a:cubicBezTo>
                  <a:pt x="92307" y="394676"/>
                  <a:pt x="89959" y="393643"/>
                  <a:pt x="87893" y="391577"/>
                </a:cubicBezTo>
                <a:cubicBezTo>
                  <a:pt x="64230" y="370167"/>
                  <a:pt x="48735" y="354392"/>
                  <a:pt x="41411" y="344250"/>
                </a:cubicBezTo>
                <a:cubicBezTo>
                  <a:pt x="40097" y="342372"/>
                  <a:pt x="39439" y="340212"/>
                  <a:pt x="39439" y="337771"/>
                </a:cubicBezTo>
                <a:cubicBezTo>
                  <a:pt x="39439" y="335517"/>
                  <a:pt x="40191" y="333357"/>
                  <a:pt x="41694" y="331291"/>
                </a:cubicBezTo>
                <a:cubicBezTo>
                  <a:pt x="44510" y="327347"/>
                  <a:pt x="49299" y="321103"/>
                  <a:pt x="56060" y="312558"/>
                </a:cubicBezTo>
                <a:cubicBezTo>
                  <a:pt x="62821" y="304012"/>
                  <a:pt x="67892" y="297392"/>
                  <a:pt x="71273" y="292697"/>
                </a:cubicBezTo>
                <a:cubicBezTo>
                  <a:pt x="66202" y="283307"/>
                  <a:pt x="62352" y="274010"/>
                  <a:pt x="59723" y="264808"/>
                </a:cubicBezTo>
                <a:lnTo>
                  <a:pt x="8169" y="257202"/>
                </a:lnTo>
                <a:cubicBezTo>
                  <a:pt x="5728" y="256826"/>
                  <a:pt x="3756" y="255652"/>
                  <a:pt x="2254" y="253680"/>
                </a:cubicBezTo>
                <a:cubicBezTo>
                  <a:pt x="751" y="251708"/>
                  <a:pt x="0" y="249501"/>
                  <a:pt x="0" y="247060"/>
                </a:cubicBezTo>
                <a:lnTo>
                  <a:pt x="0" y="184520"/>
                </a:lnTo>
                <a:cubicBezTo>
                  <a:pt x="0" y="182267"/>
                  <a:pt x="751" y="180107"/>
                  <a:pt x="2254" y="178041"/>
                </a:cubicBezTo>
                <a:cubicBezTo>
                  <a:pt x="3756" y="175975"/>
                  <a:pt x="5540" y="174754"/>
                  <a:pt x="7606" y="174379"/>
                </a:cubicBezTo>
                <a:lnTo>
                  <a:pt x="60004" y="166491"/>
                </a:lnTo>
                <a:cubicBezTo>
                  <a:pt x="62633" y="157852"/>
                  <a:pt x="66295" y="149213"/>
                  <a:pt x="70991" y="140573"/>
                </a:cubicBezTo>
                <a:cubicBezTo>
                  <a:pt x="63478" y="129868"/>
                  <a:pt x="53431" y="116910"/>
                  <a:pt x="40848" y="101697"/>
                </a:cubicBezTo>
                <a:cubicBezTo>
                  <a:pt x="38970" y="99444"/>
                  <a:pt x="38030" y="97190"/>
                  <a:pt x="38030" y="94936"/>
                </a:cubicBezTo>
                <a:cubicBezTo>
                  <a:pt x="38030" y="93058"/>
                  <a:pt x="38876" y="90898"/>
                  <a:pt x="40567" y="88457"/>
                </a:cubicBezTo>
                <a:cubicBezTo>
                  <a:pt x="45449" y="81696"/>
                  <a:pt x="54699" y="71601"/>
                  <a:pt x="68314" y="58173"/>
                </a:cubicBezTo>
                <a:cubicBezTo>
                  <a:pt x="81931" y="44745"/>
                  <a:pt x="90805" y="38031"/>
                  <a:pt x="94936" y="38031"/>
                </a:cubicBezTo>
                <a:cubicBezTo>
                  <a:pt x="97377" y="38031"/>
                  <a:pt x="99819" y="38970"/>
                  <a:pt x="102260" y="40848"/>
                </a:cubicBezTo>
                <a:lnTo>
                  <a:pt x="141137" y="70991"/>
                </a:lnTo>
                <a:cubicBezTo>
                  <a:pt x="149401" y="66671"/>
                  <a:pt x="157945" y="63103"/>
                  <a:pt x="166773" y="60286"/>
                </a:cubicBezTo>
                <a:cubicBezTo>
                  <a:pt x="169777" y="34744"/>
                  <a:pt x="172501" y="17278"/>
                  <a:pt x="174942" y="7888"/>
                </a:cubicBezTo>
                <a:cubicBezTo>
                  <a:pt x="176257" y="2629"/>
                  <a:pt x="179637" y="0"/>
                  <a:pt x="185084" y="0"/>
                </a:cubicBezTo>
                <a:close/>
                <a:moveTo>
                  <a:pt x="216354" y="144236"/>
                </a:moveTo>
                <a:cubicBezTo>
                  <a:pt x="196446" y="144236"/>
                  <a:pt x="179449" y="151278"/>
                  <a:pt x="165364" y="165364"/>
                </a:cubicBezTo>
                <a:cubicBezTo>
                  <a:pt x="151278" y="179449"/>
                  <a:pt x="144235" y="196446"/>
                  <a:pt x="144235" y="216354"/>
                </a:cubicBezTo>
                <a:cubicBezTo>
                  <a:pt x="144235" y="236261"/>
                  <a:pt x="151278" y="253258"/>
                  <a:pt x="165364" y="267343"/>
                </a:cubicBezTo>
                <a:cubicBezTo>
                  <a:pt x="179449" y="281429"/>
                  <a:pt x="196446" y="288471"/>
                  <a:pt x="216354" y="288471"/>
                </a:cubicBezTo>
                <a:cubicBezTo>
                  <a:pt x="236261" y="288471"/>
                  <a:pt x="253258" y="281429"/>
                  <a:pt x="267343" y="267343"/>
                </a:cubicBezTo>
                <a:cubicBezTo>
                  <a:pt x="281429" y="253258"/>
                  <a:pt x="288471" y="236261"/>
                  <a:pt x="288471" y="216354"/>
                </a:cubicBezTo>
                <a:cubicBezTo>
                  <a:pt x="288471" y="196446"/>
                  <a:pt x="281429" y="179449"/>
                  <a:pt x="267343" y="165364"/>
                </a:cubicBezTo>
                <a:cubicBezTo>
                  <a:pt x="253258" y="151278"/>
                  <a:pt x="236261" y="144236"/>
                  <a:pt x="216354" y="144236"/>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Graphic 15" descr="Judge female with solid fill">
            <a:extLst>
              <a:ext uri="{FF2B5EF4-FFF2-40B4-BE49-F238E27FC236}">
                <a16:creationId xmlns:a16="http://schemas.microsoft.com/office/drawing/2014/main" id="{F0382B0A-4188-ACA6-D1D6-EC2C445056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14966" y="2189714"/>
            <a:ext cx="914400" cy="914400"/>
          </a:xfrm>
          <a:prstGeom prst="rect">
            <a:avLst/>
          </a:prstGeom>
        </p:spPr>
      </p:pic>
      <p:pic>
        <p:nvPicPr>
          <p:cNvPr id="18" name="Graphic 17" descr="Court outline">
            <a:extLst>
              <a:ext uri="{FF2B5EF4-FFF2-40B4-BE49-F238E27FC236}">
                <a16:creationId xmlns:a16="http://schemas.microsoft.com/office/drawing/2014/main" id="{BCC452CE-EC45-43CB-3509-64656A7CDB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76370" y="3665918"/>
            <a:ext cx="914400" cy="914400"/>
          </a:xfrm>
          <a:prstGeom prst="rect">
            <a:avLst/>
          </a:prstGeom>
        </p:spPr>
      </p:pic>
      <p:pic>
        <p:nvPicPr>
          <p:cNvPr id="20" name="Graphic 19" descr="Paper outline">
            <a:extLst>
              <a:ext uri="{FF2B5EF4-FFF2-40B4-BE49-F238E27FC236}">
                <a16:creationId xmlns:a16="http://schemas.microsoft.com/office/drawing/2014/main" id="{A18F13AA-CB01-060B-186E-C7021683982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79440" y="3764988"/>
            <a:ext cx="788522" cy="788522"/>
          </a:xfrm>
          <a:prstGeom prst="rect">
            <a:avLst/>
          </a:prstGeom>
        </p:spPr>
      </p:pic>
      <p:sp>
        <p:nvSpPr>
          <p:cNvPr id="22" name="TextBox 21">
            <a:extLst>
              <a:ext uri="{FF2B5EF4-FFF2-40B4-BE49-F238E27FC236}">
                <a16:creationId xmlns:a16="http://schemas.microsoft.com/office/drawing/2014/main" id="{5E1FE712-595F-EF5E-8561-429AFBE2EDFC}"/>
              </a:ext>
            </a:extLst>
          </p:cNvPr>
          <p:cNvSpPr txBox="1"/>
          <p:nvPr/>
        </p:nvSpPr>
        <p:spPr>
          <a:xfrm>
            <a:off x="8036270" y="810567"/>
            <a:ext cx="1471792"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Common Law</a:t>
            </a:r>
          </a:p>
        </p:txBody>
      </p:sp>
      <p:sp>
        <p:nvSpPr>
          <p:cNvPr id="25" name="TextBox 24">
            <a:extLst>
              <a:ext uri="{FF2B5EF4-FFF2-40B4-BE49-F238E27FC236}">
                <a16:creationId xmlns:a16="http://schemas.microsoft.com/office/drawing/2014/main" id="{F0B7B42E-C387-48C9-8695-FC90FE558FAE}"/>
              </a:ext>
            </a:extLst>
          </p:cNvPr>
          <p:cNvSpPr txBox="1"/>
          <p:nvPr/>
        </p:nvSpPr>
        <p:spPr>
          <a:xfrm>
            <a:off x="6254888" y="5372043"/>
            <a:ext cx="147179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Constitution</a:t>
            </a:r>
          </a:p>
        </p:txBody>
      </p:sp>
      <p:sp>
        <p:nvSpPr>
          <p:cNvPr id="26" name="TextBox 25">
            <a:extLst>
              <a:ext uri="{FF2B5EF4-FFF2-40B4-BE49-F238E27FC236}">
                <a16:creationId xmlns:a16="http://schemas.microsoft.com/office/drawing/2014/main" id="{A5460319-15C3-461C-7BEA-AFDC2F116414}"/>
              </a:ext>
            </a:extLst>
          </p:cNvPr>
          <p:cNvSpPr txBox="1"/>
          <p:nvPr/>
        </p:nvSpPr>
        <p:spPr>
          <a:xfrm>
            <a:off x="9863375" y="5380047"/>
            <a:ext cx="147179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Statute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E1E67A5-1DA4-32EB-1BF5-3A93419B18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D814B2-2B89-24B1-62E3-ACA11ACC2C0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9350C6D-F483-BFEF-5D5C-A701AC74C7D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8CEA2A35-E032-27A6-D1EC-4F549A030CE3}"/>
              </a:ext>
            </a:extLst>
          </p:cNvPr>
          <p:cNvSpPr txBox="1"/>
          <p:nvPr/>
        </p:nvSpPr>
        <p:spPr>
          <a:xfrm>
            <a:off x="392084" y="560536"/>
            <a:ext cx="7170696" cy="409471"/>
          </a:xfrm>
          <a:prstGeom prst="rect">
            <a:avLst/>
          </a:prstGeom>
        </p:spPr>
        <p:txBody>
          <a:bodyPr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Grounds of review </a:t>
            </a:r>
          </a:p>
        </p:txBody>
      </p:sp>
      <p:sp>
        <p:nvSpPr>
          <p:cNvPr id="9" name="TextBox 9">
            <a:extLst>
              <a:ext uri="{FF2B5EF4-FFF2-40B4-BE49-F238E27FC236}">
                <a16:creationId xmlns:a16="http://schemas.microsoft.com/office/drawing/2014/main" id="{7E2F2C25-B2A1-1498-EC3A-36C8E52E5FE3}"/>
              </a:ext>
            </a:extLst>
          </p:cNvPr>
          <p:cNvSpPr txBox="1"/>
          <p:nvPr/>
        </p:nvSpPr>
        <p:spPr>
          <a:xfrm>
            <a:off x="381000" y="1524000"/>
            <a:ext cx="4953000" cy="3618748"/>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1957"/>
              </a:lnSpc>
              <a:spcBef>
                <a:spcPts val="0"/>
              </a:spcBef>
              <a:spcAft>
                <a:spcPts val="12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‘Grounds of review’ so called because they encapsulate the ways in which decision makers might act without lawful authority (or contrary to the terms of their authority)</a:t>
            </a:r>
            <a:b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ts val="1957"/>
              </a:lnSpc>
              <a:spcBef>
                <a:spcPts val="0"/>
              </a:spcBef>
              <a:spcAft>
                <a:spcPts val="12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Common Law grounds of review have now been essentially codified in the ADJR Act. Generally in parallel*.</a:t>
            </a:r>
            <a:b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0" marR="0" lvl="0" indent="0" algn="l" defTabSz="914400" rtl="0" eaLnBrk="1" fontAlgn="auto" latinLnBrk="0" hangingPunct="1">
              <a:lnSpc>
                <a:spcPts val="1957"/>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
            </a:r>
            <a:r>
              <a:rPr kumimoji="0" lang="en-US" sz="1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Note there are two ADJR Act grounds– ‘error of law’ and ‘no evidence’ –that are catchall provisions and are different from common law grounds</a:t>
            </a:r>
          </a:p>
        </p:txBody>
      </p:sp>
      <p:sp>
        <p:nvSpPr>
          <p:cNvPr id="10" name="TextBox 10">
            <a:extLst>
              <a:ext uri="{FF2B5EF4-FFF2-40B4-BE49-F238E27FC236}">
                <a16:creationId xmlns:a16="http://schemas.microsoft.com/office/drawing/2014/main" id="{B3D8FBDF-096E-F5E4-AF7C-BDB092917A9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1026" name="Picture 2" descr="Flashing Wrong Way Sign - Wrong Way Sign - Free Transparent PNG Clipart  Images Download">
            <a:extLst>
              <a:ext uri="{FF2B5EF4-FFF2-40B4-BE49-F238E27FC236}">
                <a16:creationId xmlns:a16="http://schemas.microsoft.com/office/drawing/2014/main" id="{0648D4A4-437F-E802-68A6-89034F8884B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953000" y="1133733"/>
            <a:ext cx="8001000" cy="340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435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1031C80-D9DB-BCA3-D0B7-3BC214F3EB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317E9F0-41A6-9D5C-E3C8-E63DE14BBDD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3E1AE82-174C-6E47-D158-940E768E58E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0CA6D1D6-25B3-32CB-B116-3DF619FAFA42}"/>
              </a:ext>
            </a:extLst>
          </p:cNvPr>
          <p:cNvSpPr txBox="1"/>
          <p:nvPr/>
        </p:nvSpPr>
        <p:spPr>
          <a:xfrm>
            <a:off x="392084" y="560536"/>
            <a:ext cx="7170696" cy="409471"/>
          </a:xfrm>
          <a:prstGeom prst="rect">
            <a:avLst/>
          </a:prstGeom>
        </p:spPr>
        <p:txBody>
          <a:bodyPr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Broad categories of grounds (not fixed) </a:t>
            </a:r>
          </a:p>
        </p:txBody>
      </p:sp>
      <p:sp>
        <p:nvSpPr>
          <p:cNvPr id="10" name="TextBox 10">
            <a:extLst>
              <a:ext uri="{FF2B5EF4-FFF2-40B4-BE49-F238E27FC236}">
                <a16:creationId xmlns:a16="http://schemas.microsoft.com/office/drawing/2014/main" id="{9F08E071-F248-D703-9BE9-8CEF5C0AA39C}"/>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7" name="Content Placeholder 2">
            <a:extLst>
              <a:ext uri="{FF2B5EF4-FFF2-40B4-BE49-F238E27FC236}">
                <a16:creationId xmlns:a16="http://schemas.microsoft.com/office/drawing/2014/main" id="{A2CE85C4-6453-B071-FD6B-4CB885C2DEE7}"/>
              </a:ext>
            </a:extLst>
          </p:cNvPr>
          <p:cNvSpPr txBox="1">
            <a:spLocks/>
          </p:cNvSpPr>
          <p:nvPr/>
        </p:nvSpPr>
        <p:spPr>
          <a:xfrm>
            <a:off x="499533" y="1152940"/>
            <a:ext cx="5181600" cy="5024025"/>
          </a:xfrm>
          <a:prstGeom prst="rect">
            <a:avLst/>
          </a:prstGeom>
        </p:spPr>
        <p:txBody>
          <a:bodyPr vert="horz" lIns="91440" tIns="45720" rIns="91440" bIns="45720" rtlCol="0" anchor="t" anchorCtr="0">
            <a:noAutofit/>
          </a:bodyPr>
          <a:lstStyle>
            <a:lvl1pPr marL="0" indent="0" algn="l" defTabSz="914377" rtl="0" eaLnBrk="1" latinLnBrk="0" hangingPunct="1">
              <a:lnSpc>
                <a:spcPct val="100000"/>
              </a:lnSpc>
              <a:spcBef>
                <a:spcPts val="1000"/>
              </a:spcBef>
              <a:spcAft>
                <a:spcPts val="667"/>
              </a:spcAft>
              <a:buFont typeface="Arial" panose="020B0604020202020204" pitchFamily="34" charset="0"/>
              <a:buNone/>
              <a:defRPr sz="2400" kern="1200" baseline="0">
                <a:solidFill>
                  <a:schemeClr val="tx1"/>
                </a:solidFill>
                <a:latin typeface="+mn-lt"/>
                <a:ea typeface="+mn-ea"/>
                <a:cs typeface="+mn-cs"/>
              </a:defRPr>
            </a:lvl1pPr>
            <a:lvl2pPr marL="237061" indent="-237061" algn="l" defTabSz="914377" rtl="0" eaLnBrk="1" latinLnBrk="0" hangingPunct="1">
              <a:lnSpc>
                <a:spcPct val="100000"/>
              </a:lnSpc>
              <a:spcBef>
                <a:spcPts val="500"/>
              </a:spcBef>
              <a:spcAft>
                <a:spcPts val="267"/>
              </a:spcAft>
              <a:buClr>
                <a:schemeClr val="accent1"/>
              </a:buClr>
              <a:buFont typeface="Wingdings" pitchFamily="2" charset="2"/>
              <a:buChar char="§"/>
              <a:tabLst/>
              <a:defRPr sz="2400" kern="1200">
                <a:solidFill>
                  <a:schemeClr val="tx1"/>
                </a:solidFill>
                <a:latin typeface="+mn-lt"/>
                <a:ea typeface="+mn-ea"/>
                <a:cs typeface="+mn-cs"/>
              </a:defRPr>
            </a:lvl2pPr>
            <a:lvl3pPr marL="474121" indent="-237061" algn="l" defTabSz="914377" rtl="0" eaLnBrk="1" latinLnBrk="0" hangingPunct="1">
              <a:lnSpc>
                <a:spcPct val="90000"/>
              </a:lnSpc>
              <a:spcBef>
                <a:spcPts val="500"/>
              </a:spcBef>
              <a:buClr>
                <a:schemeClr val="tx2"/>
              </a:buClr>
              <a:buFont typeface="Wingdings" pitchFamily="2" charset="2"/>
              <a:buChar char="§"/>
              <a:tabLst/>
              <a:defRPr lang="en-US" sz="1867" kern="1200" baseline="0" dirty="0">
                <a:solidFill>
                  <a:schemeClr val="tx1"/>
                </a:solidFill>
                <a:latin typeface="+mn-lt"/>
                <a:ea typeface="+mn-ea"/>
                <a:cs typeface="+mn-cs"/>
              </a:defRPr>
            </a:lvl3pPr>
            <a:lvl4pPr marL="474121" indent="-237061" algn="l" defTabSz="914377" rtl="0" eaLnBrk="1" latinLnBrk="0" hangingPunct="1">
              <a:lnSpc>
                <a:spcPct val="90000"/>
              </a:lnSpc>
              <a:spcBef>
                <a:spcPts val="500"/>
              </a:spcBef>
              <a:buClr>
                <a:schemeClr val="accent4"/>
              </a:buClr>
              <a:buFont typeface="Wingdings" pitchFamily="2" charset="2"/>
              <a:buChar char="§"/>
              <a:defRPr sz="1800" kern="1200">
                <a:solidFill>
                  <a:schemeClr val="tx1"/>
                </a:solidFill>
                <a:latin typeface="+mn-lt"/>
                <a:ea typeface="+mn-ea"/>
                <a:cs typeface="+mn-cs"/>
              </a:defRPr>
            </a:lvl4pPr>
            <a:lvl5pPr marL="474121" indent="-237061"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endParaRPr kumimoji="0" lang="en-AU" sz="2400" b="0" i="0" u="none" strike="noStrike" kern="1200" cap="none" spc="0" normalizeH="0" baseline="0" noProof="0">
              <a:ln>
                <a:noFill/>
              </a:ln>
              <a:solidFill>
                <a:prstClr val="white"/>
              </a:solidFill>
              <a:effectLst/>
              <a:uLnTx/>
              <a:uFillTx/>
              <a:latin typeface="Arial" panose="020B0604020202020204"/>
              <a:ea typeface="+mn-ea"/>
              <a:cs typeface="+mn-cs"/>
            </a:endParaRP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prstClr val="white"/>
                </a:solidFill>
                <a:effectLst/>
                <a:uLnTx/>
                <a:uFillTx/>
                <a:latin typeface="Arial" panose="020B0604020202020204"/>
                <a:ea typeface="+mn-ea"/>
                <a:cs typeface="+mn-cs"/>
              </a:rPr>
              <a:t>Acting beyond power</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prstClr val="white"/>
                </a:solidFill>
                <a:effectLst/>
                <a:uLnTx/>
                <a:uFillTx/>
                <a:latin typeface="Arial" panose="020B0604020202020204"/>
                <a:ea typeface="+mn-ea"/>
                <a:cs typeface="+mn-cs"/>
              </a:rPr>
              <a:t>Factual errors</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prstClr val="white"/>
                </a:solidFill>
                <a:effectLst/>
                <a:uLnTx/>
                <a:uFillTx/>
                <a:latin typeface="Arial" panose="020B0604020202020204"/>
                <a:ea typeface="+mn-ea"/>
                <a:cs typeface="+mn-cs"/>
              </a:rPr>
              <a:t>Disregard of express procedural requirement</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prstClr val="white"/>
                </a:solidFill>
                <a:effectLst/>
                <a:uLnTx/>
                <a:uFillTx/>
                <a:latin typeface="Arial" panose="020B0604020202020204"/>
                <a:ea typeface="+mn-ea"/>
                <a:cs typeface="+mn-cs"/>
              </a:rPr>
              <a:t>Improper delegation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prstClr val="white"/>
                </a:solidFill>
                <a:effectLst/>
                <a:uLnTx/>
                <a:uFillTx/>
                <a:latin typeface="Arial" panose="020B0604020202020204"/>
                <a:ea typeface="+mn-ea"/>
                <a:cs typeface="+mn-cs"/>
              </a:rPr>
              <a:t>Failure to take account on mandatory considerations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endPar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 name="Content Placeholder 4">
            <a:extLst>
              <a:ext uri="{FF2B5EF4-FFF2-40B4-BE49-F238E27FC236}">
                <a16:creationId xmlns:a16="http://schemas.microsoft.com/office/drawing/2014/main" id="{B6A4A0B9-0CDC-9E8B-D6AF-53F9BE09D044}"/>
              </a:ext>
            </a:extLst>
          </p:cNvPr>
          <p:cNvSpPr txBox="1">
            <a:spLocks/>
          </p:cNvSpPr>
          <p:nvPr/>
        </p:nvSpPr>
        <p:spPr>
          <a:xfrm>
            <a:off x="6307667" y="1586895"/>
            <a:ext cx="5181600" cy="4838096"/>
          </a:xfrm>
          <a:prstGeom prst="rect">
            <a:avLst/>
          </a:prstGeom>
        </p:spPr>
        <p:txBody>
          <a:bodyPr vert="horz" lIns="91440" tIns="45720" rIns="91440" bIns="45720" rtlCol="0" anchor="t" anchorCtr="0">
            <a:noAutofit/>
          </a:bodyPr>
          <a:lstStyle>
            <a:lvl1pPr marL="0" indent="0" algn="l" defTabSz="914377" rtl="0" eaLnBrk="1" latinLnBrk="0" hangingPunct="1">
              <a:lnSpc>
                <a:spcPct val="100000"/>
              </a:lnSpc>
              <a:spcBef>
                <a:spcPts val="1000"/>
              </a:spcBef>
              <a:spcAft>
                <a:spcPts val="667"/>
              </a:spcAft>
              <a:buFont typeface="Arial" panose="020B0604020202020204" pitchFamily="34" charset="0"/>
              <a:buNone/>
              <a:defRPr sz="2400" kern="1200" baseline="0">
                <a:solidFill>
                  <a:schemeClr val="tx1"/>
                </a:solidFill>
                <a:latin typeface="+mn-lt"/>
                <a:ea typeface="+mn-ea"/>
                <a:cs typeface="+mn-cs"/>
              </a:defRPr>
            </a:lvl1pPr>
            <a:lvl2pPr marL="237061" indent="-237061" algn="l" defTabSz="914377" rtl="0" eaLnBrk="1" latinLnBrk="0" hangingPunct="1">
              <a:lnSpc>
                <a:spcPct val="100000"/>
              </a:lnSpc>
              <a:spcBef>
                <a:spcPts val="500"/>
              </a:spcBef>
              <a:spcAft>
                <a:spcPts val="267"/>
              </a:spcAft>
              <a:buClr>
                <a:schemeClr val="accent1"/>
              </a:buClr>
              <a:buFont typeface="Wingdings" pitchFamily="2" charset="2"/>
              <a:buChar char="§"/>
              <a:tabLst/>
              <a:defRPr sz="2400" kern="1200">
                <a:solidFill>
                  <a:schemeClr val="tx1"/>
                </a:solidFill>
                <a:latin typeface="+mn-lt"/>
                <a:ea typeface="+mn-ea"/>
                <a:cs typeface="+mn-cs"/>
              </a:defRPr>
            </a:lvl2pPr>
            <a:lvl3pPr marL="474121" indent="-237061" algn="l" defTabSz="914377" rtl="0" eaLnBrk="1" latinLnBrk="0" hangingPunct="1">
              <a:lnSpc>
                <a:spcPct val="90000"/>
              </a:lnSpc>
              <a:spcBef>
                <a:spcPts val="500"/>
              </a:spcBef>
              <a:buClr>
                <a:schemeClr val="tx2"/>
              </a:buClr>
              <a:buFont typeface="Wingdings" pitchFamily="2" charset="2"/>
              <a:buChar char="§"/>
              <a:tabLst/>
              <a:defRPr lang="en-US" sz="1867" kern="1200" baseline="0" dirty="0">
                <a:solidFill>
                  <a:schemeClr val="tx1"/>
                </a:solidFill>
                <a:latin typeface="+mn-lt"/>
                <a:ea typeface="+mn-ea"/>
                <a:cs typeface="+mn-cs"/>
              </a:defRPr>
            </a:lvl3pPr>
            <a:lvl4pPr marL="474121" indent="-237061" algn="l" defTabSz="914377" rtl="0" eaLnBrk="1" latinLnBrk="0" hangingPunct="1">
              <a:lnSpc>
                <a:spcPct val="90000"/>
              </a:lnSpc>
              <a:spcBef>
                <a:spcPts val="500"/>
              </a:spcBef>
              <a:buClr>
                <a:schemeClr val="accent4"/>
              </a:buClr>
              <a:buFont typeface="Wingdings" pitchFamily="2" charset="2"/>
              <a:buChar char="§"/>
              <a:defRPr sz="1800" kern="1200">
                <a:solidFill>
                  <a:schemeClr val="tx1"/>
                </a:solidFill>
                <a:latin typeface="+mn-lt"/>
                <a:ea typeface="+mn-ea"/>
                <a:cs typeface="+mn-cs"/>
              </a:defRPr>
            </a:lvl4pPr>
            <a:lvl5pPr marL="474121" indent="-237061"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Failure to afford natural justice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Improper purpose</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Fraud/Bad Faith</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Fettering of discretion;</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 Failure to exercise discretion;</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Unreasonableness;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Irrationality</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white"/>
                </a:solidFill>
                <a:effectLst/>
                <a:uLnTx/>
                <a:uFillTx/>
                <a:latin typeface="Arial" panose="020B0604020202020204"/>
                <a:ea typeface="+mn-ea"/>
                <a:cs typeface="+mn-cs"/>
              </a:rPr>
              <a:t>No evidence; </a:t>
            </a:r>
          </a:p>
        </p:txBody>
      </p:sp>
    </p:spTree>
    <p:extLst>
      <p:ext uri="{BB962C8B-B14F-4D97-AF65-F5344CB8AC3E}">
        <p14:creationId xmlns:p14="http://schemas.microsoft.com/office/powerpoint/2010/main" val="1554051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C86DAD5-6CF2-166C-2DE1-6F63847BE9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EF4ECDD-CAF3-6128-C579-F412D6025B6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1F8597F-D49B-4BF3-0932-DF09FD80110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DFBC168-C38E-9D5E-F6E0-9DBEE88DAF69}"/>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ADJR Act (Recall)</a:t>
            </a:r>
          </a:p>
        </p:txBody>
      </p:sp>
      <p:sp>
        <p:nvSpPr>
          <p:cNvPr id="9" name="TextBox 9">
            <a:extLst>
              <a:ext uri="{FF2B5EF4-FFF2-40B4-BE49-F238E27FC236}">
                <a16:creationId xmlns:a16="http://schemas.microsoft.com/office/drawing/2014/main" id="{14F2CA5C-08FD-916E-580B-43DEC664D53A}"/>
              </a:ext>
            </a:extLst>
          </p:cNvPr>
          <p:cNvSpPr txBox="1"/>
          <p:nvPr/>
        </p:nvSpPr>
        <p:spPr>
          <a:xfrm>
            <a:off x="392084" y="1295400"/>
            <a:ext cx="9894916" cy="5352106"/>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5(1) – Grounds: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Breach of rules of natural justice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Required procedures not observed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jurisdiction (jurisdictional error)</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by the enactment</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Improper exercise of power (see further s 5(2))</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Error of law whether or not on the record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Fraud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evidence (see further s 5(3))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    Contrary to law</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There is no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This appears to have been a quirk in the drafting process – it wasn’t removed by an amendment – appears it simply never existed.</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A598FE82-0BBB-E04F-4274-DE5B5A0223D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5122" name="Picture 2" descr="Image result for no i in team">
            <a:extLst>
              <a:ext uri="{FF2B5EF4-FFF2-40B4-BE49-F238E27FC236}">
                <a16:creationId xmlns:a16="http://schemas.microsoft.com/office/drawing/2014/main" id="{27E86F32-A634-7795-8EA6-A7A470E0D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2446" y="1607011"/>
            <a:ext cx="2286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20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5A19D9F-3961-2738-B44F-A608AD0D3892}"/>
            </a:ext>
          </a:extLst>
        </p:cNvPr>
        <p:cNvGrpSpPr/>
        <p:nvPr/>
      </p:nvGrpSpPr>
      <p:grpSpPr>
        <a:xfrm>
          <a:off x="0" y="0"/>
          <a:ext cx="0" cy="0"/>
          <a:chOff x="0" y="0"/>
          <a:chExt cx="0" cy="0"/>
        </a:xfrm>
      </p:grpSpPr>
      <p:sp>
        <p:nvSpPr>
          <p:cNvPr id="7" name="Speech Bubble: Rectangle 6">
            <a:extLst>
              <a:ext uri="{FF2B5EF4-FFF2-40B4-BE49-F238E27FC236}">
                <a16:creationId xmlns:a16="http://schemas.microsoft.com/office/drawing/2014/main" id="{F900376F-7887-5B27-CBD4-F279C665F985}"/>
              </a:ext>
            </a:extLst>
          </p:cNvPr>
          <p:cNvSpPr/>
          <p:nvPr/>
        </p:nvSpPr>
        <p:spPr>
          <a:xfrm>
            <a:off x="7543800" y="1447800"/>
            <a:ext cx="4114800" cy="2133600"/>
          </a:xfrm>
          <a:prstGeom prst="wedgeRect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 name="Group 2">
            <a:extLst>
              <a:ext uri="{FF2B5EF4-FFF2-40B4-BE49-F238E27FC236}">
                <a16:creationId xmlns:a16="http://schemas.microsoft.com/office/drawing/2014/main" id="{B0631079-EFED-8026-DBDB-EB616A99CCA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853C6C7-109E-1A65-C4E2-CD517BFF905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56A0EB1-28A5-6450-B46E-48C7D991C89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ADJR Act (Recall)</a:t>
            </a:r>
          </a:p>
        </p:txBody>
      </p:sp>
      <p:sp>
        <p:nvSpPr>
          <p:cNvPr id="9" name="TextBox 9">
            <a:extLst>
              <a:ext uri="{FF2B5EF4-FFF2-40B4-BE49-F238E27FC236}">
                <a16:creationId xmlns:a16="http://schemas.microsoft.com/office/drawing/2014/main" id="{6E9CE5FD-7314-9FDC-3B68-530E41126A88}"/>
              </a:ext>
            </a:extLst>
          </p:cNvPr>
          <p:cNvSpPr txBox="1"/>
          <p:nvPr/>
        </p:nvSpPr>
        <p:spPr>
          <a:xfrm>
            <a:off x="392084" y="1295400"/>
            <a:ext cx="7685116" cy="4293163"/>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5(2) – Improper exercise of power</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Irrelevant consideration(s)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Failure to take into account relevant consideration(s)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Purpose other than statutory one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Bad faith</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Exercise of personal discretionary power under direction of another</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Failing to take into account merits of particular case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Wednesbury</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unreasonableness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Uncertain result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    “Any other exercise of a power in a way that constitutes abuse of the power”</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CC287E56-BF9F-68CE-521F-5B3A0EF79777}"/>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6" name="TextBox 5">
            <a:extLst>
              <a:ext uri="{FF2B5EF4-FFF2-40B4-BE49-F238E27FC236}">
                <a16:creationId xmlns:a16="http://schemas.microsoft.com/office/drawing/2014/main" id="{A1B6888B-FF18-0C4B-82D0-1C4E0BAC9A0A}"/>
              </a:ext>
            </a:extLst>
          </p:cNvPr>
          <p:cNvSpPr txBox="1"/>
          <p:nvPr/>
        </p:nvSpPr>
        <p:spPr>
          <a:xfrm>
            <a:off x="7658862" y="1650237"/>
            <a:ext cx="3884676"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erriweather" panose="020F0502020204030204" pitchFamily="2" charset="0"/>
                <a:ea typeface="+mn-ea"/>
                <a:cs typeface="+mn-cs"/>
              </a:rPr>
              <a:t>“For instance, on the planet Earth, man had always assumed that he was more intelligent than dolphins because he had achieved so much—the wheel, New York, wars and so on—whilst all the dolphins had ever done was muck about in the water having a good time. But conversely, the dolphins had always believed that they were far more intelligent than man—for precisely the same reasons.”</a:t>
            </a: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2050" name="Picture 2" descr="The Hitchhiker's Guide to the Galaxy | Rotten Tomatoes">
            <a:extLst>
              <a:ext uri="{FF2B5EF4-FFF2-40B4-BE49-F238E27FC236}">
                <a16:creationId xmlns:a16="http://schemas.microsoft.com/office/drawing/2014/main" id="{81691ADF-2C93-B1FC-B0E8-68F730D66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3895467"/>
            <a:ext cx="1496244" cy="224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542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B835892-6C64-25E5-32C0-EFF3C378D4B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72D3B3D-5C68-BFD8-D304-8763407E01E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972ADEC-C69F-F124-A075-DBB82109148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4781035-8757-F689-674F-24FFA19C210C}"/>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ADJR Act</a:t>
            </a:r>
          </a:p>
        </p:txBody>
      </p:sp>
      <p:sp>
        <p:nvSpPr>
          <p:cNvPr id="9" name="TextBox 9">
            <a:extLst>
              <a:ext uri="{FF2B5EF4-FFF2-40B4-BE49-F238E27FC236}">
                <a16:creationId xmlns:a16="http://schemas.microsoft.com/office/drawing/2014/main" id="{7F8C893D-9128-00A5-A63E-1B4E23823209}"/>
              </a:ext>
            </a:extLst>
          </p:cNvPr>
          <p:cNvSpPr txBox="1"/>
          <p:nvPr/>
        </p:nvSpPr>
        <p:spPr>
          <a:xfrm>
            <a:off x="392084" y="1295400"/>
            <a:ext cx="5627716" cy="1309333"/>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5(3) – No Evidence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evidence from which administrator can be reasonably satisfied that ‘particular matter was established’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based on evidence of fact that did not exist</a:t>
            </a:r>
          </a:p>
        </p:txBody>
      </p:sp>
      <p:sp>
        <p:nvSpPr>
          <p:cNvPr id="10" name="TextBox 10">
            <a:extLst>
              <a:ext uri="{FF2B5EF4-FFF2-40B4-BE49-F238E27FC236}">
                <a16:creationId xmlns:a16="http://schemas.microsoft.com/office/drawing/2014/main" id="{4E4FBB60-8276-EA15-9A84-ABD262B3B45D}"/>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unicorn">
            <a:extLst>
              <a:ext uri="{FF2B5EF4-FFF2-40B4-BE49-F238E27FC236}">
                <a16:creationId xmlns:a16="http://schemas.microsoft.com/office/drawing/2014/main" id="{3B25A95E-F1AE-023D-A653-A8967052F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1943970"/>
            <a:ext cx="4408516" cy="3343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196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2F54282-D2DF-4B2F-A5F5-C9A07054D09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688E7A3-9DB0-635D-F35B-D0E2FC9D010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CCA709D-B5EB-3CFB-C3D2-CE1CB7036A2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154FFC2-C7DA-C127-49A2-23F9A7416E7B}"/>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err="1">
                <a:ln>
                  <a:noFill/>
                </a:ln>
                <a:solidFill>
                  <a:srgbClr val="FFFFFF"/>
                </a:solidFill>
                <a:effectLst/>
                <a:uLnTx/>
                <a:uFillTx/>
                <a:latin typeface="Arial Bold"/>
                <a:ea typeface="Arial Bold"/>
                <a:cs typeface="Arial Bold"/>
                <a:sym typeface="Arial Bold"/>
              </a:rPr>
              <a:t>Hedari</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 v Minister for Immigration and Border Protection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[2020] FCA 298</a:t>
            </a:r>
          </a:p>
        </p:txBody>
      </p:sp>
      <p:sp>
        <p:nvSpPr>
          <p:cNvPr id="9" name="TextBox 9">
            <a:extLst>
              <a:ext uri="{FF2B5EF4-FFF2-40B4-BE49-F238E27FC236}">
                <a16:creationId xmlns:a16="http://schemas.microsoft.com/office/drawing/2014/main" id="{5E772C11-265A-E5E2-E730-21BF14E034CC}"/>
              </a:ext>
            </a:extLst>
          </p:cNvPr>
          <p:cNvSpPr txBox="1"/>
          <p:nvPr/>
        </p:nvSpPr>
        <p:spPr>
          <a:xfrm>
            <a:off x="392084" y="1295400"/>
            <a:ext cx="6237316" cy="402450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Hedari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granted a protection visa and citizenship</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Wife and children applied for partner visas (but had used apparently fake documents)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Refused by Minister’s delegate (no compelling circumstances to justify the grant of the visa)</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Family sought review in AAT. AAT supported decision of the Minister on grounds that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Hedari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could  travel to Pakistan. This was incorrect - the Department of Foreign Affairs and Trade advice for the city of Quetta was ‘reconsider your need to travel’. However, for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Balochistan</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(capital of Quetta) was ‘do not travel’.</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Hedari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sought judicial review.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Arguments accepted by the Federal Court that it was not possible to travel to Pakistan. </a:t>
            </a:r>
          </a:p>
        </p:txBody>
      </p:sp>
      <p:sp>
        <p:nvSpPr>
          <p:cNvPr id="10" name="TextBox 10">
            <a:extLst>
              <a:ext uri="{FF2B5EF4-FFF2-40B4-BE49-F238E27FC236}">
                <a16:creationId xmlns:a16="http://schemas.microsoft.com/office/drawing/2014/main" id="{BF03E66A-7D11-0A2C-7DE9-641E29AE49B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Travel smart: tips for Australian travellers">
            <a:extLst>
              <a:ext uri="{FF2B5EF4-FFF2-40B4-BE49-F238E27FC236}">
                <a16:creationId xmlns:a16="http://schemas.microsoft.com/office/drawing/2014/main" id="{F57BF384-9952-DB2A-D83B-77CB96945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336606"/>
            <a:ext cx="4361447" cy="16573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C9837301-B13F-D18D-8759-447E5E0EB2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0777" y="3196829"/>
            <a:ext cx="4361446" cy="21675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undreds arrested over Quetta bomb ...">
            <a:extLst>
              <a:ext uri="{FF2B5EF4-FFF2-40B4-BE49-F238E27FC236}">
                <a16:creationId xmlns:a16="http://schemas.microsoft.com/office/drawing/2014/main" id="{0A69A89F-D5D8-464F-0F54-750CAFBCF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4067" y="5055969"/>
            <a:ext cx="2847975" cy="1600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B4D45DE-0D28-796B-2F30-07D026E724EF}"/>
              </a:ext>
            </a:extLst>
          </p:cNvPr>
          <p:cNvSpPr txBox="1"/>
          <p:nvPr/>
        </p:nvSpPr>
        <p:spPr>
          <a:xfrm>
            <a:off x="7543800" y="6132359"/>
            <a:ext cx="1773879"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Quetta market bombing 2013: Source ABC</a:t>
            </a:r>
            <a:endParaRPr kumimoji="0" lang="en-AU" sz="11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242567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1CA39F9-7651-39BE-5547-9B4D49F635F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BBA110-3313-DC11-6874-F3C10285D4C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86FB08B-8657-4635-3A3B-775AE157EEE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4B37BF1-4A6F-A01E-2D6E-A0CF68B179C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err="1">
                <a:ln>
                  <a:noFill/>
                </a:ln>
                <a:solidFill>
                  <a:srgbClr val="FFFFFF"/>
                </a:solidFill>
                <a:effectLst/>
                <a:uLnTx/>
                <a:uFillTx/>
                <a:latin typeface="Arial Bold"/>
                <a:ea typeface="Arial Bold"/>
                <a:cs typeface="Arial Bold"/>
                <a:sym typeface="Arial Bold"/>
              </a:rPr>
              <a:t>Hedari</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 v Minister for Immigration and Border Protection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[2020] FCA 298</a:t>
            </a:r>
          </a:p>
        </p:txBody>
      </p:sp>
      <p:sp>
        <p:nvSpPr>
          <p:cNvPr id="9" name="TextBox 9">
            <a:extLst>
              <a:ext uri="{FF2B5EF4-FFF2-40B4-BE49-F238E27FC236}">
                <a16:creationId xmlns:a16="http://schemas.microsoft.com/office/drawing/2014/main" id="{ABCDED01-BEFD-75C1-D2B3-B45F34DE905C}"/>
              </a:ext>
            </a:extLst>
          </p:cNvPr>
          <p:cNvSpPr txBox="1"/>
          <p:nvPr/>
        </p:nvSpPr>
        <p:spPr>
          <a:xfrm>
            <a:off x="392084" y="1367011"/>
            <a:ext cx="5938874" cy="2214389"/>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Finding that  the area in question was only subject to a ‘reconsider your travel’ ( as apposed to no travel) was irrational and illogical</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finding was unreasonable</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AAT has failed to perform its task appropriately</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AAT failed to take account of relevant material  - Jurisdictional Error</a:t>
            </a:r>
          </a:p>
        </p:txBody>
      </p:sp>
      <p:sp>
        <p:nvSpPr>
          <p:cNvPr id="10" name="TextBox 10">
            <a:extLst>
              <a:ext uri="{FF2B5EF4-FFF2-40B4-BE49-F238E27FC236}">
                <a16:creationId xmlns:a16="http://schemas.microsoft.com/office/drawing/2014/main" id="{66D451D0-C75E-12FB-B52E-73AA031B04C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Travel smart: tips for Australian travellers">
            <a:extLst>
              <a:ext uri="{FF2B5EF4-FFF2-40B4-BE49-F238E27FC236}">
                <a16:creationId xmlns:a16="http://schemas.microsoft.com/office/drawing/2014/main" id="{0C6F1EDE-F276-3240-B4CF-4BE03CDD5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336606"/>
            <a:ext cx="4361447" cy="16573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727ACCA-BE77-D9D2-3CE9-F4B5FD044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0777" y="3196829"/>
            <a:ext cx="4361446" cy="21675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undreds arrested over Quetta bomb ...">
            <a:extLst>
              <a:ext uri="{FF2B5EF4-FFF2-40B4-BE49-F238E27FC236}">
                <a16:creationId xmlns:a16="http://schemas.microsoft.com/office/drawing/2014/main" id="{E42157B7-BB49-9400-5AEB-DE12D22F42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4067" y="5055969"/>
            <a:ext cx="2847975" cy="1600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2C4C3A4-82C5-0839-A147-788AFC5172DB}"/>
              </a:ext>
            </a:extLst>
          </p:cNvPr>
          <p:cNvSpPr txBox="1"/>
          <p:nvPr/>
        </p:nvSpPr>
        <p:spPr>
          <a:xfrm>
            <a:off x="7543800" y="6132359"/>
            <a:ext cx="1773879"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Quetta market bombing 2013: Source ABC</a:t>
            </a:r>
            <a:endParaRPr kumimoji="0" lang="en-AU" sz="11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10425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588464A-262C-9B0F-861D-8AC6C5E2B6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F223104-CA0A-EB87-7A1E-AA89BA72BC3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41FE820-38F9-72E2-C6CB-7CCC958D307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935730D1-3A4D-C033-026A-20EF074EFF42}"/>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Multiple grounds – BAK18 v Minister for Home Affairs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(2020) 274 FCR 268</a:t>
            </a:r>
          </a:p>
        </p:txBody>
      </p:sp>
      <p:sp>
        <p:nvSpPr>
          <p:cNvPr id="9" name="TextBox 9">
            <a:extLst>
              <a:ext uri="{FF2B5EF4-FFF2-40B4-BE49-F238E27FC236}">
                <a16:creationId xmlns:a16="http://schemas.microsoft.com/office/drawing/2014/main" id="{DA78A73C-7407-3C70-F033-1BA1151A388D}"/>
              </a:ext>
            </a:extLst>
          </p:cNvPr>
          <p:cNvSpPr txBox="1"/>
          <p:nvPr/>
        </p:nvSpPr>
        <p:spPr>
          <a:xfrm>
            <a:off x="392084" y="1295400"/>
            <a:ext cx="6008716" cy="427488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Common law grounds (only one successful ground required)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BAK18 wife and children, Tamils, sought protection visas, for fear of persecution in Sri Lanka</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Minister refused, reviewed by Immigration Assessment Authority (IAA), affirmed refusal.</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Grounds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IAA had refused to consider new evidence (captaincy of a Tamil cricket team which suggested was Tamil) failed on ground of materiality;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Secretary failed to provide material to IAA re: mother and brother and the basis on which they had been granted protection visas (similar situation). Successful and this was a jurisdictional error; and n</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ot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providing material was unreasonable. This argument was not considered.</a:t>
            </a:r>
          </a:p>
        </p:txBody>
      </p:sp>
      <p:sp>
        <p:nvSpPr>
          <p:cNvPr id="10" name="TextBox 10">
            <a:extLst>
              <a:ext uri="{FF2B5EF4-FFF2-40B4-BE49-F238E27FC236}">
                <a16:creationId xmlns:a16="http://schemas.microsoft.com/office/drawing/2014/main" id="{2F10F06C-7421-DED6-5322-471F365EB53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958175D2-FCAC-4D8C-7FC4-92C8E3254997}"/>
              </a:ext>
            </a:extLst>
          </p:cNvPr>
          <p:cNvPicPr>
            <a:picLocks noChangeAspect="1"/>
          </p:cNvPicPr>
          <p:nvPr/>
        </p:nvPicPr>
        <p:blipFill>
          <a:blip r:embed="rId2"/>
          <a:srcRect l="25000" t="12222" r="24306" b="8173"/>
          <a:stretch/>
        </p:blipFill>
        <p:spPr>
          <a:xfrm>
            <a:off x="7162800" y="1295400"/>
            <a:ext cx="4165038" cy="4087664"/>
          </a:xfrm>
          <a:prstGeom prst="rect">
            <a:avLst/>
          </a:prstGeom>
        </p:spPr>
      </p:pic>
    </p:spTree>
    <p:extLst>
      <p:ext uri="{BB962C8B-B14F-4D97-AF65-F5344CB8AC3E}">
        <p14:creationId xmlns:p14="http://schemas.microsoft.com/office/powerpoint/2010/main" val="4157581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3449713-DEA0-26E0-D016-CC518E8731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471D57-EC6C-1D6B-4A12-49DA9528B2A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857D4B93-AF08-89A3-3013-1574C3B834C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CC21E76-995C-18F5-E010-CC7CF8BAA17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Acting beyond power ( misconceiving the scope of the power) </a:t>
            </a:r>
          </a:p>
        </p:txBody>
      </p:sp>
      <p:sp>
        <p:nvSpPr>
          <p:cNvPr id="9" name="TextBox 9">
            <a:extLst>
              <a:ext uri="{FF2B5EF4-FFF2-40B4-BE49-F238E27FC236}">
                <a16:creationId xmlns:a16="http://schemas.microsoft.com/office/drawing/2014/main" id="{30123847-FCA8-EAD1-D2F9-B77EA9961602}"/>
              </a:ext>
            </a:extLst>
          </p:cNvPr>
          <p:cNvSpPr txBox="1"/>
          <p:nvPr/>
        </p:nvSpPr>
        <p:spPr>
          <a:xfrm>
            <a:off x="392084" y="1295400"/>
            <a:ext cx="6542116" cy="4314001"/>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basic principle that all government action must be sourced in law applies to administrative acts as well as the making of delegated legislation. Both common law and ADJR Act ground, s 5(1)(d) – ‘that the decision was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by the enactment in pursuance of which it was purported to be made’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Entick v Carrington</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(1765) 19 St Tr 1030 Secretary of State issued search warrant for seditious material against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Entick. Sued for trespass and won. All government action must be sourced in law; especially if it affects rights such as private property. Lord Camden CJ: rights preserved unless taken away ‘by some public law for the good of the whole’ in this case no such law existed.</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 v Hayden (No 2)</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(1984) 156 CLR 532 ASIS officers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to commit criminal offences, without express statutory exemption from prosecution. Crown in the past had ‘dispensing power’ but HCA said its danger had been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recognised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it had been fully abolished by 1689 Bill of Rights.</a:t>
            </a:r>
          </a:p>
        </p:txBody>
      </p:sp>
      <p:sp>
        <p:nvSpPr>
          <p:cNvPr id="10" name="TextBox 10">
            <a:extLst>
              <a:ext uri="{FF2B5EF4-FFF2-40B4-BE49-F238E27FC236}">
                <a16:creationId xmlns:a16="http://schemas.microsoft.com/office/drawing/2014/main" id="{5DA52D5F-7FA8-08A4-C791-6255975E277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6" descr="create an image of john enticks house being searched">
            <a:extLst>
              <a:ext uri="{FF2B5EF4-FFF2-40B4-BE49-F238E27FC236}">
                <a16:creationId xmlns:a16="http://schemas.microsoft.com/office/drawing/2014/main" id="{CA9967B8-902D-85A1-F985-0122723AA3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511" b="24711"/>
          <a:stretch/>
        </p:blipFill>
        <p:spPr bwMode="auto">
          <a:xfrm>
            <a:off x="7924800" y="1307592"/>
            <a:ext cx="2917512" cy="2528510"/>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a:extLst>
              <a:ext uri="{FF2B5EF4-FFF2-40B4-BE49-F238E27FC236}">
                <a16:creationId xmlns:a16="http://schemas.microsoft.com/office/drawing/2014/main" id="{C804F3B1-953D-E1E2-AFC8-BA41AA698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4386" y="4173687"/>
            <a:ext cx="2917513" cy="1339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076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351F-3842-501F-E1B4-EF422BBAF950}"/>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3AE13EC2-B2B1-960D-02BD-6CC00ECCC3D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3B734F78-0B22-B501-A4A5-FF73436120A2}"/>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4.	What is a procedural error?</a:t>
            </a:r>
          </a:p>
          <a:p>
            <a:pPr>
              <a:spcBef>
                <a:spcPts val="800"/>
              </a:spcBef>
              <a:buSzPct val="100000"/>
              <a:defRPr/>
            </a:pPr>
            <a:r>
              <a:rPr lang="en-US" altLang="en-US" sz="1867" dirty="0">
                <a:latin typeface="+mn-lt"/>
              </a:rPr>
              <a:t>a.	Consider (once more) </a:t>
            </a:r>
            <a:r>
              <a:rPr lang="en-US" altLang="en-US" sz="1867" i="1" dirty="0">
                <a:latin typeface="+mn-lt"/>
              </a:rPr>
              <a:t>Project Blue Sky v ABA </a:t>
            </a:r>
            <a:r>
              <a:rPr lang="en-US" altLang="en-US" sz="1867" dirty="0">
                <a:latin typeface="+mn-lt"/>
              </a:rPr>
              <a:t>(1998) 194 CLR 355</a:t>
            </a:r>
          </a:p>
          <a:p>
            <a:pPr>
              <a:spcBef>
                <a:spcPts val="800"/>
              </a:spcBef>
              <a:buSzPct val="100000"/>
              <a:defRPr/>
            </a:pPr>
            <a:r>
              <a:rPr lang="en-US" altLang="en-US" sz="1867" dirty="0" err="1">
                <a:latin typeface="+mn-lt"/>
              </a:rPr>
              <a:t>i</a:t>
            </a:r>
            <a:r>
              <a:rPr lang="en-US" altLang="en-US" sz="1867" dirty="0">
                <a:latin typeface="+mn-lt"/>
              </a:rPr>
              <a:t>.	What were the facts?</a:t>
            </a:r>
          </a:p>
          <a:p>
            <a:pPr>
              <a:spcBef>
                <a:spcPts val="800"/>
              </a:spcBef>
              <a:buSzPct val="100000"/>
              <a:defRPr/>
            </a:pPr>
            <a:r>
              <a:rPr lang="en-US" altLang="en-US" sz="1867" dirty="0">
                <a:latin typeface="+mn-lt"/>
              </a:rPr>
              <a:t>ii.	What was the outcome?</a:t>
            </a:r>
          </a:p>
          <a:p>
            <a:pPr>
              <a:spcBef>
                <a:spcPts val="800"/>
              </a:spcBef>
              <a:buSzPct val="100000"/>
              <a:defRPr/>
            </a:pPr>
            <a:r>
              <a:rPr lang="en-US" altLang="en-US" sz="1867" dirty="0">
                <a:latin typeface="+mn-lt"/>
              </a:rPr>
              <a:t>iii.	How does one determine whether a procedural error leads to an invalid decision?</a:t>
            </a:r>
          </a:p>
          <a:p>
            <a:pPr>
              <a:spcBef>
                <a:spcPts val="800"/>
              </a:spcBef>
              <a:buSzPct val="100000"/>
              <a:defRPr/>
            </a:pPr>
            <a:r>
              <a:rPr lang="en-US" altLang="en-US" sz="1867" dirty="0">
                <a:latin typeface="+mn-lt"/>
              </a:rPr>
              <a:t>5.	What is delegation? </a:t>
            </a:r>
          </a:p>
          <a:p>
            <a:pPr>
              <a:spcBef>
                <a:spcPts val="800"/>
              </a:spcBef>
              <a:buSzPct val="100000"/>
              <a:defRPr/>
            </a:pPr>
            <a:r>
              <a:rPr lang="en-US" altLang="en-US" sz="1867" dirty="0">
                <a:latin typeface="+mn-lt"/>
              </a:rPr>
              <a:t>a.	What is the common law assumption? maxim </a:t>
            </a:r>
            <a:r>
              <a:rPr lang="it-IT" altLang="en-US" sz="1867" dirty="0">
                <a:latin typeface="+mn-lt"/>
              </a:rPr>
              <a:t>delegatus non potest delegare (“a delegate cannot 	delegate”) </a:t>
            </a:r>
            <a:endParaRPr lang="en-US" altLang="en-US" sz="1867" dirty="0">
              <a:latin typeface="+mn-lt"/>
            </a:endParaRPr>
          </a:p>
          <a:p>
            <a:pPr>
              <a:spcBef>
                <a:spcPts val="800"/>
              </a:spcBef>
              <a:buSzPct val="100000"/>
              <a:defRPr/>
            </a:pPr>
            <a:r>
              <a:rPr lang="en-US" altLang="en-US" sz="1867" dirty="0">
                <a:latin typeface="+mn-lt"/>
              </a:rPr>
              <a:t>b.	What kind of statutory interpretation principles should guide this process?</a:t>
            </a: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8082C36C-ECB7-B2EB-1ECD-5BE961BE97A7}"/>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1516520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CDB82-A454-4826-45DA-B61B6BA9EDFC}"/>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7283A3F2-13E2-D81A-1F8C-BB4A9212627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BCD1EBA2-5AFE-DA7D-2470-2A4CA7ACB726}"/>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c.	</a:t>
            </a:r>
            <a:r>
              <a:rPr lang="en-US" altLang="en-US" sz="1867" i="1" dirty="0">
                <a:latin typeface="+mn-lt"/>
              </a:rPr>
              <a:t>Consider Ex </a:t>
            </a:r>
            <a:r>
              <a:rPr lang="en-US" altLang="en-US" sz="1867" i="1" dirty="0" err="1">
                <a:latin typeface="+mn-lt"/>
              </a:rPr>
              <a:t>parte</a:t>
            </a:r>
            <a:r>
              <a:rPr lang="en-US" altLang="en-US" sz="1867" i="1" dirty="0">
                <a:latin typeface="+mn-lt"/>
              </a:rPr>
              <a:t> Forster, Re University of Sydney</a:t>
            </a:r>
            <a:r>
              <a:rPr lang="en-US" altLang="en-US" sz="1867" dirty="0">
                <a:latin typeface="+mn-lt"/>
              </a:rPr>
              <a:t> [1963] SR 723</a:t>
            </a:r>
          </a:p>
          <a:p>
            <a:pPr>
              <a:spcBef>
                <a:spcPts val="800"/>
              </a:spcBef>
              <a:buSzPct val="100000"/>
              <a:defRPr/>
            </a:pPr>
            <a:r>
              <a:rPr lang="en-US" altLang="en-US" sz="1867" dirty="0" err="1">
                <a:latin typeface="+mn-lt"/>
              </a:rPr>
              <a:t>i</a:t>
            </a:r>
            <a:r>
              <a:rPr lang="en-US" altLang="en-US" sz="1867" dirty="0">
                <a:latin typeface="+mn-lt"/>
              </a:rPr>
              <a:t>.	What was at issue?</a:t>
            </a:r>
          </a:p>
          <a:p>
            <a:pPr>
              <a:spcBef>
                <a:spcPts val="800"/>
              </a:spcBef>
              <a:buSzPct val="100000"/>
              <a:defRPr/>
            </a:pPr>
            <a:r>
              <a:rPr lang="en-US" altLang="en-US" sz="1867" dirty="0">
                <a:latin typeface="+mn-lt"/>
              </a:rPr>
              <a:t>ii.	What was held?</a:t>
            </a:r>
          </a:p>
          <a:p>
            <a:pPr>
              <a:spcBef>
                <a:spcPts val="800"/>
              </a:spcBef>
              <a:buSzPct val="100000"/>
              <a:defRPr/>
            </a:pPr>
            <a:r>
              <a:rPr lang="en-US" altLang="en-US" sz="1867" dirty="0">
                <a:latin typeface="+mn-lt"/>
              </a:rPr>
              <a:t>iii.	Compare this with </a:t>
            </a:r>
            <a:r>
              <a:rPr lang="en-US" altLang="en-US" sz="1867" i="1" dirty="0">
                <a:latin typeface="+mn-lt"/>
              </a:rPr>
              <a:t>Griffith University v Tang</a:t>
            </a:r>
            <a:r>
              <a:rPr lang="en-US" altLang="en-US" sz="1867" dirty="0">
                <a:latin typeface="+mn-lt"/>
              </a:rPr>
              <a:t> 221 CLR 99</a:t>
            </a:r>
          </a:p>
          <a:p>
            <a:pPr>
              <a:spcBef>
                <a:spcPts val="800"/>
              </a:spcBef>
              <a:buSzPct val="100000"/>
              <a:defRPr/>
            </a:pPr>
            <a:r>
              <a:rPr lang="en-US" altLang="en-US" sz="1867" dirty="0">
                <a:latin typeface="+mn-lt"/>
              </a:rPr>
              <a:t>d.	What is the agency/alter ego principle?</a:t>
            </a:r>
          </a:p>
          <a:p>
            <a:pPr>
              <a:spcBef>
                <a:spcPts val="800"/>
              </a:spcBef>
              <a:buSzPct val="100000"/>
              <a:defRPr/>
            </a:pPr>
            <a:r>
              <a:rPr lang="en-US" altLang="en-US" sz="1867" dirty="0" err="1">
                <a:latin typeface="+mn-lt"/>
              </a:rPr>
              <a:t>i</a:t>
            </a:r>
            <a:r>
              <a:rPr lang="en-US" altLang="en-US" sz="1867" dirty="0">
                <a:latin typeface="+mn-lt"/>
              </a:rPr>
              <a:t>.	Consider </a:t>
            </a:r>
            <a:r>
              <a:rPr lang="en-US" altLang="en-US" sz="1867" i="1" dirty="0" err="1">
                <a:latin typeface="+mn-lt"/>
              </a:rPr>
              <a:t>Carltona</a:t>
            </a:r>
            <a:r>
              <a:rPr lang="en-US" altLang="en-US" sz="1867" i="1" dirty="0">
                <a:latin typeface="+mn-lt"/>
              </a:rPr>
              <a:t> v Commissioners of Works </a:t>
            </a:r>
            <a:r>
              <a:rPr lang="en-US" altLang="en-US" sz="1867" dirty="0">
                <a:latin typeface="+mn-lt"/>
              </a:rPr>
              <a:t>[1943] 2 All ER 560</a:t>
            </a:r>
          </a:p>
          <a:p>
            <a:pPr>
              <a:spcBef>
                <a:spcPts val="800"/>
              </a:spcBef>
              <a:buSzPct val="100000"/>
              <a:defRPr/>
            </a:pPr>
            <a:r>
              <a:rPr lang="en-US" altLang="en-US" sz="1867" dirty="0">
                <a:latin typeface="+mn-lt"/>
              </a:rPr>
              <a:t>1.	What were the facts?</a:t>
            </a:r>
          </a:p>
          <a:p>
            <a:pPr>
              <a:spcBef>
                <a:spcPts val="800"/>
              </a:spcBef>
              <a:buSzPct val="100000"/>
              <a:defRPr/>
            </a:pPr>
            <a:r>
              <a:rPr lang="en-US" altLang="en-US" sz="1867" dirty="0">
                <a:latin typeface="+mn-lt"/>
              </a:rPr>
              <a:t>2.	What was held?</a:t>
            </a:r>
          </a:p>
          <a:p>
            <a:pPr>
              <a:spcBef>
                <a:spcPts val="800"/>
              </a:spcBef>
              <a:buSzPct val="100000"/>
              <a:defRPr/>
            </a:pPr>
            <a:r>
              <a:rPr lang="en-US" altLang="en-US" sz="1867" dirty="0">
                <a:latin typeface="+mn-lt"/>
              </a:rPr>
              <a:t>3.	Compare this with other cases</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077A4A55-EA55-1F42-887D-C497086A45AD}"/>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308333837"/>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FD4257E-EAA9-4665-D50C-119F7511D61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347091-1FD4-4769-F102-C37AA470589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B71C149-3DC3-217F-9380-370E361E189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8F3491E-A80A-6F34-E8A7-C1CEE2BA54EA}"/>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Procedural requirements</a:t>
            </a:r>
          </a:p>
        </p:txBody>
      </p:sp>
      <p:sp>
        <p:nvSpPr>
          <p:cNvPr id="9" name="TextBox 9">
            <a:extLst>
              <a:ext uri="{FF2B5EF4-FFF2-40B4-BE49-F238E27FC236}">
                <a16:creationId xmlns:a16="http://schemas.microsoft.com/office/drawing/2014/main" id="{B00BA5EE-93A6-8BDB-4A52-F204BDA7DCCD}"/>
              </a:ext>
            </a:extLst>
          </p:cNvPr>
          <p:cNvSpPr txBox="1"/>
          <p:nvPr/>
        </p:nvSpPr>
        <p:spPr>
          <a:xfrm>
            <a:off x="392084" y="1524000"/>
            <a:ext cx="7456516" cy="3774110"/>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Project Bluesky (again)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Facts: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Australian Broadcasting Authority (ABA)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required to make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program standards re: Australian content (s.122 Broadcasting Services Act 1992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s160 Act – ABA to perform functions in manner consistent with (d) Australia’s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intl</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obligations (conventions or agreements with other countries)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ABA - content standard requiring TV networks to have Aust content of 50-55%</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Project Blue Sky company (NZ) made shows including ‘Xena Warrior Princess’ (pictured): ABA’s content standard inconsistent with protocol made under a trade agreement (‘no less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favourable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treatment provision)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Q: was failure to follow s160(d) a procedural requirement, breach of which would lead to invalidity of the content standard made under s.122?</a:t>
            </a:r>
          </a:p>
        </p:txBody>
      </p:sp>
      <p:sp>
        <p:nvSpPr>
          <p:cNvPr id="10" name="TextBox 10">
            <a:extLst>
              <a:ext uri="{FF2B5EF4-FFF2-40B4-BE49-F238E27FC236}">
                <a16:creationId xmlns:a16="http://schemas.microsoft.com/office/drawing/2014/main" id="{3BA4EE95-AE8E-9270-CFB5-B2AB18BB5D42}"/>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B456B67D-A572-71E3-031B-5BAA753DFB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0200" y="3736732"/>
            <a:ext cx="2110923" cy="1592544"/>
          </a:xfrm>
          <a:prstGeom prst="rect">
            <a:avLst/>
          </a:prstGeom>
        </p:spPr>
      </p:pic>
      <p:pic>
        <p:nvPicPr>
          <p:cNvPr id="6" name="Picture 5">
            <a:extLst>
              <a:ext uri="{FF2B5EF4-FFF2-40B4-BE49-F238E27FC236}">
                <a16:creationId xmlns:a16="http://schemas.microsoft.com/office/drawing/2014/main" id="{7BADA77C-BED1-E8BC-9DB1-8DA7F1E7F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9895" y="1751822"/>
            <a:ext cx="2333048" cy="1656185"/>
          </a:xfrm>
          <a:prstGeom prst="rect">
            <a:avLst/>
          </a:prstGeom>
        </p:spPr>
      </p:pic>
    </p:spTree>
    <p:extLst>
      <p:ext uri="{BB962C8B-B14F-4D97-AF65-F5344CB8AC3E}">
        <p14:creationId xmlns:p14="http://schemas.microsoft.com/office/powerpoint/2010/main" val="3406341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0D792E7-1DAB-2068-DC58-92CAE32D1C4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7EAC5C9-3BB4-E6B4-9D14-DD2E53AF435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ACBEDFC-5D50-A8CF-0C59-366BC619654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D81008F-F27E-EBE2-F6A7-1B18F07A9017}"/>
              </a:ext>
            </a:extLst>
          </p:cNvPr>
          <p:cNvSpPr txBox="1"/>
          <p:nvPr/>
        </p:nvSpPr>
        <p:spPr>
          <a:xfrm>
            <a:off x="392084" y="560536"/>
            <a:ext cx="111903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Procedural Ultra Vires – </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Project Blue Sky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 McHugh, Gummow, Kirby and Hayne J</a:t>
            </a:r>
          </a:p>
        </p:txBody>
      </p:sp>
      <p:sp>
        <p:nvSpPr>
          <p:cNvPr id="9" name="TextBox 9">
            <a:extLst>
              <a:ext uri="{FF2B5EF4-FFF2-40B4-BE49-F238E27FC236}">
                <a16:creationId xmlns:a16="http://schemas.microsoft.com/office/drawing/2014/main" id="{A88C38F5-22C7-0DAD-B06F-CA8CDEAA2A30}"/>
              </a:ext>
            </a:extLst>
          </p:cNvPr>
          <p:cNvSpPr txBox="1"/>
          <p:nvPr/>
        </p:nvSpPr>
        <p:spPr>
          <a:xfrm>
            <a:off x="392084" y="1524000"/>
            <a:ext cx="9894916" cy="4473661"/>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HCA held (per McHugh, Gummow, Kirby and Hayne JJ):</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 act done in breach of a condition regulating the exercise of a statutory power is not 	necessarily invalid and of no effect.’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Criticised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traditional mandatory/directory distinction…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Instead, should look to parliamentary intention: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Language of the statute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(ii) Subject matter and objects of statute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(iii) Consequences to the parties of a finding that actions done in breach of the condition are void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NB ‘no decisive rule’ – ‘contestable judgment’. In this case, s 160 directed to policy guidance for ABA – impossible in practice to have regard to 900+ treaties to which Australia is party – much inconvenience if many acts of ABA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grants of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licences</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were invalidated – court found no Parl. intention that breach should lead to invalidity. Still, foreign producers could sue </a:t>
            </a:r>
            <a:b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for breach of s 160, and effect was threat to local content.</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NB Brennan CJ dissented, holding Standard invalid</a:t>
            </a:r>
          </a:p>
        </p:txBody>
      </p:sp>
      <p:sp>
        <p:nvSpPr>
          <p:cNvPr id="10" name="TextBox 10">
            <a:extLst>
              <a:ext uri="{FF2B5EF4-FFF2-40B4-BE49-F238E27FC236}">
                <a16:creationId xmlns:a16="http://schemas.microsoft.com/office/drawing/2014/main" id="{DA140951-B072-9EC3-BFDE-77018CADCA3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1802688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8E8FBD2-924D-4E98-A195-098B23957B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26289D-ABAE-0986-E813-E269908EB92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C5AA4E6-061C-BE2E-3E94-541128ABFDF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A0A2802-2FD3-46F4-2175-DD70FFF643A2}"/>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Aftermath of Project Blue Sky Decision</a:t>
            </a:r>
          </a:p>
        </p:txBody>
      </p:sp>
      <p:sp>
        <p:nvSpPr>
          <p:cNvPr id="9" name="TextBox 9">
            <a:extLst>
              <a:ext uri="{FF2B5EF4-FFF2-40B4-BE49-F238E27FC236}">
                <a16:creationId xmlns:a16="http://schemas.microsoft.com/office/drawing/2014/main" id="{F7921C0F-ADEE-8C8B-E387-4FD1AEC3DDD0}"/>
              </a:ext>
            </a:extLst>
          </p:cNvPr>
          <p:cNvSpPr txBox="1"/>
          <p:nvPr/>
        </p:nvSpPr>
        <p:spPr>
          <a:xfrm>
            <a:off x="392084" y="1524000"/>
            <a:ext cx="7151716" cy="5122556"/>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Letter from Australian actors to John Howard: http://www.independent.co.uk/news/neighbours-fall-out-down-under-over-kiwi-tv-invasion-1168190.html</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Parliament Inquiry – Government responded by limiting application of PBS ruling to NZ only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This is still the case: See Australian Content Standard: https://www.legislation.gov.au/Details/F2016L00392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…which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recognises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NZ programs in s 5(3):</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‘While Australian culture and New Zealand culture are different from each other, in order to be consistent with the Protocol on Trade in Services to the Australia New Zealand Closer Economic Relations Trade Agreement, this standard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recognises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New Zealand programs and Australia/New Zealand programs equally with Australian programs for the purposes of compliance with this standard’.</a:t>
            </a:r>
          </a:p>
        </p:txBody>
      </p:sp>
      <p:sp>
        <p:nvSpPr>
          <p:cNvPr id="10" name="TextBox 10">
            <a:extLst>
              <a:ext uri="{FF2B5EF4-FFF2-40B4-BE49-F238E27FC236}">
                <a16:creationId xmlns:a16="http://schemas.microsoft.com/office/drawing/2014/main" id="{DCF8512C-2D4E-F50E-3394-113CE9BFD942}"/>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8" name="Picture 7">
            <a:extLst>
              <a:ext uri="{FF2B5EF4-FFF2-40B4-BE49-F238E27FC236}">
                <a16:creationId xmlns:a16="http://schemas.microsoft.com/office/drawing/2014/main" id="{41435CEB-C849-2356-BFEB-5219955DF414}"/>
              </a:ext>
            </a:extLst>
          </p:cNvPr>
          <p:cNvPicPr>
            <a:picLocks noChangeAspect="1"/>
          </p:cNvPicPr>
          <p:nvPr/>
        </p:nvPicPr>
        <p:blipFill>
          <a:blip r:embed="rId2"/>
          <a:srcRect l="10417" t="27778" r="11806" b="41111"/>
          <a:stretch/>
        </p:blipFill>
        <p:spPr>
          <a:xfrm>
            <a:off x="7627204" y="1543204"/>
            <a:ext cx="4191000" cy="1047750"/>
          </a:xfrm>
          <a:prstGeom prst="rect">
            <a:avLst/>
          </a:prstGeom>
        </p:spPr>
      </p:pic>
      <p:pic>
        <p:nvPicPr>
          <p:cNvPr id="11266" name="Picture 2" descr="Trump's 100% tariffs on foreign movies ...">
            <a:extLst>
              <a:ext uri="{FF2B5EF4-FFF2-40B4-BE49-F238E27FC236}">
                <a16:creationId xmlns:a16="http://schemas.microsoft.com/office/drawing/2014/main" id="{26FB98FF-BD3D-5E84-AA2A-1A4EB0BA9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3466947"/>
            <a:ext cx="2847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038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CD08B15-588D-1E3A-9B25-EE87CD90BD7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AD44BB-C685-6295-0A9D-9C178882DFB7}"/>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490F799-4304-6A1B-F1C9-4C133F681D9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A212D084-7876-145B-1E19-B326232406E6}"/>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Application of PBS Decision – Migration Cases</a:t>
            </a:r>
          </a:p>
        </p:txBody>
      </p:sp>
      <p:sp>
        <p:nvSpPr>
          <p:cNvPr id="9" name="TextBox 9">
            <a:extLst>
              <a:ext uri="{FF2B5EF4-FFF2-40B4-BE49-F238E27FC236}">
                <a16:creationId xmlns:a16="http://schemas.microsoft.com/office/drawing/2014/main" id="{A9ED866E-F82A-6ABE-C062-5348E8565E30}"/>
              </a:ext>
            </a:extLst>
          </p:cNvPr>
          <p:cNvSpPr txBox="1"/>
          <p:nvPr/>
        </p:nvSpPr>
        <p:spPr>
          <a:xfrm>
            <a:off x="392084" y="1524000"/>
            <a:ext cx="9894916" cy="392799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SAAP v Minister Immigration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(2005) HCA 24</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424A Migration Act – information used to reach decision must be provided to applicant in writing </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Refugee Review Tribunal – gave oral comment rather than written comment on evidence used</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HCA held – breach of s 424A, given importance of s 424A obligation in scheme of Act this constitutes an invalid  decision (see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Hayne J – mandatory language used by Parliament, ‘must’, plus context)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Minister Immigration v SZIZO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(2009) HCA 37</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441G Migration Act –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recipient to receive docs </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HCA held: Here failure to notify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recipient did not lead to unfairness or denial of natural justice as the applicant attended hearing and make submissions after; decision still valid. The notification was not important in itself but only to ensure that these things took place.</a:t>
            </a:r>
          </a:p>
        </p:txBody>
      </p:sp>
      <p:sp>
        <p:nvSpPr>
          <p:cNvPr id="10" name="TextBox 10">
            <a:extLst>
              <a:ext uri="{FF2B5EF4-FFF2-40B4-BE49-F238E27FC236}">
                <a16:creationId xmlns:a16="http://schemas.microsoft.com/office/drawing/2014/main" id="{8F12F532-EC8E-AD02-2737-167BF69F7F3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602493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1E8D7BA7-B09F-ECB6-6713-538344E20A4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461264-B6CC-B376-B12B-C0E0FD24D28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601567E-8E4C-168F-15B8-C220DB7F639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3D4CC8F0-451D-959C-83B9-D0B402EDE196}"/>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Improper Delegation – agency/alter ego</a:t>
            </a:r>
          </a:p>
        </p:txBody>
      </p:sp>
      <p:sp>
        <p:nvSpPr>
          <p:cNvPr id="9" name="TextBox 9">
            <a:extLst>
              <a:ext uri="{FF2B5EF4-FFF2-40B4-BE49-F238E27FC236}">
                <a16:creationId xmlns:a16="http://schemas.microsoft.com/office/drawing/2014/main" id="{A723459F-795A-31E6-06EB-1FE0C92E5E86}"/>
              </a:ext>
            </a:extLst>
          </p:cNvPr>
          <p:cNvSpPr txBox="1"/>
          <p:nvPr/>
        </p:nvSpPr>
        <p:spPr>
          <a:xfrm>
            <a:off x="392084" y="1524000"/>
            <a:ext cx="8980516" cy="2618666"/>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Agency/alter ego principle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Common law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recognises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that in certain cases, agents can act in name of principal</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Difference between delegation and agency: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Delegation: person (delegate) acts in their own name (see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 Reference under s 11 Ombudsman Act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for example of delegate failing to act (sign) in own name as required by statute;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Agency/alter ego principle: junior  person acts in name of the superior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‘Mary Jones, on behalf of the Minister’ – see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O’Reilly case discussed below) </a:t>
            </a:r>
          </a:p>
        </p:txBody>
      </p:sp>
      <p:sp>
        <p:nvSpPr>
          <p:cNvPr id="10" name="TextBox 10">
            <a:extLst>
              <a:ext uri="{FF2B5EF4-FFF2-40B4-BE49-F238E27FC236}">
                <a16:creationId xmlns:a16="http://schemas.microsoft.com/office/drawing/2014/main" id="{8AA8A27C-67F9-F978-4B8C-3E5DE704270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2050" name="Picture 2" descr="Image result for in the name o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20426" y="1690688"/>
            <a:ext cx="2471575" cy="4337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609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95CFEDE-AC79-CA14-8B35-F81B3CEAC9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0D798F4-2C6F-7F0C-828D-619911EFEEE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D70033F-1797-4939-C684-9AD95CBC1DC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5E891D7D-4480-FF44-9753-9399B9DCACD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Improper Delegation – agency/alter ego</a:t>
            </a:r>
          </a:p>
        </p:txBody>
      </p:sp>
      <p:sp>
        <p:nvSpPr>
          <p:cNvPr id="9" name="TextBox 9">
            <a:extLst>
              <a:ext uri="{FF2B5EF4-FFF2-40B4-BE49-F238E27FC236}">
                <a16:creationId xmlns:a16="http://schemas.microsoft.com/office/drawing/2014/main" id="{69919D4F-A26D-374B-AE10-25A8345137C4}"/>
              </a:ext>
            </a:extLst>
          </p:cNvPr>
          <p:cNvSpPr txBox="1"/>
          <p:nvPr/>
        </p:nvSpPr>
        <p:spPr>
          <a:xfrm>
            <a:off x="392084" y="1524000"/>
            <a:ext cx="8218516" cy="3022943"/>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Carltona</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v Commissioners of Works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[1943] 2 All ER 560</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Facts: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Carltona</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owned fruit-packaging factory.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World War II - Minister of Works took over the factory in the national interest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Defence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(General) Regulations 1939 - ‘competent authority’ (included Commissioner of Works and Planning Minister) could requisition land in national interest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Letter to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Carltona</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signed by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Morse on behalf of the Minister’ (officer in Planning Dept)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Carltona</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argued this decision was UV - Morse not ‘competent authority’ under the statute</a:t>
            </a:r>
          </a:p>
        </p:txBody>
      </p:sp>
      <p:sp>
        <p:nvSpPr>
          <p:cNvPr id="10" name="TextBox 10">
            <a:extLst>
              <a:ext uri="{FF2B5EF4-FFF2-40B4-BE49-F238E27FC236}">
                <a16:creationId xmlns:a16="http://schemas.microsoft.com/office/drawing/2014/main" id="{AECCC092-8450-76D9-61ED-2DD5E7DF516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3074" name="Picture 2" descr="Image result for carltona fruit factory wwi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0113" y="1027907"/>
            <a:ext cx="2612572" cy="280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974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2BA52AF8-63CE-F6AE-417C-09328D9CDC5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156F8D5-6942-DFA5-2620-2B29C95C7FA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E718572-65D0-40BB-47E4-9A99049659E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05D0CD1-C194-CC5F-4F12-52F0D15D39F1}"/>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Question: Breakout Groups</a:t>
            </a:r>
          </a:p>
        </p:txBody>
      </p:sp>
      <p:sp>
        <p:nvSpPr>
          <p:cNvPr id="9" name="TextBox 9">
            <a:extLst>
              <a:ext uri="{FF2B5EF4-FFF2-40B4-BE49-F238E27FC236}">
                <a16:creationId xmlns:a16="http://schemas.microsoft.com/office/drawing/2014/main" id="{BFCC6B63-58A3-CF12-A47E-D9DD651A670E}"/>
              </a:ext>
            </a:extLst>
          </p:cNvPr>
          <p:cNvSpPr txBox="1"/>
          <p:nvPr/>
        </p:nvSpPr>
        <p:spPr>
          <a:xfrm>
            <a:off x="392084" y="1524000"/>
            <a:ext cx="8218516" cy="3508653"/>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Identify the key principle in the following cases: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24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Shanahan v Scott </a:t>
            </a:r>
            <a:r>
              <a:rPr kumimoji="0" lang="en-US" sz="24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(1957) 96 CLR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24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Foley v Padley </a:t>
            </a:r>
            <a:r>
              <a:rPr kumimoji="0" lang="en-US" sz="24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(1984) 154 CLR 349</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24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And others…. See canvas materials. </a:t>
            </a:r>
          </a:p>
        </p:txBody>
      </p:sp>
      <p:sp>
        <p:nvSpPr>
          <p:cNvPr id="10" name="TextBox 10">
            <a:extLst>
              <a:ext uri="{FF2B5EF4-FFF2-40B4-BE49-F238E27FC236}">
                <a16:creationId xmlns:a16="http://schemas.microsoft.com/office/drawing/2014/main" id="{1F66A441-E309-FE6B-E9FD-A8745EF60647}"/>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1337604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FD74C71E-DC19-F6E3-EC9D-A7DA853AFF7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E7E889B-AD54-E3E0-F86E-6BE31735815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2E767EA-C67E-C571-4E9D-E6EB27B8C79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B714AF06-50CE-7921-0791-5131D9E883DB}"/>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Case Study: Victorian Police</a:t>
            </a:r>
          </a:p>
        </p:txBody>
      </p:sp>
      <p:sp>
        <p:nvSpPr>
          <p:cNvPr id="9" name="TextBox 9">
            <a:extLst>
              <a:ext uri="{FF2B5EF4-FFF2-40B4-BE49-F238E27FC236}">
                <a16:creationId xmlns:a16="http://schemas.microsoft.com/office/drawing/2014/main" id="{C40687F6-BCDD-C21A-9C70-1E5C19428062}"/>
              </a:ext>
            </a:extLst>
          </p:cNvPr>
          <p:cNvSpPr txBox="1"/>
          <p:nvPr/>
        </p:nvSpPr>
        <p:spPr>
          <a:xfrm>
            <a:off x="392084" y="1524000"/>
            <a:ext cx="8218516" cy="461664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Acting assistant commissioners swore in recruits over eight years despite being </a:t>
            </a:r>
            <a:r>
              <a:rPr kumimoji="0" lang="en-US" sz="2000" b="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unauthorised</a:t>
            </a: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to do so, leaving the force to re-swear in more than 1000 officers.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error arose when changes were made to the Victoria Police Act in 2013, which meant acting assistant commissioners were appointed without the required power.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Also drink drive hearings - in 2015 when lower ranking commissioners had been signing off on the credentials of breath-test operators without the authority to do so.</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For about eight months the certificates issued to </a:t>
            </a:r>
            <a:r>
              <a:rPr kumimoji="0" lang="en-US" sz="2000" b="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legalise</a:t>
            </a: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the use of evidentiary breath-testing machines – inside booze buses and police stations – in prosecuting offenders were invalid.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Retrospective legislation was passed to </a:t>
            </a:r>
            <a:r>
              <a:rPr kumimoji="0" lang="en-US" sz="2000" b="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legalise</a:t>
            </a:r>
            <a:r>
              <a:rPr kumimoji="0" lang="en-US" sz="2000" b="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the breath tests.</a:t>
            </a:r>
          </a:p>
        </p:txBody>
      </p:sp>
      <p:sp>
        <p:nvSpPr>
          <p:cNvPr id="10" name="TextBox 10">
            <a:extLst>
              <a:ext uri="{FF2B5EF4-FFF2-40B4-BE49-F238E27FC236}">
                <a16:creationId xmlns:a16="http://schemas.microsoft.com/office/drawing/2014/main" id="{ACF7D1CA-0119-1247-C46A-CF2040AA9A55}"/>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1026" name="Picture 2">
            <a:extLst>
              <a:ext uri="{FF2B5EF4-FFF2-40B4-BE49-F238E27FC236}">
                <a16:creationId xmlns:a16="http://schemas.microsoft.com/office/drawing/2014/main" id="{3B107C66-FE42-4EB8-B004-EDB5F1754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4253" y="1537386"/>
            <a:ext cx="3305072" cy="2203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1687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9C8B8EC-83C1-5CFA-17F1-BF57123EE7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11275C7-374F-CEF3-FFC5-21E712F4565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FEE8890-FBC0-3B9E-AB5E-6B4FE29FC0B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6FF03E8-CDAA-3957-6FF2-509FF7899829}"/>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Case Study: Victorian Police</a:t>
            </a:r>
          </a:p>
        </p:txBody>
      </p:sp>
      <p:sp>
        <p:nvSpPr>
          <p:cNvPr id="10" name="TextBox 10">
            <a:extLst>
              <a:ext uri="{FF2B5EF4-FFF2-40B4-BE49-F238E27FC236}">
                <a16:creationId xmlns:a16="http://schemas.microsoft.com/office/drawing/2014/main" id="{1016210E-92E4-640C-1EA3-ACF78290508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1">
            <a:extLst>
              <a:ext uri="{FF2B5EF4-FFF2-40B4-BE49-F238E27FC236}">
                <a16:creationId xmlns:a16="http://schemas.microsoft.com/office/drawing/2014/main" id="{27EC588E-A972-6275-1814-3681DA3064CF}"/>
              </a:ext>
            </a:extLst>
          </p:cNvPr>
          <p:cNvSpPr txBox="1">
            <a:spLocks/>
          </p:cNvSpPr>
          <p:nvPr/>
        </p:nvSpPr>
        <p:spPr>
          <a:xfrm>
            <a:off x="461802" y="1300439"/>
            <a:ext cx="7996398" cy="451951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80990" indent="-380990"/>
            <a:r>
              <a:rPr lang="en-AU" sz="2000" b="1">
                <a:solidFill>
                  <a:schemeClr val="bg1"/>
                </a:solidFill>
                <a:latin typeface="Arial" panose="020B0604020202020204" pitchFamily="34" charset="0"/>
                <a:cs typeface="Arial" panose="020B0604020202020204" pitchFamily="34" charset="0"/>
              </a:rPr>
              <a:t>Issue</a:t>
            </a:r>
            <a:r>
              <a:rPr lang="en-AU" sz="2000">
                <a:solidFill>
                  <a:schemeClr val="bg1"/>
                </a:solidFill>
                <a:latin typeface="Arial" panose="020B0604020202020204" pitchFamily="34" charset="0"/>
                <a:cs typeface="Arial" panose="020B0604020202020204" pitchFamily="34" charset="0"/>
              </a:rPr>
              <a:t> - That other police operations could be affected by the delegation issue?</a:t>
            </a:r>
          </a:p>
          <a:p>
            <a:pPr marL="380990" indent="-380990"/>
            <a:r>
              <a:rPr lang="en-AU" sz="2000">
                <a:solidFill>
                  <a:schemeClr val="bg1"/>
                </a:solidFill>
                <a:latin typeface="Arial" panose="020B0604020202020204" pitchFamily="34" charset="0"/>
                <a:cs typeface="Arial" panose="020B0604020202020204" pitchFamily="34" charset="0"/>
              </a:rPr>
              <a:t>The delegation problem for Victoria Police did not invalidate arrests (because even citizens can arrest) but has created a range of problems with the exercise of any power by a 'police officer' who is not properly been given the power, such as search warrants (and hence the real possibility of non-admissible evidence ) </a:t>
            </a:r>
          </a:p>
          <a:p>
            <a:endParaRPr lang="en-AU" sz="2000">
              <a:solidFill>
                <a:schemeClr val="bg1"/>
              </a:solidFill>
              <a:latin typeface="Arial" panose="020B0604020202020204" pitchFamily="34" charset="0"/>
              <a:cs typeface="Arial" panose="020B0604020202020204" pitchFamily="34" charset="0"/>
            </a:endParaRPr>
          </a:p>
          <a:p>
            <a:endParaRPr lang="en-AU" sz="2000">
              <a:solidFill>
                <a:schemeClr val="bg1"/>
              </a:solidFill>
              <a:latin typeface="Arial" panose="020B0604020202020204" pitchFamily="34" charset="0"/>
              <a:cs typeface="Arial" panose="020B0604020202020204" pitchFamily="34" charset="0"/>
            </a:endParaRPr>
          </a:p>
          <a:p>
            <a:r>
              <a:rPr lang="en-AU" sz="2000">
                <a:solidFill>
                  <a:schemeClr val="bg1"/>
                </a:solidFill>
                <a:latin typeface="Arial" panose="020B0604020202020204" pitchFamily="34" charset="0"/>
                <a:cs typeface="Arial" panose="020B0604020202020204" pitchFamily="34" charset="0"/>
              </a:rPr>
              <a:t>Please see this link: </a:t>
            </a:r>
            <a:r>
              <a:rPr lang="en-AU" sz="2000">
                <a:solidFill>
                  <a:schemeClr val="bg1"/>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Police issue raised in 2015, says former prosecutor</a:t>
            </a:r>
            <a:endParaRPr lang="en-US" sz="2000" dirty="0">
              <a:solidFill>
                <a:schemeClr val="bg1"/>
              </a:solidFill>
              <a:latin typeface="Arial" panose="020B0604020202020204" pitchFamily="34" charset="0"/>
              <a:cs typeface="Arial" panose="020B0604020202020204" pitchFamily="34" charset="0"/>
            </a:endParaRPr>
          </a:p>
        </p:txBody>
      </p:sp>
      <p:pic>
        <p:nvPicPr>
          <p:cNvPr id="2050" name="Picture 2" descr="Victoria Police on X: &quot;A 47-year-old ...">
            <a:extLst>
              <a:ext uri="{FF2B5EF4-FFF2-40B4-BE49-F238E27FC236}">
                <a16:creationId xmlns:a16="http://schemas.microsoft.com/office/drawing/2014/main" id="{B68B1674-A250-7048-5D32-3CB7225F2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0" y="1464165"/>
            <a:ext cx="3619598" cy="188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173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7F416D0-6037-F29D-49C1-63A6DB9412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8ADC44F-D5D9-1D8F-14A2-696F0D46C019}"/>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E9A13F2-AD1C-2B6A-76DD-208B8126EF2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154C400-B49D-F999-E303-B18E7E5AB5EC}"/>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Case Study: Illegal Logging</a:t>
            </a:r>
          </a:p>
        </p:txBody>
      </p:sp>
      <p:sp>
        <p:nvSpPr>
          <p:cNvPr id="10" name="TextBox 10">
            <a:extLst>
              <a:ext uri="{FF2B5EF4-FFF2-40B4-BE49-F238E27FC236}">
                <a16:creationId xmlns:a16="http://schemas.microsoft.com/office/drawing/2014/main" id="{65741EBE-009C-7272-A8D6-DF633B6A6E53}"/>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6" name="Content Placeholder 1">
            <a:extLst>
              <a:ext uri="{FF2B5EF4-FFF2-40B4-BE49-F238E27FC236}">
                <a16:creationId xmlns:a16="http://schemas.microsoft.com/office/drawing/2014/main" id="{B12AF958-045B-F4DF-2794-213D133DB1C7}"/>
              </a:ext>
            </a:extLst>
          </p:cNvPr>
          <p:cNvSpPr txBox="1">
            <a:spLocks/>
          </p:cNvSpPr>
          <p:nvPr/>
        </p:nvSpPr>
        <p:spPr>
          <a:xfrm>
            <a:off x="461802" y="1300439"/>
            <a:ext cx="7691598" cy="451951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80990" indent="-380990"/>
            <a:r>
              <a:rPr lang="en-AU" sz="2000">
                <a:solidFill>
                  <a:schemeClr val="bg1"/>
                </a:solidFill>
                <a:latin typeface="Arial" panose="020B0604020202020204" pitchFamily="34" charset="0"/>
                <a:cs typeface="Arial" panose="020B0604020202020204" pitchFamily="34" charset="0"/>
              </a:rPr>
              <a:t>Bob Brown Foundation argues that all  logging in Tasmania has been carried out illegally for decades which also casts doubt on the convictions of hundreds of people charged in conservation protests.</a:t>
            </a:r>
          </a:p>
          <a:p>
            <a:pPr marL="380990" indent="-380990"/>
            <a:r>
              <a:rPr lang="en-AU" sz="2000">
                <a:solidFill>
                  <a:schemeClr val="bg1"/>
                </a:solidFill>
                <a:latin typeface="Arial" panose="020B0604020202020204" pitchFamily="34" charset="0"/>
                <a:cs typeface="Arial" panose="020B0604020202020204" pitchFamily="34" charset="0"/>
              </a:rPr>
              <a:t>There was a deficiency in a delegation made under the Forest Prac­tices Act. This came to light during court action against nine anti forestry protesters. Dr Bob Brown was one of the protesters that had the charges dropped.</a:t>
            </a:r>
          </a:p>
          <a:p>
            <a:pPr marL="380990" indent="-380990"/>
            <a:r>
              <a:rPr lang="en-AU" sz="2000">
                <a:solidFill>
                  <a:schemeClr val="bg1"/>
                </a:solidFill>
                <a:latin typeface="Arial" panose="020B0604020202020204" pitchFamily="34" charset="0"/>
                <a:cs typeface="Arial" panose="020B0604020202020204" pitchFamily="34" charset="0"/>
              </a:rPr>
              <a:t>The legislation has been in place since 1985. Section 43 of the Act allows the Forest Practices Authority to delegate “any of its functions or powers other than this power of ­delegation”.</a:t>
            </a:r>
          </a:p>
          <a:p>
            <a:pPr marL="380990" indent="-380990"/>
            <a:r>
              <a:rPr lang="en-AU" sz="2000">
                <a:solidFill>
                  <a:schemeClr val="bg1"/>
                </a:solidFill>
                <a:latin typeface="Arial" panose="020B0604020202020204" pitchFamily="34" charset="0"/>
                <a:cs typeface="Arial" panose="020B0604020202020204" pitchFamily="34" charset="0"/>
                <a:hlinkClick r:id="rId2" tooltip="Original URL: https://todayspaper.themercury.com.au/infinity/article_popover_share.aspx?guid=87ec3cb6-9b21-4541-bc52-4a49e47978d0. Click or tap if you trust this link.">
                  <a:extLst>
                    <a:ext uri="{A12FA001-AC4F-418D-AE19-62706E023703}">
                      <ahyp:hlinkClr xmlns:ahyp="http://schemas.microsoft.com/office/drawing/2018/hyperlinkcolor" val="tx"/>
                    </a:ext>
                  </a:extLst>
                </a:hlinkClick>
              </a:rPr>
              <a:t>https://todayspaper.themercury.com.au/infinity/article_popover_share.aspx?guid=87ec3cb6-9b21-4541-bc52-4a49e47978d0</a:t>
            </a:r>
            <a:endParaRPr lang="en-AU" sz="2000">
              <a:solidFill>
                <a:schemeClr val="bg1"/>
              </a:solidFill>
              <a:latin typeface="Arial" panose="020B0604020202020204" pitchFamily="34" charset="0"/>
              <a:cs typeface="Arial" panose="020B0604020202020204" pitchFamily="34" charset="0"/>
            </a:endParaRPr>
          </a:p>
          <a:p>
            <a:endParaRPr lang="en-AU" sz="2000">
              <a:solidFill>
                <a:schemeClr val="bg1"/>
              </a:solidFill>
              <a:latin typeface="Arial" panose="020B0604020202020204" pitchFamily="34" charset="0"/>
              <a:cs typeface="Arial" panose="020B0604020202020204" pitchFamily="34" charset="0"/>
            </a:endParaRPr>
          </a:p>
          <a:p>
            <a:endParaRPr lang="en-US" sz="2000" dirty="0">
              <a:solidFill>
                <a:schemeClr val="bg1"/>
              </a:solidFill>
              <a:latin typeface="Arial" panose="020B0604020202020204" pitchFamily="34" charset="0"/>
              <a:cs typeface="Arial" panose="020B0604020202020204" pitchFamily="34" charset="0"/>
            </a:endParaRPr>
          </a:p>
        </p:txBody>
      </p:sp>
      <p:pic>
        <p:nvPicPr>
          <p:cNvPr id="3074" name="Picture 2" descr="Bob Brown - Bob Brown Foundation">
            <a:extLst>
              <a:ext uri="{FF2B5EF4-FFF2-40B4-BE49-F238E27FC236}">
                <a16:creationId xmlns:a16="http://schemas.microsoft.com/office/drawing/2014/main" id="{F75F2F27-28AF-E594-C0C0-65857F244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5085" y="1447800"/>
            <a:ext cx="3285113" cy="3285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525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49D71FF-76C9-0A1B-1248-61A0C264D7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E460DA9-B7E9-A901-F8EE-536F24859D1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430F958-06EC-20E0-3B17-550565F88EC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45A8BCD4-8905-D74B-0D9C-7572D390504E}"/>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Case Study: Illegal Logging</a:t>
            </a:r>
          </a:p>
        </p:txBody>
      </p:sp>
      <p:sp>
        <p:nvSpPr>
          <p:cNvPr id="10" name="TextBox 10">
            <a:extLst>
              <a:ext uri="{FF2B5EF4-FFF2-40B4-BE49-F238E27FC236}">
                <a16:creationId xmlns:a16="http://schemas.microsoft.com/office/drawing/2014/main" id="{7E6A6B24-361D-55CA-F81B-ECD65F4AAF1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6" name="Content Placeholder 1">
            <a:extLst>
              <a:ext uri="{FF2B5EF4-FFF2-40B4-BE49-F238E27FC236}">
                <a16:creationId xmlns:a16="http://schemas.microsoft.com/office/drawing/2014/main" id="{1B878774-9C05-A935-4EFA-21E293510A01}"/>
              </a:ext>
            </a:extLst>
          </p:cNvPr>
          <p:cNvSpPr txBox="1">
            <a:spLocks/>
          </p:cNvSpPr>
          <p:nvPr/>
        </p:nvSpPr>
        <p:spPr>
          <a:xfrm>
            <a:off x="461802" y="1300439"/>
            <a:ext cx="7691598" cy="451951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80990" indent="-380990"/>
            <a:r>
              <a:rPr lang="en-AU" sz="2000">
                <a:solidFill>
                  <a:schemeClr val="bg1"/>
                </a:solidFill>
                <a:latin typeface="Arial" panose="020B0604020202020204" pitchFamily="34" charset="0"/>
                <a:cs typeface="Arial" panose="020B0604020202020204" pitchFamily="34" charset="0"/>
              </a:rPr>
              <a:t>Bob Brown Foundation argues that all  logging in Tasmania has been carried out illegally for decades which also casts doubt on the convictions of hundreds of people charged in conservation protests.</a:t>
            </a:r>
          </a:p>
          <a:p>
            <a:pPr marL="380990" indent="-380990"/>
            <a:r>
              <a:rPr lang="en-AU" sz="2000">
                <a:solidFill>
                  <a:schemeClr val="bg1"/>
                </a:solidFill>
                <a:latin typeface="Arial" panose="020B0604020202020204" pitchFamily="34" charset="0"/>
                <a:cs typeface="Arial" panose="020B0604020202020204" pitchFamily="34" charset="0"/>
              </a:rPr>
              <a:t>There was a deficiency in a delegation made under the Forest Prac­tices Act. This came to light during court action against nine anti forestry protesters. Dr Bob Brown was one of the protesters that had the charges dropped.</a:t>
            </a:r>
          </a:p>
          <a:p>
            <a:pPr marL="380990" indent="-380990"/>
            <a:r>
              <a:rPr lang="en-AU" sz="2000">
                <a:solidFill>
                  <a:schemeClr val="bg1"/>
                </a:solidFill>
                <a:latin typeface="Arial" panose="020B0604020202020204" pitchFamily="34" charset="0"/>
                <a:cs typeface="Arial" panose="020B0604020202020204" pitchFamily="34" charset="0"/>
              </a:rPr>
              <a:t>The legislation has been in place since 1985. Section 43 of the Act allows the Forest Practices Authority to delegate “any of its functions or powers other than this power of ­delegation”.</a:t>
            </a:r>
          </a:p>
          <a:p>
            <a:pPr marL="380990" indent="-380990"/>
            <a:r>
              <a:rPr lang="en-AU" sz="2000">
                <a:solidFill>
                  <a:schemeClr val="bg1"/>
                </a:solidFill>
                <a:latin typeface="Arial" panose="020B0604020202020204" pitchFamily="34" charset="0"/>
                <a:cs typeface="Arial" panose="020B0604020202020204" pitchFamily="34" charset="0"/>
                <a:hlinkClick r:id="rId2" tooltip="Original URL: https://todayspaper.themercury.com.au/infinity/article_popover_share.aspx?guid=87ec3cb6-9b21-4541-bc52-4a49e47978d0. Click or tap if you trust this link.">
                  <a:extLst>
                    <a:ext uri="{A12FA001-AC4F-418D-AE19-62706E023703}">
                      <ahyp:hlinkClr xmlns:ahyp="http://schemas.microsoft.com/office/drawing/2018/hyperlinkcolor" val="tx"/>
                    </a:ext>
                  </a:extLst>
                </a:hlinkClick>
              </a:rPr>
              <a:t>https://todayspaper.themercury.com.au/infinity/article_popover_share.aspx?guid=87ec3cb6-9b21-4541-bc52-4a49e47978d0</a:t>
            </a:r>
            <a:endParaRPr lang="en-AU" sz="2000">
              <a:solidFill>
                <a:schemeClr val="bg1"/>
              </a:solidFill>
              <a:latin typeface="Arial" panose="020B0604020202020204" pitchFamily="34" charset="0"/>
              <a:cs typeface="Arial" panose="020B0604020202020204" pitchFamily="34" charset="0"/>
            </a:endParaRPr>
          </a:p>
          <a:p>
            <a:endParaRPr lang="en-AU" sz="2000">
              <a:solidFill>
                <a:schemeClr val="bg1"/>
              </a:solidFill>
              <a:latin typeface="Arial" panose="020B0604020202020204" pitchFamily="34" charset="0"/>
              <a:cs typeface="Arial" panose="020B0604020202020204" pitchFamily="34" charset="0"/>
            </a:endParaRPr>
          </a:p>
          <a:p>
            <a:endParaRPr lang="en-US" sz="2000" dirty="0">
              <a:solidFill>
                <a:schemeClr val="bg1"/>
              </a:solidFill>
              <a:latin typeface="Arial" panose="020B0604020202020204" pitchFamily="34" charset="0"/>
              <a:cs typeface="Arial" panose="020B0604020202020204" pitchFamily="34" charset="0"/>
            </a:endParaRPr>
          </a:p>
        </p:txBody>
      </p:sp>
      <p:pic>
        <p:nvPicPr>
          <p:cNvPr id="3074" name="Picture 2" descr="Bob Brown - Bob Brown Foundation">
            <a:extLst>
              <a:ext uri="{FF2B5EF4-FFF2-40B4-BE49-F238E27FC236}">
                <a16:creationId xmlns:a16="http://schemas.microsoft.com/office/drawing/2014/main" id="{2DBE801A-F187-6409-DA47-8E3652BD2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5085" y="1447800"/>
            <a:ext cx="3285113" cy="3285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964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5DA7B14-C9A2-A2E6-D468-3B10581B4C9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79BABC-7B0D-EA18-C325-7E048FC1AF0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E7CB823C-0821-DA26-8157-43571BD08D8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C30CB2F-CCB1-4C15-878C-229EC0D56193}"/>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lang="en-US" sz="2496" b="1" dirty="0">
                <a:solidFill>
                  <a:srgbClr val="FFFFFF"/>
                </a:solidFill>
                <a:latin typeface="Arial Bold"/>
                <a:ea typeface="Arial Bold"/>
                <a:cs typeface="Arial Bold"/>
                <a:sym typeface="Arial Bold"/>
              </a:rPr>
              <a:t>Case Study: Ministerial Discretion</a:t>
            </a:r>
            <a:endPar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endParaRPr>
          </a:p>
        </p:txBody>
      </p:sp>
      <p:sp>
        <p:nvSpPr>
          <p:cNvPr id="9" name="TextBox 9">
            <a:extLst>
              <a:ext uri="{FF2B5EF4-FFF2-40B4-BE49-F238E27FC236}">
                <a16:creationId xmlns:a16="http://schemas.microsoft.com/office/drawing/2014/main" id="{172439CA-0252-A7A5-95B6-D06BF69488E2}"/>
              </a:ext>
            </a:extLst>
          </p:cNvPr>
          <p:cNvSpPr txBox="1"/>
          <p:nvPr/>
        </p:nvSpPr>
        <p:spPr>
          <a:xfrm>
            <a:off x="304800" y="1447800"/>
            <a:ext cx="6846916" cy="452527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Djokovic v Minister for Immigration, Citizenship, Migrant Services and Multicultural Affairs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[2022] FedCFamC2G 7</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Exercise of power conferred by s 133C(3) of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Migration Act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(where Minister for Immigration makes decision to cancel applicant’s visa)</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Are their preconditions to the exercise of discretion?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Can the minister be satisfied it is in the public interest to cancel the visa under s116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Migration Act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Judge Kelly at [58] ministerial satisfaction respecting the matters in each limb of s 133C(3)(a) and (b) is essential to the existence of the Minister’s statutory discretionary personal power to consider cancellation….. In each case, the nature of the satisfaction of the Minister that is necessary and sufficient to engage the power in s 133C(3) “is a state of mind formed reasonably and on a correct understanding and application of the applicable law.”</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65A2D5A2-C184-5AAE-D145-4D56E47E2DF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10242" name="Picture 2" descr="Novak Djokovic - Wikipedia">
            <a:extLst>
              <a:ext uri="{FF2B5EF4-FFF2-40B4-BE49-F238E27FC236}">
                <a16:creationId xmlns:a16="http://schemas.microsoft.com/office/drawing/2014/main" id="{A1C69F8F-011B-9F01-D5E2-31446206A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1133733"/>
            <a:ext cx="3962400" cy="4953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0F9A34E-0647-3D58-C2BA-05598C66937F}"/>
              </a:ext>
            </a:extLst>
          </p:cNvPr>
          <p:cNvSpPr txBox="1"/>
          <p:nvPr/>
        </p:nvSpPr>
        <p:spPr>
          <a:xfrm>
            <a:off x="8534400" y="6161363"/>
            <a:ext cx="1773879"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Source: </a:t>
            </a:r>
            <a:r>
              <a:rPr kumimoji="0" lang="en-US" sz="1100" b="0" i="0" u="none" strike="noStrike" kern="1200" cap="none" spc="0" normalizeH="0" baseline="0" noProof="0" dirty="0" err="1">
                <a:ln>
                  <a:noFill/>
                </a:ln>
                <a:solidFill>
                  <a:prstClr val="white"/>
                </a:solidFill>
                <a:effectLst/>
                <a:uLnTx/>
                <a:uFillTx/>
                <a:latin typeface="Calibri"/>
                <a:ea typeface="+mn-ea"/>
                <a:cs typeface="+mn-cs"/>
              </a:rPr>
              <a:t>Wikicommons</a:t>
            </a:r>
            <a:endParaRPr kumimoji="0" lang="en-AU" sz="11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197872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1"/>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0"/>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381972" y="5925709"/>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1" y="1616936"/>
            <a:ext cx="6187757" cy="3183731"/>
          </a:xfrm>
          <a:prstGeom prst="rect">
            <a:avLst/>
          </a:prstGeom>
        </p:spPr>
        <p:txBody>
          <a:bodyPr lIns="0" tIns="0" rIns="0" bIns="0" rtlCol="0" anchor="t">
            <a:spAutoFit/>
          </a:bodyPr>
          <a:lstStyle/>
          <a:p>
            <a:pPr algn="l">
              <a:lnSpc>
                <a:spcPts val="4320"/>
              </a:lnSpc>
            </a:pPr>
            <a:r>
              <a:rPr lang="en-US" sz="3600" b="1">
                <a:solidFill>
                  <a:srgbClr val="7AE1AA"/>
                </a:solidFill>
                <a:latin typeface="Arial Bold"/>
                <a:ea typeface="Arial Bold"/>
                <a:cs typeface="Arial Bold"/>
                <a:sym typeface="Arial Bold"/>
              </a:rPr>
              <a:t>—</a:t>
            </a:r>
          </a:p>
          <a:p>
            <a:pPr algn="l">
              <a:lnSpc>
                <a:spcPts val="4320"/>
              </a:lnSpc>
            </a:pPr>
            <a:r>
              <a:rPr lang="en-US" sz="3600" b="1">
                <a:solidFill>
                  <a:srgbClr val="FFFFFF"/>
                </a:solidFill>
                <a:latin typeface="Arial Bold"/>
                <a:ea typeface="Arial Bold"/>
                <a:cs typeface="Arial Bold"/>
                <a:sym typeface="Arial Bold"/>
              </a:rPr>
              <a:t>Questions?</a:t>
            </a:r>
          </a:p>
          <a:p>
            <a:pPr algn="l">
              <a:lnSpc>
                <a:spcPts val="4320"/>
              </a:lnSpc>
            </a:pPr>
            <a:endParaRPr lang="en-US" sz="3600" b="1">
              <a:solidFill>
                <a:srgbClr val="FFFFFF"/>
              </a:solidFill>
              <a:latin typeface="Arial Bold"/>
              <a:ea typeface="Arial Bold"/>
              <a:cs typeface="Arial Bold"/>
              <a:sym typeface="Arial Bold"/>
            </a:endParaRPr>
          </a:p>
          <a:p>
            <a:pPr algn="l">
              <a:lnSpc>
                <a:spcPts val="2375"/>
              </a:lnSpc>
            </a:pPr>
            <a:r>
              <a:rPr lang="en-US" sz="1979" b="1">
                <a:solidFill>
                  <a:srgbClr val="FFFFFF"/>
                </a:solidFill>
                <a:latin typeface="Arial Bold"/>
                <a:ea typeface="Arial Bold"/>
                <a:cs typeface="Arial Bold"/>
                <a:sym typeface="Arial Bold"/>
              </a:rPr>
              <a:t>Email</a:t>
            </a:r>
          </a:p>
          <a:p>
            <a:pPr algn="l">
              <a:lnSpc>
                <a:spcPts val="2375"/>
              </a:lnSpc>
            </a:pPr>
            <a:r>
              <a:rPr lang="en-US" sz="1979" b="1">
                <a:solidFill>
                  <a:srgbClr val="FFFFFF"/>
                </a:solidFill>
                <a:latin typeface="Arial Bold"/>
                <a:ea typeface="Arial Bold"/>
                <a:cs typeface="Arial Bold"/>
                <a:sym typeface="Arial Bold"/>
              </a:rPr>
              <a:t>richard.taylor2@rmit.edu.au</a:t>
            </a: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p:txBody>
      </p:sp>
      <p:sp>
        <p:nvSpPr>
          <p:cNvPr id="17" name="AutoShape 17"/>
          <p:cNvSpPr/>
          <p:nvPr/>
        </p:nvSpPr>
        <p:spPr>
          <a:xfrm rot="47869">
            <a:off x="2533397" y="5904079"/>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aa77bc-0157-46a4-82a6-8fc765694bc9}" enabled="1" method="Standard" siteId="{d1323671-cdbe-4417-b4d4-bdb24b51316b}" removed="0"/>
</clbl:labelList>
</file>

<file path=docProps/app.xml><?xml version="1.0" encoding="utf-8"?>
<Properties xmlns="http://schemas.openxmlformats.org/officeDocument/2006/extended-properties" xmlns:vt="http://schemas.openxmlformats.org/officeDocument/2006/docPropsVTypes">
  <TotalTime>1406</TotalTime>
  <Words>5067</Words>
  <Application>Microsoft Office PowerPoint</Application>
  <PresentationFormat>Widescreen</PresentationFormat>
  <Paragraphs>394</Paragraphs>
  <Slides>41</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41</vt:i4>
      </vt:variant>
    </vt:vector>
  </HeadingPairs>
  <TitlesOfParts>
    <vt:vector size="51" baseType="lpstr">
      <vt:lpstr>Arial</vt:lpstr>
      <vt:lpstr>Merriweather</vt:lpstr>
      <vt:lpstr>Calibri</vt:lpstr>
      <vt:lpstr>Segoe UI</vt:lpstr>
      <vt:lpstr>Aptos</vt:lpstr>
      <vt:lpstr>Arial Bold</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Week 1 Old Slides.pdf</dc:title>
  <dc:creator>richj_4aa5khv</dc:creator>
  <cp:lastModifiedBy>Richard Taylor</cp:lastModifiedBy>
  <cp:revision>14</cp:revision>
  <dcterms:created xsi:type="dcterms:W3CDTF">2006-08-16T00:00:00Z</dcterms:created>
  <dcterms:modified xsi:type="dcterms:W3CDTF">2025-08-20T23:27:39Z</dcterms:modified>
  <dc:identifier>DAGpupLjq9o</dc:identifier>
</cp:coreProperties>
</file>