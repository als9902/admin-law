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4"/>
  </p:notesMasterIdLst>
  <p:sldIdLst>
    <p:sldId id="256" r:id="rId2"/>
    <p:sldId id="2303" r:id="rId3"/>
    <p:sldId id="2304" r:id="rId4"/>
    <p:sldId id="2305" r:id="rId5"/>
    <p:sldId id="2306" r:id="rId6"/>
    <p:sldId id="2307" r:id="rId7"/>
    <p:sldId id="2309" r:id="rId8"/>
    <p:sldId id="2310" r:id="rId9"/>
    <p:sldId id="2311" r:id="rId10"/>
    <p:sldId id="2312" r:id="rId11"/>
    <p:sldId id="2373" r:id="rId12"/>
    <p:sldId id="2313" r:id="rId13"/>
    <p:sldId id="2372" r:id="rId14"/>
    <p:sldId id="2314" r:id="rId15"/>
    <p:sldId id="2325" r:id="rId16"/>
    <p:sldId id="2326" r:id="rId17"/>
    <p:sldId id="2327" r:id="rId18"/>
    <p:sldId id="2329" r:id="rId19"/>
    <p:sldId id="2328" r:id="rId20"/>
    <p:sldId id="2330" r:id="rId21"/>
    <p:sldId id="2331" r:id="rId22"/>
    <p:sldId id="2332" r:id="rId23"/>
    <p:sldId id="2333" r:id="rId24"/>
    <p:sldId id="2334" r:id="rId25"/>
    <p:sldId id="2335" r:id="rId26"/>
    <p:sldId id="2337" r:id="rId27"/>
    <p:sldId id="2336" r:id="rId28"/>
    <p:sldId id="2338" r:id="rId29"/>
    <p:sldId id="2339" r:id="rId30"/>
    <p:sldId id="2340" r:id="rId31"/>
    <p:sldId id="2341" r:id="rId32"/>
    <p:sldId id="2342" r:id="rId33"/>
    <p:sldId id="2343" r:id="rId34"/>
    <p:sldId id="2345" r:id="rId35"/>
    <p:sldId id="2346" r:id="rId36"/>
    <p:sldId id="2347" r:id="rId37"/>
    <p:sldId id="2348" r:id="rId38"/>
    <p:sldId id="2349" r:id="rId39"/>
    <p:sldId id="2350" r:id="rId40"/>
    <p:sldId id="2352" r:id="rId41"/>
    <p:sldId id="2353" r:id="rId42"/>
    <p:sldId id="2354" r:id="rId43"/>
    <p:sldId id="2355" r:id="rId44"/>
    <p:sldId id="2356" r:id="rId45"/>
    <p:sldId id="2357" r:id="rId46"/>
    <p:sldId id="2358" r:id="rId47"/>
    <p:sldId id="2359" r:id="rId48"/>
    <p:sldId id="2360" r:id="rId49"/>
    <p:sldId id="2361" r:id="rId50"/>
    <p:sldId id="2362" r:id="rId51"/>
    <p:sldId id="2363" r:id="rId52"/>
    <p:sldId id="2364" r:id="rId53"/>
    <p:sldId id="2366" r:id="rId54"/>
    <p:sldId id="2368" r:id="rId55"/>
    <p:sldId id="2369" r:id="rId56"/>
    <p:sldId id="2370" r:id="rId57"/>
    <p:sldId id="2371" r:id="rId58"/>
    <p:sldId id="2374" r:id="rId59"/>
    <p:sldId id="2375" r:id="rId60"/>
    <p:sldId id="2376" r:id="rId61"/>
    <p:sldId id="2377" r:id="rId62"/>
    <p:sldId id="280" r:id="rId63"/>
  </p:sldIdLst>
  <p:sldSz cx="12192000" cy="6858000"/>
  <p:notesSz cx="6858000" cy="9144000"/>
  <p:embeddedFontLst>
    <p:embeddedFont>
      <p:font typeface="Arial Bold" panose="020B0704020202020204" pitchFamily="34" charset="0"/>
      <p:regular r:id="rId65"/>
      <p:bold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404" autoAdjust="0"/>
  </p:normalViewPr>
  <p:slideViewPr>
    <p:cSldViewPr>
      <p:cViewPr varScale="1">
        <p:scale>
          <a:sx n="70" d="100"/>
          <a:sy n="70" d="100"/>
        </p:scale>
        <p:origin x="51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Taylor" userId="fbfc1553-b23d-457b-a859-b112eb014c8c" providerId="ADAL" clId="{2FDDA079-D254-42C9-9667-B9FB3A47A9E8}"/>
    <pc:docChg chg="modSld">
      <pc:chgData name="Richard Taylor" userId="fbfc1553-b23d-457b-a859-b112eb014c8c" providerId="ADAL" clId="{2FDDA079-D254-42C9-9667-B9FB3A47A9E8}" dt="2025-08-03T02:03:16.634" v="2" actId="114"/>
      <pc:docMkLst>
        <pc:docMk/>
      </pc:docMkLst>
      <pc:sldChg chg="modSp mod">
        <pc:chgData name="Richard Taylor" userId="fbfc1553-b23d-457b-a859-b112eb014c8c" providerId="ADAL" clId="{2FDDA079-D254-42C9-9667-B9FB3A47A9E8}" dt="2025-08-03T01:59:35.927" v="0" actId="14100"/>
        <pc:sldMkLst>
          <pc:docMk/>
          <pc:sldMk cId="3973561249" sldId="2335"/>
        </pc:sldMkLst>
        <pc:spChg chg="mod">
          <ac:chgData name="Richard Taylor" userId="fbfc1553-b23d-457b-a859-b112eb014c8c" providerId="ADAL" clId="{2FDDA079-D254-42C9-9667-B9FB3A47A9E8}" dt="2025-08-03T01:59:35.927" v="0" actId="14100"/>
          <ac:spMkLst>
            <pc:docMk/>
            <pc:sldMk cId="3973561249" sldId="2335"/>
            <ac:spMk id="9" creationId="{CD74C01D-BB80-E98E-02F9-CA2AC545B3F7}"/>
          </ac:spMkLst>
        </pc:spChg>
      </pc:sldChg>
      <pc:sldChg chg="modSp mod">
        <pc:chgData name="Richard Taylor" userId="fbfc1553-b23d-457b-a859-b112eb014c8c" providerId="ADAL" clId="{2FDDA079-D254-42C9-9667-B9FB3A47A9E8}" dt="2025-08-03T02:00:59.303" v="1" actId="20577"/>
        <pc:sldMkLst>
          <pc:docMk/>
          <pc:sldMk cId="3232582440" sldId="2354"/>
        </pc:sldMkLst>
        <pc:spChg chg="mod">
          <ac:chgData name="Richard Taylor" userId="fbfc1553-b23d-457b-a859-b112eb014c8c" providerId="ADAL" clId="{2FDDA079-D254-42C9-9667-B9FB3A47A9E8}" dt="2025-08-03T02:00:59.303" v="1" actId="20577"/>
          <ac:spMkLst>
            <pc:docMk/>
            <pc:sldMk cId="3232582440" sldId="2354"/>
            <ac:spMk id="9" creationId="{122590A1-CCF7-036F-9463-CD8250BBFC5F}"/>
          </ac:spMkLst>
        </pc:spChg>
      </pc:sldChg>
      <pc:sldChg chg="modSp mod">
        <pc:chgData name="Richard Taylor" userId="fbfc1553-b23d-457b-a859-b112eb014c8c" providerId="ADAL" clId="{2FDDA079-D254-42C9-9667-B9FB3A47A9E8}" dt="2025-08-03T02:03:16.634" v="2" actId="114"/>
        <pc:sldMkLst>
          <pc:docMk/>
          <pc:sldMk cId="1327883869" sldId="2362"/>
        </pc:sldMkLst>
        <pc:spChg chg="mod">
          <ac:chgData name="Richard Taylor" userId="fbfc1553-b23d-457b-a859-b112eb014c8c" providerId="ADAL" clId="{2FDDA079-D254-42C9-9667-B9FB3A47A9E8}" dt="2025-08-03T02:03:16.634" v="2" actId="114"/>
          <ac:spMkLst>
            <pc:docMk/>
            <pc:sldMk cId="1327883869" sldId="2362"/>
            <ac:spMk id="9" creationId="{5ABA1A3A-2984-032D-0D60-98F0C0006275}"/>
          </ac:spMkLst>
        </pc:spChg>
      </pc:sldChg>
    </pc:docChg>
  </pc:docChgLst>
  <pc:docChgLst>
    <pc:chgData name="Richard Taylor" userId="fbfc1553-b23d-457b-a859-b112eb014c8c" providerId="ADAL" clId="{EE4F4EF6-1492-4EDF-8DCB-78A7DEE1B88F}"/>
    <pc:docChg chg="undo custSel addSld delSld modSld sldOrd delMainMaster">
      <pc:chgData name="Richard Taylor" userId="fbfc1553-b23d-457b-a859-b112eb014c8c" providerId="ADAL" clId="{EE4F4EF6-1492-4EDF-8DCB-78A7DEE1B88F}" dt="2025-07-13T23:28:22.043" v="3107" actId="1076"/>
      <pc:docMkLst>
        <pc:docMk/>
      </pc:docMkLst>
      <pc:sldChg chg="modSp mod">
        <pc:chgData name="Richard Taylor" userId="fbfc1553-b23d-457b-a859-b112eb014c8c" providerId="ADAL" clId="{EE4F4EF6-1492-4EDF-8DCB-78A7DEE1B88F}" dt="2025-07-08T23:26:57.492" v="38" actId="20577"/>
        <pc:sldMkLst>
          <pc:docMk/>
          <pc:sldMk cId="0" sldId="256"/>
        </pc:sldMkLst>
        <pc:spChg chg="mod">
          <ac:chgData name="Richard Taylor" userId="fbfc1553-b23d-457b-a859-b112eb014c8c" providerId="ADAL" clId="{EE4F4EF6-1492-4EDF-8DCB-78A7DEE1B88F}" dt="2025-07-08T23:26:57.492" v="38" actId="20577"/>
          <ac:spMkLst>
            <pc:docMk/>
            <pc:sldMk cId="0" sldId="256"/>
            <ac:spMk id="16" creationId="{00000000-0000-0000-0000-000000000000}"/>
          </ac:spMkLst>
        </pc:spChg>
      </pc:sldChg>
      <pc:sldChg chg="addSp delSp modSp del mod">
        <pc:chgData name="Richard Taylor" userId="fbfc1553-b23d-457b-a859-b112eb014c8c" providerId="ADAL" clId="{EE4F4EF6-1492-4EDF-8DCB-78A7DEE1B88F}" dt="2025-07-08T23:44:19.235" v="526" actId="47"/>
        <pc:sldMkLst>
          <pc:docMk/>
          <pc:sldMk cId="0" sldId="257"/>
        </pc:sldMkLst>
      </pc:sldChg>
      <pc:sldChg chg="add del">
        <pc:chgData name="Richard Taylor" userId="fbfc1553-b23d-457b-a859-b112eb014c8c" providerId="ADAL" clId="{EE4F4EF6-1492-4EDF-8DCB-78A7DEE1B88F}" dt="2025-07-09T03:04:52.921" v="1792" actId="47"/>
        <pc:sldMkLst>
          <pc:docMk/>
          <pc:sldMk cId="2827907742" sldId="259"/>
        </pc:sldMkLst>
      </pc:sldChg>
      <pc:sldChg chg="add del">
        <pc:chgData name="Richard Taylor" userId="fbfc1553-b23d-457b-a859-b112eb014c8c" providerId="ADAL" clId="{EE4F4EF6-1492-4EDF-8DCB-78A7DEE1B88F}" dt="2025-07-09T03:06:30.952" v="1827" actId="47"/>
        <pc:sldMkLst>
          <pc:docMk/>
          <pc:sldMk cId="3939099258" sldId="260"/>
        </pc:sldMkLst>
      </pc:sldChg>
      <pc:sldChg chg="delSp add del">
        <pc:chgData name="Richard Taylor" userId="fbfc1553-b23d-457b-a859-b112eb014c8c" providerId="ADAL" clId="{EE4F4EF6-1492-4EDF-8DCB-78A7DEE1B88F}" dt="2025-07-09T03:08:42.306" v="1852" actId="47"/>
        <pc:sldMkLst>
          <pc:docMk/>
          <pc:sldMk cId="4274622623" sldId="261"/>
        </pc:sldMkLst>
      </pc:sldChg>
      <pc:sldChg chg="modSp add del mod">
        <pc:chgData name="Richard Taylor" userId="fbfc1553-b23d-457b-a859-b112eb014c8c" providerId="ADAL" clId="{EE4F4EF6-1492-4EDF-8DCB-78A7DEE1B88F}" dt="2025-07-09T03:09:39.658" v="1863" actId="47"/>
        <pc:sldMkLst>
          <pc:docMk/>
          <pc:sldMk cId="2047449804" sldId="262"/>
        </pc:sldMkLst>
      </pc:sldChg>
      <pc:sldChg chg="add del">
        <pc:chgData name="Richard Taylor" userId="fbfc1553-b23d-457b-a859-b112eb014c8c" providerId="ADAL" clId="{EE4F4EF6-1492-4EDF-8DCB-78A7DEE1B88F}" dt="2025-07-09T03:10:32.618" v="1874" actId="47"/>
        <pc:sldMkLst>
          <pc:docMk/>
          <pc:sldMk cId="2795994815" sldId="263"/>
        </pc:sldMkLst>
      </pc:sldChg>
      <pc:sldChg chg="delSp add del">
        <pc:chgData name="Richard Taylor" userId="fbfc1553-b23d-457b-a859-b112eb014c8c" providerId="ADAL" clId="{EE4F4EF6-1492-4EDF-8DCB-78A7DEE1B88F}" dt="2025-07-09T03:12:12.317" v="1900" actId="47"/>
        <pc:sldMkLst>
          <pc:docMk/>
          <pc:sldMk cId="1554276659" sldId="264"/>
        </pc:sldMkLst>
      </pc:sldChg>
      <pc:sldChg chg="modSp add del mod">
        <pc:chgData name="Richard Taylor" userId="fbfc1553-b23d-457b-a859-b112eb014c8c" providerId="ADAL" clId="{EE4F4EF6-1492-4EDF-8DCB-78A7DEE1B88F}" dt="2025-07-09T03:12:40.693" v="1905" actId="47"/>
        <pc:sldMkLst>
          <pc:docMk/>
          <pc:sldMk cId="3921484491" sldId="266"/>
        </pc:sldMkLst>
      </pc:sldChg>
      <pc:sldChg chg="add del">
        <pc:chgData name="Richard Taylor" userId="fbfc1553-b23d-457b-a859-b112eb014c8c" providerId="ADAL" clId="{EE4F4EF6-1492-4EDF-8DCB-78A7DEE1B88F}" dt="2025-07-09T02:44:05.125" v="1691" actId="47"/>
        <pc:sldMkLst>
          <pc:docMk/>
          <pc:sldMk cId="31610262" sldId="267"/>
        </pc:sldMkLst>
      </pc:sldChg>
      <pc:sldChg chg="delSp add del">
        <pc:chgData name="Richard Taylor" userId="fbfc1553-b23d-457b-a859-b112eb014c8c" providerId="ADAL" clId="{EE4F4EF6-1492-4EDF-8DCB-78A7DEE1B88F}" dt="2025-07-09T03:18:05.710" v="1972" actId="47"/>
        <pc:sldMkLst>
          <pc:docMk/>
          <pc:sldMk cId="1409740226" sldId="268"/>
        </pc:sldMkLst>
      </pc:sldChg>
      <pc:sldChg chg="modSp add del mod">
        <pc:chgData name="Richard Taylor" userId="fbfc1553-b23d-457b-a859-b112eb014c8c" providerId="ADAL" clId="{EE4F4EF6-1492-4EDF-8DCB-78A7DEE1B88F}" dt="2025-07-09T03:19:03.170" v="1985" actId="47"/>
        <pc:sldMkLst>
          <pc:docMk/>
          <pc:sldMk cId="1759396860" sldId="269"/>
        </pc:sldMkLst>
      </pc:sldChg>
      <pc:sldChg chg="add del">
        <pc:chgData name="Richard Taylor" userId="fbfc1553-b23d-457b-a859-b112eb014c8c" providerId="ADAL" clId="{EE4F4EF6-1492-4EDF-8DCB-78A7DEE1B88F}" dt="2025-07-09T03:35:05.255" v="2134" actId="47"/>
        <pc:sldMkLst>
          <pc:docMk/>
          <pc:sldMk cId="574018669" sldId="271"/>
        </pc:sldMkLst>
      </pc:sldChg>
      <pc:sldChg chg="delSp add del mod">
        <pc:chgData name="Richard Taylor" userId="fbfc1553-b23d-457b-a859-b112eb014c8c" providerId="ADAL" clId="{EE4F4EF6-1492-4EDF-8DCB-78A7DEE1B88F}" dt="2025-07-09T03:07:08.217" v="1839" actId="47"/>
        <pc:sldMkLst>
          <pc:docMk/>
          <pc:sldMk cId="2932474056" sldId="275"/>
        </pc:sldMkLst>
      </pc:sldChg>
      <pc:sldChg chg="modSp add del mod">
        <pc:chgData name="Richard Taylor" userId="fbfc1553-b23d-457b-a859-b112eb014c8c" providerId="ADAL" clId="{EE4F4EF6-1492-4EDF-8DCB-78A7DEE1B88F}" dt="2025-07-09T03:20:11.970" v="2002" actId="47"/>
        <pc:sldMkLst>
          <pc:docMk/>
          <pc:sldMk cId="3665294806" sldId="276"/>
        </pc:sldMkLst>
      </pc:sldChg>
      <pc:sldChg chg="add del ord">
        <pc:chgData name="Richard Taylor" userId="fbfc1553-b23d-457b-a859-b112eb014c8c" providerId="ADAL" clId="{EE4F4EF6-1492-4EDF-8DCB-78A7DEE1B88F}" dt="2025-07-09T03:29:51.334" v="2078" actId="47"/>
        <pc:sldMkLst>
          <pc:docMk/>
          <pc:sldMk cId="273464924" sldId="277"/>
        </pc:sldMkLst>
      </pc:sldChg>
      <pc:sldChg chg="add del">
        <pc:chgData name="Richard Taylor" userId="fbfc1553-b23d-457b-a859-b112eb014c8c" providerId="ADAL" clId="{EE4F4EF6-1492-4EDF-8DCB-78A7DEE1B88F}" dt="2025-07-09T01:38:18.103" v="1004" actId="47"/>
        <pc:sldMkLst>
          <pc:docMk/>
          <pc:sldMk cId="3306381409" sldId="278"/>
        </pc:sldMkLst>
      </pc:sldChg>
      <pc:sldChg chg="add del">
        <pc:chgData name="Richard Taylor" userId="fbfc1553-b23d-457b-a859-b112eb014c8c" providerId="ADAL" clId="{EE4F4EF6-1492-4EDF-8DCB-78A7DEE1B88F}" dt="2025-07-09T03:33:26.514" v="2110" actId="47"/>
        <pc:sldMkLst>
          <pc:docMk/>
          <pc:sldMk cId="200834131" sldId="279"/>
        </pc:sldMkLst>
      </pc:sldChg>
      <pc:sldChg chg="addSp modSp add del mod">
        <pc:chgData name="Richard Taylor" userId="fbfc1553-b23d-457b-a859-b112eb014c8c" providerId="ADAL" clId="{EE4F4EF6-1492-4EDF-8DCB-78A7DEE1B88F}" dt="2025-07-09T01:10:39.584" v="535" actId="47"/>
        <pc:sldMkLst>
          <pc:docMk/>
          <pc:sldMk cId="417959550" sldId="281"/>
        </pc:sldMkLst>
      </pc:sldChg>
      <pc:sldChg chg="add del">
        <pc:chgData name="Richard Taylor" userId="fbfc1553-b23d-457b-a859-b112eb014c8c" providerId="ADAL" clId="{EE4F4EF6-1492-4EDF-8DCB-78A7DEE1B88F}" dt="2025-07-09T02:32:39.052" v="1543" actId="47"/>
        <pc:sldMkLst>
          <pc:docMk/>
          <pc:sldMk cId="2466011525" sldId="281"/>
        </pc:sldMkLst>
      </pc:sldChg>
      <pc:sldChg chg="add del">
        <pc:chgData name="Richard Taylor" userId="fbfc1553-b23d-457b-a859-b112eb014c8c" providerId="ADAL" clId="{EE4F4EF6-1492-4EDF-8DCB-78A7DEE1B88F}" dt="2025-07-09T02:37:10.042" v="1586" actId="47"/>
        <pc:sldMkLst>
          <pc:docMk/>
          <pc:sldMk cId="701317115" sldId="282"/>
        </pc:sldMkLst>
      </pc:sldChg>
      <pc:sldChg chg="add del">
        <pc:chgData name="Richard Taylor" userId="fbfc1553-b23d-457b-a859-b112eb014c8c" providerId="ADAL" clId="{EE4F4EF6-1492-4EDF-8DCB-78A7DEE1B88F}" dt="2025-07-09T01:54:47.685" v="1057" actId="47"/>
        <pc:sldMkLst>
          <pc:docMk/>
          <pc:sldMk cId="2438736526" sldId="284"/>
        </pc:sldMkLst>
      </pc:sldChg>
      <pc:sldChg chg="add del">
        <pc:chgData name="Richard Taylor" userId="fbfc1553-b23d-457b-a859-b112eb014c8c" providerId="ADAL" clId="{EE4F4EF6-1492-4EDF-8DCB-78A7DEE1B88F}" dt="2025-07-09T01:51:32.579" v="1028"/>
        <pc:sldMkLst>
          <pc:docMk/>
          <pc:sldMk cId="2765878053" sldId="284"/>
        </pc:sldMkLst>
      </pc:sldChg>
      <pc:sldChg chg="add del">
        <pc:chgData name="Richard Taylor" userId="fbfc1553-b23d-457b-a859-b112eb014c8c" providerId="ADAL" clId="{EE4F4EF6-1492-4EDF-8DCB-78A7DEE1B88F}" dt="2025-07-09T01:51:23.095" v="1022" actId="2696"/>
        <pc:sldMkLst>
          <pc:docMk/>
          <pc:sldMk cId="3892105965" sldId="284"/>
        </pc:sldMkLst>
      </pc:sldChg>
      <pc:sldChg chg="add del">
        <pc:chgData name="Richard Taylor" userId="fbfc1553-b23d-457b-a859-b112eb014c8c" providerId="ADAL" clId="{EE4F4EF6-1492-4EDF-8DCB-78A7DEE1B88F}" dt="2025-07-09T01:51:23.095" v="1022" actId="2696"/>
        <pc:sldMkLst>
          <pc:docMk/>
          <pc:sldMk cId="1006126043" sldId="285"/>
        </pc:sldMkLst>
      </pc:sldChg>
      <pc:sldChg chg="modSp add del mod">
        <pc:chgData name="Richard Taylor" userId="fbfc1553-b23d-457b-a859-b112eb014c8c" providerId="ADAL" clId="{EE4F4EF6-1492-4EDF-8DCB-78A7DEE1B88F}" dt="2025-07-09T01:56:17.871" v="1079" actId="47"/>
        <pc:sldMkLst>
          <pc:docMk/>
          <pc:sldMk cId="1872250881" sldId="285"/>
        </pc:sldMkLst>
      </pc:sldChg>
      <pc:sldChg chg="add del">
        <pc:chgData name="Richard Taylor" userId="fbfc1553-b23d-457b-a859-b112eb014c8c" providerId="ADAL" clId="{EE4F4EF6-1492-4EDF-8DCB-78A7DEE1B88F}" dt="2025-07-09T01:51:32.579" v="1028"/>
        <pc:sldMkLst>
          <pc:docMk/>
          <pc:sldMk cId="2751806603" sldId="285"/>
        </pc:sldMkLst>
      </pc:sldChg>
      <pc:sldChg chg="add del">
        <pc:chgData name="Richard Taylor" userId="fbfc1553-b23d-457b-a859-b112eb014c8c" providerId="ADAL" clId="{EE4F4EF6-1492-4EDF-8DCB-78A7DEE1B88F}" dt="2025-07-09T01:51:32.579" v="1028"/>
        <pc:sldMkLst>
          <pc:docMk/>
          <pc:sldMk cId="864455677" sldId="286"/>
        </pc:sldMkLst>
      </pc:sldChg>
      <pc:sldChg chg="add del">
        <pc:chgData name="Richard Taylor" userId="fbfc1553-b23d-457b-a859-b112eb014c8c" providerId="ADAL" clId="{EE4F4EF6-1492-4EDF-8DCB-78A7DEE1B88F}" dt="2025-07-09T01:51:23.095" v="1022" actId="2696"/>
        <pc:sldMkLst>
          <pc:docMk/>
          <pc:sldMk cId="2003456868" sldId="286"/>
        </pc:sldMkLst>
      </pc:sldChg>
      <pc:sldChg chg="delSp add del">
        <pc:chgData name="Richard Taylor" userId="fbfc1553-b23d-457b-a859-b112eb014c8c" providerId="ADAL" clId="{EE4F4EF6-1492-4EDF-8DCB-78A7DEE1B88F}" dt="2025-07-09T02:03:20.177" v="1170" actId="47"/>
        <pc:sldMkLst>
          <pc:docMk/>
          <pc:sldMk cId="2133351204" sldId="286"/>
        </pc:sldMkLst>
      </pc:sldChg>
      <pc:sldChg chg="add del">
        <pc:chgData name="Richard Taylor" userId="fbfc1553-b23d-457b-a859-b112eb014c8c" providerId="ADAL" clId="{EE4F4EF6-1492-4EDF-8DCB-78A7DEE1B88F}" dt="2025-07-09T01:51:23.095" v="1022" actId="2696"/>
        <pc:sldMkLst>
          <pc:docMk/>
          <pc:sldMk cId="1273630780" sldId="287"/>
        </pc:sldMkLst>
      </pc:sldChg>
      <pc:sldChg chg="add del">
        <pc:chgData name="Richard Taylor" userId="fbfc1553-b23d-457b-a859-b112eb014c8c" providerId="ADAL" clId="{EE4F4EF6-1492-4EDF-8DCB-78A7DEE1B88F}" dt="2025-07-09T02:04:04.649" v="1178" actId="47"/>
        <pc:sldMkLst>
          <pc:docMk/>
          <pc:sldMk cId="3539853843" sldId="287"/>
        </pc:sldMkLst>
      </pc:sldChg>
      <pc:sldChg chg="add del">
        <pc:chgData name="Richard Taylor" userId="fbfc1553-b23d-457b-a859-b112eb014c8c" providerId="ADAL" clId="{EE4F4EF6-1492-4EDF-8DCB-78A7DEE1B88F}" dt="2025-07-09T01:51:32.579" v="1028"/>
        <pc:sldMkLst>
          <pc:docMk/>
          <pc:sldMk cId="4112395288" sldId="287"/>
        </pc:sldMkLst>
      </pc:sldChg>
      <pc:sldChg chg="add del">
        <pc:chgData name="Richard Taylor" userId="fbfc1553-b23d-457b-a859-b112eb014c8c" providerId="ADAL" clId="{EE4F4EF6-1492-4EDF-8DCB-78A7DEE1B88F}" dt="2025-07-09T02:05:36.490" v="1189" actId="47"/>
        <pc:sldMkLst>
          <pc:docMk/>
          <pc:sldMk cId="903064130" sldId="288"/>
        </pc:sldMkLst>
      </pc:sldChg>
      <pc:sldChg chg="add del">
        <pc:chgData name="Richard Taylor" userId="fbfc1553-b23d-457b-a859-b112eb014c8c" providerId="ADAL" clId="{EE4F4EF6-1492-4EDF-8DCB-78A7DEE1B88F}" dt="2025-07-09T01:51:23.095" v="1022" actId="2696"/>
        <pc:sldMkLst>
          <pc:docMk/>
          <pc:sldMk cId="2471166483" sldId="288"/>
        </pc:sldMkLst>
      </pc:sldChg>
      <pc:sldChg chg="add del">
        <pc:chgData name="Richard Taylor" userId="fbfc1553-b23d-457b-a859-b112eb014c8c" providerId="ADAL" clId="{EE4F4EF6-1492-4EDF-8DCB-78A7DEE1B88F}" dt="2025-07-09T01:51:32.579" v="1028"/>
        <pc:sldMkLst>
          <pc:docMk/>
          <pc:sldMk cId="4016692291" sldId="288"/>
        </pc:sldMkLst>
      </pc:sldChg>
      <pc:sldChg chg="add del">
        <pc:chgData name="Richard Taylor" userId="fbfc1553-b23d-457b-a859-b112eb014c8c" providerId="ADAL" clId="{EE4F4EF6-1492-4EDF-8DCB-78A7DEE1B88F}" dt="2025-07-09T01:51:23.095" v="1022" actId="2696"/>
        <pc:sldMkLst>
          <pc:docMk/>
          <pc:sldMk cId="897866384" sldId="289"/>
        </pc:sldMkLst>
      </pc:sldChg>
      <pc:sldChg chg="add del">
        <pc:chgData name="Richard Taylor" userId="fbfc1553-b23d-457b-a859-b112eb014c8c" providerId="ADAL" clId="{EE4F4EF6-1492-4EDF-8DCB-78A7DEE1B88F}" dt="2025-07-09T01:51:32.579" v="1028"/>
        <pc:sldMkLst>
          <pc:docMk/>
          <pc:sldMk cId="1349917344" sldId="289"/>
        </pc:sldMkLst>
      </pc:sldChg>
      <pc:sldChg chg="add del">
        <pc:chgData name="Richard Taylor" userId="fbfc1553-b23d-457b-a859-b112eb014c8c" providerId="ADAL" clId="{EE4F4EF6-1492-4EDF-8DCB-78A7DEE1B88F}" dt="2025-07-09T02:07:26.178" v="1220" actId="47"/>
        <pc:sldMkLst>
          <pc:docMk/>
          <pc:sldMk cId="1486268328" sldId="289"/>
        </pc:sldMkLst>
      </pc:sldChg>
      <pc:sldChg chg="add del">
        <pc:chgData name="Richard Taylor" userId="fbfc1553-b23d-457b-a859-b112eb014c8c" providerId="ADAL" clId="{EE4F4EF6-1492-4EDF-8DCB-78A7DEE1B88F}" dt="2025-07-09T02:43:12.875" v="1667" actId="47"/>
        <pc:sldMkLst>
          <pc:docMk/>
          <pc:sldMk cId="3193630166" sldId="290"/>
        </pc:sldMkLst>
      </pc:sldChg>
      <pc:sldChg chg="add del">
        <pc:chgData name="Richard Taylor" userId="fbfc1553-b23d-457b-a859-b112eb014c8c" providerId="ADAL" clId="{EE4F4EF6-1492-4EDF-8DCB-78A7DEE1B88F}" dt="2025-07-09T02:28:14.234" v="1439" actId="47"/>
        <pc:sldMkLst>
          <pc:docMk/>
          <pc:sldMk cId="1672256438" sldId="292"/>
        </pc:sldMkLst>
      </pc:sldChg>
      <pc:sldChg chg="add del">
        <pc:chgData name="Richard Taylor" userId="fbfc1553-b23d-457b-a859-b112eb014c8c" providerId="ADAL" clId="{EE4F4EF6-1492-4EDF-8DCB-78A7DEE1B88F}" dt="2025-07-09T01:51:32.579" v="1028"/>
        <pc:sldMkLst>
          <pc:docMk/>
          <pc:sldMk cId="1836710372" sldId="292"/>
        </pc:sldMkLst>
      </pc:sldChg>
      <pc:sldChg chg="add del">
        <pc:chgData name="Richard Taylor" userId="fbfc1553-b23d-457b-a859-b112eb014c8c" providerId="ADAL" clId="{EE4F4EF6-1492-4EDF-8DCB-78A7DEE1B88F}" dt="2025-07-09T01:51:23.095" v="1022" actId="2696"/>
        <pc:sldMkLst>
          <pc:docMk/>
          <pc:sldMk cId="3351157697" sldId="292"/>
        </pc:sldMkLst>
      </pc:sldChg>
      <pc:sldChg chg="add del">
        <pc:chgData name="Richard Taylor" userId="fbfc1553-b23d-457b-a859-b112eb014c8c" providerId="ADAL" clId="{EE4F4EF6-1492-4EDF-8DCB-78A7DEE1B88F}" dt="2025-07-09T01:51:32.579" v="1028"/>
        <pc:sldMkLst>
          <pc:docMk/>
          <pc:sldMk cId="1626520530" sldId="293"/>
        </pc:sldMkLst>
      </pc:sldChg>
      <pc:sldChg chg="add del">
        <pc:chgData name="Richard Taylor" userId="fbfc1553-b23d-457b-a859-b112eb014c8c" providerId="ADAL" clId="{EE4F4EF6-1492-4EDF-8DCB-78A7DEE1B88F}" dt="2025-07-09T01:51:23.095" v="1022" actId="2696"/>
        <pc:sldMkLst>
          <pc:docMk/>
          <pc:sldMk cId="2467583175" sldId="293"/>
        </pc:sldMkLst>
      </pc:sldChg>
      <pc:sldChg chg="add del">
        <pc:chgData name="Richard Taylor" userId="fbfc1553-b23d-457b-a859-b112eb014c8c" providerId="ADAL" clId="{EE4F4EF6-1492-4EDF-8DCB-78A7DEE1B88F}" dt="2025-07-09T02:28:59.922" v="1456" actId="47"/>
        <pc:sldMkLst>
          <pc:docMk/>
          <pc:sldMk cId="3419374719" sldId="293"/>
        </pc:sldMkLst>
      </pc:sldChg>
      <pc:sldChg chg="add del">
        <pc:chgData name="Richard Taylor" userId="fbfc1553-b23d-457b-a859-b112eb014c8c" providerId="ADAL" clId="{EE4F4EF6-1492-4EDF-8DCB-78A7DEE1B88F}" dt="2025-07-09T02:29:40.068" v="1475" actId="2696"/>
        <pc:sldMkLst>
          <pc:docMk/>
          <pc:sldMk cId="590845067" sldId="297"/>
        </pc:sldMkLst>
      </pc:sldChg>
      <pc:sldChg chg="delSp add del">
        <pc:chgData name="Richard Taylor" userId="fbfc1553-b23d-457b-a859-b112eb014c8c" providerId="ADAL" clId="{EE4F4EF6-1492-4EDF-8DCB-78A7DEE1B88F}" dt="2025-07-09T03:28:05.631" v="2047" actId="47"/>
        <pc:sldMkLst>
          <pc:docMk/>
          <pc:sldMk cId="2796333209" sldId="297"/>
        </pc:sldMkLst>
      </pc:sldChg>
      <pc:sldChg chg="add del">
        <pc:chgData name="Richard Taylor" userId="fbfc1553-b23d-457b-a859-b112eb014c8c" providerId="ADAL" clId="{EE4F4EF6-1492-4EDF-8DCB-78A7DEE1B88F}" dt="2025-07-09T03:24:37.095" v="2010"/>
        <pc:sldMkLst>
          <pc:docMk/>
          <pc:sldMk cId="2894293722" sldId="297"/>
        </pc:sldMkLst>
      </pc:sldChg>
      <pc:sldChg chg="add del">
        <pc:chgData name="Richard Taylor" userId="fbfc1553-b23d-457b-a859-b112eb014c8c" providerId="ADAL" clId="{EE4F4EF6-1492-4EDF-8DCB-78A7DEE1B88F}" dt="2025-07-09T03:27:02.454" v="2034" actId="2696"/>
        <pc:sldMkLst>
          <pc:docMk/>
          <pc:sldMk cId="3232737114" sldId="297"/>
        </pc:sldMkLst>
      </pc:sldChg>
      <pc:sldChg chg="add del">
        <pc:chgData name="Richard Taylor" userId="fbfc1553-b23d-457b-a859-b112eb014c8c" providerId="ADAL" clId="{EE4F4EF6-1492-4EDF-8DCB-78A7DEE1B88F}" dt="2025-07-09T03:26:06.909" v="2017"/>
        <pc:sldMkLst>
          <pc:docMk/>
          <pc:sldMk cId="4268299470" sldId="297"/>
        </pc:sldMkLst>
      </pc:sldChg>
      <pc:sldChg chg="add del">
        <pc:chgData name="Richard Taylor" userId="fbfc1553-b23d-457b-a859-b112eb014c8c" providerId="ADAL" clId="{EE4F4EF6-1492-4EDF-8DCB-78A7DEE1B88F}" dt="2025-07-09T01:51:23.095" v="1022" actId="2696"/>
        <pc:sldMkLst>
          <pc:docMk/>
          <pc:sldMk cId="2413859727" sldId="302"/>
        </pc:sldMkLst>
      </pc:sldChg>
      <pc:sldChg chg="add del">
        <pc:chgData name="Richard Taylor" userId="fbfc1553-b23d-457b-a859-b112eb014c8c" providerId="ADAL" clId="{EE4F4EF6-1492-4EDF-8DCB-78A7DEE1B88F}" dt="2025-07-09T02:10:29.698" v="1290" actId="47"/>
        <pc:sldMkLst>
          <pc:docMk/>
          <pc:sldMk cId="2799026928" sldId="302"/>
        </pc:sldMkLst>
      </pc:sldChg>
      <pc:sldChg chg="add del">
        <pc:chgData name="Richard Taylor" userId="fbfc1553-b23d-457b-a859-b112eb014c8c" providerId="ADAL" clId="{EE4F4EF6-1492-4EDF-8DCB-78A7DEE1B88F}" dt="2025-07-09T01:51:32.579" v="1028"/>
        <pc:sldMkLst>
          <pc:docMk/>
          <pc:sldMk cId="3796370496" sldId="302"/>
        </pc:sldMkLst>
      </pc:sldChg>
      <pc:sldChg chg="add del">
        <pc:chgData name="Richard Taylor" userId="fbfc1553-b23d-457b-a859-b112eb014c8c" providerId="ADAL" clId="{EE4F4EF6-1492-4EDF-8DCB-78A7DEE1B88F}" dt="2025-07-09T02:16:06.689" v="1308" actId="47"/>
        <pc:sldMkLst>
          <pc:docMk/>
          <pc:sldMk cId="2316663679" sldId="303"/>
        </pc:sldMkLst>
      </pc:sldChg>
      <pc:sldChg chg="add del">
        <pc:chgData name="Richard Taylor" userId="fbfc1553-b23d-457b-a859-b112eb014c8c" providerId="ADAL" clId="{EE4F4EF6-1492-4EDF-8DCB-78A7DEE1B88F}" dt="2025-07-09T01:51:32.579" v="1028"/>
        <pc:sldMkLst>
          <pc:docMk/>
          <pc:sldMk cId="3007736582" sldId="303"/>
        </pc:sldMkLst>
      </pc:sldChg>
      <pc:sldChg chg="add del">
        <pc:chgData name="Richard Taylor" userId="fbfc1553-b23d-457b-a859-b112eb014c8c" providerId="ADAL" clId="{EE4F4EF6-1492-4EDF-8DCB-78A7DEE1B88F}" dt="2025-07-09T01:51:23.095" v="1022" actId="2696"/>
        <pc:sldMkLst>
          <pc:docMk/>
          <pc:sldMk cId="4094852082" sldId="303"/>
        </pc:sldMkLst>
      </pc:sldChg>
      <pc:sldChg chg="add del">
        <pc:chgData name="Richard Taylor" userId="fbfc1553-b23d-457b-a859-b112eb014c8c" providerId="ADAL" clId="{EE4F4EF6-1492-4EDF-8DCB-78A7DEE1B88F}" dt="2025-07-09T01:51:23.095" v="1022" actId="2696"/>
        <pc:sldMkLst>
          <pc:docMk/>
          <pc:sldMk cId="850531199" sldId="304"/>
        </pc:sldMkLst>
      </pc:sldChg>
      <pc:sldChg chg="add del">
        <pc:chgData name="Richard Taylor" userId="fbfc1553-b23d-457b-a859-b112eb014c8c" providerId="ADAL" clId="{EE4F4EF6-1492-4EDF-8DCB-78A7DEE1B88F}" dt="2025-07-09T01:51:32.579" v="1028"/>
        <pc:sldMkLst>
          <pc:docMk/>
          <pc:sldMk cId="1392092308" sldId="304"/>
        </pc:sldMkLst>
      </pc:sldChg>
      <pc:sldChg chg="add del">
        <pc:chgData name="Richard Taylor" userId="fbfc1553-b23d-457b-a859-b112eb014c8c" providerId="ADAL" clId="{EE4F4EF6-1492-4EDF-8DCB-78A7DEE1B88F}" dt="2025-07-09T02:18:19.820" v="1317" actId="47"/>
        <pc:sldMkLst>
          <pc:docMk/>
          <pc:sldMk cId="3275205631" sldId="304"/>
        </pc:sldMkLst>
      </pc:sldChg>
      <pc:sldChg chg="add del">
        <pc:chgData name="Richard Taylor" userId="fbfc1553-b23d-457b-a859-b112eb014c8c" providerId="ADAL" clId="{EE4F4EF6-1492-4EDF-8DCB-78A7DEE1B88F}" dt="2025-07-09T01:51:32.579" v="1028"/>
        <pc:sldMkLst>
          <pc:docMk/>
          <pc:sldMk cId="1054866372" sldId="305"/>
        </pc:sldMkLst>
      </pc:sldChg>
      <pc:sldChg chg="delSp add del">
        <pc:chgData name="Richard Taylor" userId="fbfc1553-b23d-457b-a859-b112eb014c8c" providerId="ADAL" clId="{EE4F4EF6-1492-4EDF-8DCB-78A7DEE1B88F}" dt="2025-07-09T02:19:43.753" v="1353" actId="47"/>
        <pc:sldMkLst>
          <pc:docMk/>
          <pc:sldMk cId="3327641741" sldId="305"/>
        </pc:sldMkLst>
      </pc:sldChg>
      <pc:sldChg chg="add del">
        <pc:chgData name="Richard Taylor" userId="fbfc1553-b23d-457b-a859-b112eb014c8c" providerId="ADAL" clId="{EE4F4EF6-1492-4EDF-8DCB-78A7DEE1B88F}" dt="2025-07-09T01:51:23.095" v="1022" actId="2696"/>
        <pc:sldMkLst>
          <pc:docMk/>
          <pc:sldMk cId="3611279312" sldId="305"/>
        </pc:sldMkLst>
      </pc:sldChg>
      <pc:sldChg chg="add del">
        <pc:chgData name="Richard Taylor" userId="fbfc1553-b23d-457b-a859-b112eb014c8c" providerId="ADAL" clId="{EE4F4EF6-1492-4EDF-8DCB-78A7DEE1B88F}" dt="2025-07-09T01:51:32.579" v="1028"/>
        <pc:sldMkLst>
          <pc:docMk/>
          <pc:sldMk cId="133767696" sldId="306"/>
        </pc:sldMkLst>
      </pc:sldChg>
      <pc:sldChg chg="delSp modSp add del mod">
        <pc:chgData name="Richard Taylor" userId="fbfc1553-b23d-457b-a859-b112eb014c8c" providerId="ADAL" clId="{EE4F4EF6-1492-4EDF-8DCB-78A7DEE1B88F}" dt="2025-07-09T02:21:22.474" v="1374" actId="47"/>
        <pc:sldMkLst>
          <pc:docMk/>
          <pc:sldMk cId="505616845" sldId="306"/>
        </pc:sldMkLst>
      </pc:sldChg>
      <pc:sldChg chg="add del">
        <pc:chgData name="Richard Taylor" userId="fbfc1553-b23d-457b-a859-b112eb014c8c" providerId="ADAL" clId="{EE4F4EF6-1492-4EDF-8DCB-78A7DEE1B88F}" dt="2025-07-09T01:51:23.095" v="1022" actId="2696"/>
        <pc:sldMkLst>
          <pc:docMk/>
          <pc:sldMk cId="933520995" sldId="306"/>
        </pc:sldMkLst>
      </pc:sldChg>
      <pc:sldChg chg="add del">
        <pc:chgData name="Richard Taylor" userId="fbfc1553-b23d-457b-a859-b112eb014c8c" providerId="ADAL" clId="{EE4F4EF6-1492-4EDF-8DCB-78A7DEE1B88F}" dt="2025-07-09T01:51:23.095" v="1022" actId="2696"/>
        <pc:sldMkLst>
          <pc:docMk/>
          <pc:sldMk cId="113426017" sldId="307"/>
        </pc:sldMkLst>
      </pc:sldChg>
      <pc:sldChg chg="add del">
        <pc:chgData name="Richard Taylor" userId="fbfc1553-b23d-457b-a859-b112eb014c8c" providerId="ADAL" clId="{EE4F4EF6-1492-4EDF-8DCB-78A7DEE1B88F}" dt="2025-07-09T01:51:32.579" v="1028"/>
        <pc:sldMkLst>
          <pc:docMk/>
          <pc:sldMk cId="1637258775" sldId="307"/>
        </pc:sldMkLst>
      </pc:sldChg>
      <pc:sldChg chg="add del">
        <pc:chgData name="Richard Taylor" userId="fbfc1553-b23d-457b-a859-b112eb014c8c" providerId="ADAL" clId="{EE4F4EF6-1492-4EDF-8DCB-78A7DEE1B88F}" dt="2025-07-09T02:23:36.154" v="1390" actId="47"/>
        <pc:sldMkLst>
          <pc:docMk/>
          <pc:sldMk cId="1655511401" sldId="307"/>
        </pc:sldMkLst>
      </pc:sldChg>
      <pc:sldChg chg="add del">
        <pc:chgData name="Richard Taylor" userId="fbfc1553-b23d-457b-a859-b112eb014c8c" providerId="ADAL" clId="{EE4F4EF6-1492-4EDF-8DCB-78A7DEE1B88F}" dt="2025-07-09T01:51:32.579" v="1028"/>
        <pc:sldMkLst>
          <pc:docMk/>
          <pc:sldMk cId="1045029850" sldId="308"/>
        </pc:sldMkLst>
      </pc:sldChg>
      <pc:sldChg chg="add del">
        <pc:chgData name="Richard Taylor" userId="fbfc1553-b23d-457b-a859-b112eb014c8c" providerId="ADAL" clId="{EE4F4EF6-1492-4EDF-8DCB-78A7DEE1B88F}" dt="2025-07-09T01:51:23.095" v="1022" actId="2696"/>
        <pc:sldMkLst>
          <pc:docMk/>
          <pc:sldMk cId="1155724420" sldId="308"/>
        </pc:sldMkLst>
      </pc:sldChg>
      <pc:sldChg chg="add del">
        <pc:chgData name="Richard Taylor" userId="fbfc1553-b23d-457b-a859-b112eb014c8c" providerId="ADAL" clId="{EE4F4EF6-1492-4EDF-8DCB-78A7DEE1B88F}" dt="2025-07-09T02:26:25.401" v="1424" actId="47"/>
        <pc:sldMkLst>
          <pc:docMk/>
          <pc:sldMk cId="1569258096" sldId="308"/>
        </pc:sldMkLst>
      </pc:sldChg>
      <pc:sldChg chg="add del">
        <pc:chgData name="Richard Taylor" userId="fbfc1553-b23d-457b-a859-b112eb014c8c" providerId="ADAL" clId="{EE4F4EF6-1492-4EDF-8DCB-78A7DEE1B88F}" dt="2025-07-09T02:30:45.937" v="1511" actId="47"/>
        <pc:sldMkLst>
          <pc:docMk/>
          <pc:sldMk cId="1944944180" sldId="312"/>
        </pc:sldMkLst>
      </pc:sldChg>
      <pc:sldChg chg="modSp add del mod ord">
        <pc:chgData name="Richard Taylor" userId="fbfc1553-b23d-457b-a859-b112eb014c8c" providerId="ADAL" clId="{EE4F4EF6-1492-4EDF-8DCB-78A7DEE1B88F}" dt="2025-07-09T02:39:37.414" v="1615" actId="47"/>
        <pc:sldMkLst>
          <pc:docMk/>
          <pc:sldMk cId="2986885011" sldId="313"/>
        </pc:sldMkLst>
      </pc:sldChg>
      <pc:sldChg chg="modSp add del mod">
        <pc:chgData name="Richard Taylor" userId="fbfc1553-b23d-457b-a859-b112eb014c8c" providerId="ADAL" clId="{EE4F4EF6-1492-4EDF-8DCB-78A7DEE1B88F}" dt="2025-07-09T02:40:54.483" v="1629" actId="47"/>
        <pc:sldMkLst>
          <pc:docMk/>
          <pc:sldMk cId="9465213" sldId="314"/>
        </pc:sldMkLst>
      </pc:sldChg>
      <pc:sldChg chg="modSp add del mod">
        <pc:chgData name="Richard Taylor" userId="fbfc1553-b23d-457b-a859-b112eb014c8c" providerId="ADAL" clId="{EE4F4EF6-1492-4EDF-8DCB-78A7DEE1B88F}" dt="2025-07-09T02:42:01.064" v="1650" actId="47"/>
        <pc:sldMkLst>
          <pc:docMk/>
          <pc:sldMk cId="2850988537" sldId="316"/>
        </pc:sldMkLst>
      </pc:sldChg>
      <pc:sldChg chg="add del">
        <pc:chgData name="Richard Taylor" userId="fbfc1553-b23d-457b-a859-b112eb014c8c" providerId="ADAL" clId="{EE4F4EF6-1492-4EDF-8DCB-78A7DEE1B88F}" dt="2025-07-09T01:54:49.780" v="1058" actId="47"/>
        <pc:sldMkLst>
          <pc:docMk/>
          <pc:sldMk cId="1025318692" sldId="317"/>
        </pc:sldMkLst>
      </pc:sldChg>
      <pc:sldChg chg="modSp add del mod">
        <pc:chgData name="Richard Taylor" userId="fbfc1553-b23d-457b-a859-b112eb014c8c" providerId="ADAL" clId="{EE4F4EF6-1492-4EDF-8DCB-78A7DEE1B88F}" dt="2025-07-09T01:51:32.579" v="1028"/>
        <pc:sldMkLst>
          <pc:docMk/>
          <pc:sldMk cId="1727497638" sldId="317"/>
        </pc:sldMkLst>
      </pc:sldChg>
      <pc:sldChg chg="add del">
        <pc:chgData name="Richard Taylor" userId="fbfc1553-b23d-457b-a859-b112eb014c8c" providerId="ADAL" clId="{EE4F4EF6-1492-4EDF-8DCB-78A7DEE1B88F}" dt="2025-07-09T01:51:23.095" v="1022" actId="2696"/>
        <pc:sldMkLst>
          <pc:docMk/>
          <pc:sldMk cId="4137859115" sldId="317"/>
        </pc:sldMkLst>
      </pc:sldChg>
      <pc:sldChg chg="add del">
        <pc:chgData name="Richard Taylor" userId="fbfc1553-b23d-457b-a859-b112eb014c8c" providerId="ADAL" clId="{EE4F4EF6-1492-4EDF-8DCB-78A7DEE1B88F}" dt="2025-07-09T02:58:52.206" v="1710" actId="47"/>
        <pc:sldMkLst>
          <pc:docMk/>
          <pc:sldMk cId="302085951" sldId="318"/>
        </pc:sldMkLst>
      </pc:sldChg>
      <pc:sldChg chg="add del">
        <pc:chgData name="Richard Taylor" userId="fbfc1553-b23d-457b-a859-b112eb014c8c" providerId="ADAL" clId="{EE4F4EF6-1492-4EDF-8DCB-78A7DEE1B88F}" dt="2025-07-09T02:10:51.702" v="1291" actId="47"/>
        <pc:sldMkLst>
          <pc:docMk/>
          <pc:sldMk cId="86138030" sldId="322"/>
        </pc:sldMkLst>
      </pc:sldChg>
      <pc:sldChg chg="modSp add del mod">
        <pc:chgData name="Richard Taylor" userId="fbfc1553-b23d-457b-a859-b112eb014c8c" providerId="ADAL" clId="{EE4F4EF6-1492-4EDF-8DCB-78A7DEE1B88F}" dt="2025-07-09T01:51:32.579" v="1028"/>
        <pc:sldMkLst>
          <pc:docMk/>
          <pc:sldMk cId="540833238" sldId="322"/>
        </pc:sldMkLst>
      </pc:sldChg>
      <pc:sldChg chg="add del">
        <pc:chgData name="Richard Taylor" userId="fbfc1553-b23d-457b-a859-b112eb014c8c" providerId="ADAL" clId="{EE4F4EF6-1492-4EDF-8DCB-78A7DEE1B88F}" dt="2025-07-09T01:51:23.095" v="1022" actId="2696"/>
        <pc:sldMkLst>
          <pc:docMk/>
          <pc:sldMk cId="3035832642" sldId="322"/>
        </pc:sldMkLst>
      </pc:sldChg>
      <pc:sldChg chg="add del">
        <pc:chgData name="Richard Taylor" userId="fbfc1553-b23d-457b-a859-b112eb014c8c" providerId="ADAL" clId="{EE4F4EF6-1492-4EDF-8DCB-78A7DEE1B88F}" dt="2025-07-09T02:00:33.370" v="1139" actId="47"/>
        <pc:sldMkLst>
          <pc:docMk/>
          <pc:sldMk cId="1793475402" sldId="323"/>
        </pc:sldMkLst>
      </pc:sldChg>
      <pc:sldChg chg="modSp add del mod">
        <pc:chgData name="Richard Taylor" userId="fbfc1553-b23d-457b-a859-b112eb014c8c" providerId="ADAL" clId="{EE4F4EF6-1492-4EDF-8DCB-78A7DEE1B88F}" dt="2025-07-09T01:51:32.579" v="1028"/>
        <pc:sldMkLst>
          <pc:docMk/>
          <pc:sldMk cId="2382496260" sldId="323"/>
        </pc:sldMkLst>
      </pc:sldChg>
      <pc:sldChg chg="add del">
        <pc:chgData name="Richard Taylor" userId="fbfc1553-b23d-457b-a859-b112eb014c8c" providerId="ADAL" clId="{EE4F4EF6-1492-4EDF-8DCB-78A7DEE1B88F}" dt="2025-07-09T01:51:23.095" v="1022" actId="2696"/>
        <pc:sldMkLst>
          <pc:docMk/>
          <pc:sldMk cId="2992770004" sldId="323"/>
        </pc:sldMkLst>
      </pc:sldChg>
      <pc:sldChg chg="add del">
        <pc:chgData name="Richard Taylor" userId="fbfc1553-b23d-457b-a859-b112eb014c8c" providerId="ADAL" clId="{EE4F4EF6-1492-4EDF-8DCB-78A7DEE1B88F}" dt="2025-07-09T02:29:40.068" v="1475" actId="2696"/>
        <pc:sldMkLst>
          <pc:docMk/>
          <pc:sldMk cId="996907866" sldId="327"/>
        </pc:sldMkLst>
      </pc:sldChg>
      <pc:sldChg chg="add del">
        <pc:chgData name="Richard Taylor" userId="fbfc1553-b23d-457b-a859-b112eb014c8c" providerId="ADAL" clId="{EE4F4EF6-1492-4EDF-8DCB-78A7DEE1B88F}" dt="2025-07-09T03:26:58.566" v="2033" actId="47"/>
        <pc:sldMkLst>
          <pc:docMk/>
          <pc:sldMk cId="1104147787" sldId="327"/>
        </pc:sldMkLst>
      </pc:sldChg>
      <pc:sldChg chg="add del">
        <pc:chgData name="Richard Taylor" userId="fbfc1553-b23d-457b-a859-b112eb014c8c" providerId="ADAL" clId="{EE4F4EF6-1492-4EDF-8DCB-78A7DEE1B88F}" dt="2025-07-09T03:15:05.743" v="1946" actId="47"/>
        <pc:sldMkLst>
          <pc:docMk/>
          <pc:sldMk cId="2636951594" sldId="350"/>
        </pc:sldMkLst>
      </pc:sldChg>
      <pc:sldChg chg="add del">
        <pc:chgData name="Richard Taylor" userId="fbfc1553-b23d-457b-a859-b112eb014c8c" providerId="ADAL" clId="{EE4F4EF6-1492-4EDF-8DCB-78A7DEE1B88F}" dt="2025-07-09T03:00:17.415" v="1729" actId="47"/>
        <pc:sldMkLst>
          <pc:docMk/>
          <pc:sldMk cId="486968673" sldId="351"/>
        </pc:sldMkLst>
      </pc:sldChg>
      <pc:sldChg chg="modSp add del mod">
        <pc:chgData name="Richard Taylor" userId="fbfc1553-b23d-457b-a859-b112eb014c8c" providerId="ADAL" clId="{EE4F4EF6-1492-4EDF-8DCB-78A7DEE1B88F}" dt="2025-07-09T03:13:32.053" v="1917" actId="47"/>
        <pc:sldMkLst>
          <pc:docMk/>
          <pc:sldMk cId="593219531" sldId="353"/>
        </pc:sldMkLst>
      </pc:sldChg>
      <pc:sldChg chg="add del">
        <pc:chgData name="Richard Taylor" userId="fbfc1553-b23d-457b-a859-b112eb014c8c" providerId="ADAL" clId="{EE4F4EF6-1492-4EDF-8DCB-78A7DEE1B88F}" dt="2025-07-09T03:15:48.577" v="1953" actId="47"/>
        <pc:sldMkLst>
          <pc:docMk/>
          <pc:sldMk cId="1104627822" sldId="354"/>
        </pc:sldMkLst>
      </pc:sldChg>
      <pc:sldChg chg="addSp delSp modSp add mod">
        <pc:chgData name="Richard Taylor" userId="fbfc1553-b23d-457b-a859-b112eb014c8c" providerId="ADAL" clId="{EE4F4EF6-1492-4EDF-8DCB-78A7DEE1B88F}" dt="2025-07-11T07:52:26.229" v="2235" actId="20577"/>
        <pc:sldMkLst>
          <pc:docMk/>
          <pc:sldMk cId="3333206354" sldId="2303"/>
        </pc:sldMkLst>
        <pc:spChg chg="mod">
          <ac:chgData name="Richard Taylor" userId="fbfc1553-b23d-457b-a859-b112eb014c8c" providerId="ADAL" clId="{EE4F4EF6-1492-4EDF-8DCB-78A7DEE1B88F}" dt="2025-07-08T23:39:54.758" v="268" actId="20577"/>
          <ac:spMkLst>
            <pc:docMk/>
            <pc:sldMk cId="3333206354" sldId="2303"/>
            <ac:spMk id="2" creationId="{F9413B98-0319-74E3-38D3-EE0CB3C108D4}"/>
          </ac:spMkLst>
        </pc:spChg>
        <pc:spChg chg="mod">
          <ac:chgData name="Richard Taylor" userId="fbfc1553-b23d-457b-a859-b112eb014c8c" providerId="ADAL" clId="{EE4F4EF6-1492-4EDF-8DCB-78A7DEE1B88F}" dt="2025-07-08T23:40:02.823" v="280" actId="20577"/>
          <ac:spMkLst>
            <pc:docMk/>
            <pc:sldMk cId="3333206354" sldId="2303"/>
            <ac:spMk id="3" creationId="{61127326-5322-2F0C-1D54-4F9FA6ADAF50}"/>
          </ac:spMkLst>
        </pc:spChg>
        <pc:spChg chg="mod">
          <ac:chgData name="Richard Taylor" userId="fbfc1553-b23d-457b-a859-b112eb014c8c" providerId="ADAL" clId="{EE4F4EF6-1492-4EDF-8DCB-78A7DEE1B88F}" dt="2025-07-08T23:40:09.193" v="294" actId="20577"/>
          <ac:spMkLst>
            <pc:docMk/>
            <pc:sldMk cId="3333206354" sldId="2303"/>
            <ac:spMk id="4" creationId="{5696B9A4-0494-4C06-00CE-1D1BB38100BD}"/>
          </ac:spMkLst>
        </pc:spChg>
        <pc:spChg chg="add mod">
          <ac:chgData name="Richard Taylor" userId="fbfc1553-b23d-457b-a859-b112eb014c8c" providerId="ADAL" clId="{EE4F4EF6-1492-4EDF-8DCB-78A7DEE1B88F}" dt="2025-07-08T23:38:58.985" v="183"/>
          <ac:spMkLst>
            <pc:docMk/>
            <pc:sldMk cId="3333206354" sldId="2303"/>
            <ac:spMk id="5" creationId="{BCCEE956-4087-9B7F-80AB-9C49CD2B0D0B}"/>
          </ac:spMkLst>
        </pc:spChg>
        <pc:spChg chg="add mod">
          <ac:chgData name="Richard Taylor" userId="fbfc1553-b23d-457b-a859-b112eb014c8c" providerId="ADAL" clId="{EE4F4EF6-1492-4EDF-8DCB-78A7DEE1B88F}" dt="2025-07-11T07:52:26.229" v="2235" actId="20577"/>
          <ac:spMkLst>
            <pc:docMk/>
            <pc:sldMk cId="3333206354" sldId="2303"/>
            <ac:spMk id="6" creationId="{2A99025E-5D7D-3E55-1C46-727A2DC96B80}"/>
          </ac:spMkLst>
        </pc:spChg>
        <pc:spChg chg="mod">
          <ac:chgData name="Richard Taylor" userId="fbfc1553-b23d-457b-a859-b112eb014c8c" providerId="ADAL" clId="{EE4F4EF6-1492-4EDF-8DCB-78A7DEE1B88F}" dt="2025-07-08T23:40:53.605" v="358" actId="20577"/>
          <ac:spMkLst>
            <pc:docMk/>
            <pc:sldMk cId="3333206354" sldId="2303"/>
            <ac:spMk id="30" creationId="{E055FDF7-9D3F-C8A0-15B7-12217ED441C3}"/>
          </ac:spMkLst>
        </pc:spChg>
        <pc:spChg chg="mod">
          <ac:chgData name="Richard Taylor" userId="fbfc1553-b23d-457b-a859-b112eb014c8c" providerId="ADAL" clId="{EE4F4EF6-1492-4EDF-8DCB-78A7DEE1B88F}" dt="2025-07-08T23:39:26.486" v="212" actId="20577"/>
          <ac:spMkLst>
            <pc:docMk/>
            <pc:sldMk cId="3333206354" sldId="2303"/>
            <ac:spMk id="31" creationId="{9FC9EB19-4B63-EB47-C999-0D75B49ACF20}"/>
          </ac:spMkLst>
        </pc:spChg>
        <pc:spChg chg="mod">
          <ac:chgData name="Richard Taylor" userId="fbfc1553-b23d-457b-a859-b112eb014c8c" providerId="ADAL" clId="{EE4F4EF6-1492-4EDF-8DCB-78A7DEE1B88F}" dt="2025-07-08T23:40:18.779" v="305" actId="20577"/>
          <ac:spMkLst>
            <pc:docMk/>
            <pc:sldMk cId="3333206354" sldId="2303"/>
            <ac:spMk id="32" creationId="{4AA5C928-3D58-F717-8E65-BDAB6697489F}"/>
          </ac:spMkLst>
        </pc:spChg>
        <pc:spChg chg="mod">
          <ac:chgData name="Richard Taylor" userId="fbfc1553-b23d-457b-a859-b112eb014c8c" providerId="ADAL" clId="{EE4F4EF6-1492-4EDF-8DCB-78A7DEE1B88F}" dt="2025-07-08T23:40:58.678" v="359" actId="20577"/>
          <ac:spMkLst>
            <pc:docMk/>
            <pc:sldMk cId="3333206354" sldId="2303"/>
            <ac:spMk id="33" creationId="{E7BAF03B-D725-FCE2-EF8B-84E6BD2860DB}"/>
          </ac:spMkLst>
        </pc:spChg>
        <pc:spChg chg="mod">
          <ac:chgData name="Richard Taylor" userId="fbfc1553-b23d-457b-a859-b112eb014c8c" providerId="ADAL" clId="{EE4F4EF6-1492-4EDF-8DCB-78A7DEE1B88F}" dt="2025-07-08T23:39:39.967" v="244" actId="20577"/>
          <ac:spMkLst>
            <pc:docMk/>
            <pc:sldMk cId="3333206354" sldId="2303"/>
            <ac:spMk id="36" creationId="{C93188E5-237B-C7AD-B92E-1E6DA67F1A95}"/>
          </ac:spMkLst>
        </pc:spChg>
        <pc:spChg chg="mod">
          <ac:chgData name="Richard Taylor" userId="fbfc1553-b23d-457b-a859-b112eb014c8c" providerId="ADAL" clId="{EE4F4EF6-1492-4EDF-8DCB-78A7DEE1B88F}" dt="2025-07-08T23:40:48.259" v="351" actId="20577"/>
          <ac:spMkLst>
            <pc:docMk/>
            <pc:sldMk cId="3333206354" sldId="2303"/>
            <ac:spMk id="38" creationId="{49EAC151-A040-1556-957F-B08DF4D1E7C0}"/>
          </ac:spMkLst>
        </pc:spChg>
        <pc:picChg chg="mod">
          <ac:chgData name="Richard Taylor" userId="fbfc1553-b23d-457b-a859-b112eb014c8c" providerId="ADAL" clId="{EE4F4EF6-1492-4EDF-8DCB-78A7DEE1B88F}" dt="2025-07-08T23:40:12.991" v="296" actId="1076"/>
          <ac:picMkLst>
            <pc:docMk/>
            <pc:sldMk cId="3333206354" sldId="2303"/>
            <ac:picMk id="28" creationId="{5EF2CBD5-0A67-E6A2-047F-8806E66E89A9}"/>
          </ac:picMkLst>
        </pc:picChg>
      </pc:sldChg>
      <pc:sldChg chg="new del">
        <pc:chgData name="Richard Taylor" userId="fbfc1553-b23d-457b-a859-b112eb014c8c" providerId="ADAL" clId="{EE4F4EF6-1492-4EDF-8DCB-78A7DEE1B88F}" dt="2025-07-08T23:44:31.583" v="528" actId="680"/>
        <pc:sldMkLst>
          <pc:docMk/>
          <pc:sldMk cId="3010498602" sldId="2304"/>
        </pc:sldMkLst>
      </pc:sldChg>
      <pc:sldChg chg="addSp delSp modSp add mod">
        <pc:chgData name="Richard Taylor" userId="fbfc1553-b23d-457b-a859-b112eb014c8c" providerId="ADAL" clId="{EE4F4EF6-1492-4EDF-8DCB-78A7DEE1B88F}" dt="2025-07-11T07:53:26.874" v="2242" actId="20577"/>
        <pc:sldMkLst>
          <pc:docMk/>
          <pc:sldMk cId="3981090625" sldId="2304"/>
        </pc:sldMkLst>
        <pc:spChg chg="add mod ord">
          <ac:chgData name="Richard Taylor" userId="fbfc1553-b23d-457b-a859-b112eb014c8c" providerId="ADAL" clId="{EE4F4EF6-1492-4EDF-8DCB-78A7DEE1B88F}" dt="2025-07-11T04:17:44.542" v="2164" actId="171"/>
          <ac:spMkLst>
            <pc:docMk/>
            <pc:sldMk cId="3981090625" sldId="2304"/>
            <ac:spMk id="8" creationId="{3047B0E2-77EF-74E8-60CE-DF4B9B56A72C}"/>
          </ac:spMkLst>
        </pc:spChg>
        <pc:spChg chg="mod">
          <ac:chgData name="Richard Taylor" userId="fbfc1553-b23d-457b-a859-b112eb014c8c" providerId="ADAL" clId="{EE4F4EF6-1492-4EDF-8DCB-78A7DEE1B88F}" dt="2025-07-11T07:53:26.874" v="2242" actId="20577"/>
          <ac:spMkLst>
            <pc:docMk/>
            <pc:sldMk cId="3981090625" sldId="2304"/>
            <ac:spMk id="9" creationId="{FAC2D839-1B94-C8F3-5E78-AF0274732922}"/>
          </ac:spMkLst>
        </pc:spChg>
        <pc:picChg chg="add mod modCrop">
          <ac:chgData name="Richard Taylor" userId="fbfc1553-b23d-457b-a859-b112eb014c8c" providerId="ADAL" clId="{EE4F4EF6-1492-4EDF-8DCB-78A7DEE1B88F}" dt="2025-07-11T04:17:53.966" v="2166" actId="14100"/>
          <ac:picMkLst>
            <pc:docMk/>
            <pc:sldMk cId="3981090625" sldId="2304"/>
            <ac:picMk id="7" creationId="{72BB6C92-E077-C3C0-68F0-12B2D17A23E6}"/>
          </ac:picMkLst>
        </pc:picChg>
      </pc:sldChg>
      <pc:sldChg chg="addSp modSp add mod">
        <pc:chgData name="Richard Taylor" userId="fbfc1553-b23d-457b-a859-b112eb014c8c" providerId="ADAL" clId="{EE4F4EF6-1492-4EDF-8DCB-78A7DEE1B88F}" dt="2025-07-11T04:19:16.422" v="2169" actId="255"/>
        <pc:sldMkLst>
          <pc:docMk/>
          <pc:sldMk cId="328781257" sldId="2305"/>
        </pc:sldMkLst>
        <pc:spChg chg="mod">
          <ac:chgData name="Richard Taylor" userId="fbfc1553-b23d-457b-a859-b112eb014c8c" providerId="ADAL" clId="{EE4F4EF6-1492-4EDF-8DCB-78A7DEE1B88F}" dt="2025-07-09T01:13:26.293" v="612" actId="20577"/>
          <ac:spMkLst>
            <pc:docMk/>
            <pc:sldMk cId="328781257" sldId="2305"/>
            <ac:spMk id="4" creationId="{C401BDB9-4C95-864B-7BCD-4DF254CEF1F7}"/>
          </ac:spMkLst>
        </pc:spChg>
        <pc:spChg chg="mod">
          <ac:chgData name="Richard Taylor" userId="fbfc1553-b23d-457b-a859-b112eb014c8c" providerId="ADAL" clId="{EE4F4EF6-1492-4EDF-8DCB-78A7DEE1B88F}" dt="2025-07-09T01:10:54.078" v="564" actId="20577"/>
          <ac:spMkLst>
            <pc:docMk/>
            <pc:sldMk cId="328781257" sldId="2305"/>
            <ac:spMk id="5" creationId="{93D3BDBE-3A9D-B337-8121-63845B8CEF47}"/>
          </ac:spMkLst>
        </pc:spChg>
        <pc:spChg chg="mod">
          <ac:chgData name="Richard Taylor" userId="fbfc1553-b23d-457b-a859-b112eb014c8c" providerId="ADAL" clId="{EE4F4EF6-1492-4EDF-8DCB-78A7DEE1B88F}" dt="2025-07-11T04:19:16.422" v="2169" actId="255"/>
          <ac:spMkLst>
            <pc:docMk/>
            <pc:sldMk cId="328781257" sldId="2305"/>
            <ac:spMk id="9" creationId="{33BCD94C-C6F4-ED2C-E3CB-D2B30C37451F}"/>
          </ac:spMkLst>
        </pc:spChg>
        <pc:picChg chg="add mod">
          <ac:chgData name="Richard Taylor" userId="fbfc1553-b23d-457b-a859-b112eb014c8c" providerId="ADAL" clId="{EE4F4EF6-1492-4EDF-8DCB-78A7DEE1B88F}" dt="2025-07-09T01:35:01.777" v="989" actId="1076"/>
          <ac:picMkLst>
            <pc:docMk/>
            <pc:sldMk cId="328781257" sldId="2305"/>
            <ac:picMk id="6" creationId="{68431058-F185-2947-7880-9E07A9CA31D0}"/>
          </ac:picMkLst>
        </pc:picChg>
      </pc:sldChg>
      <pc:sldChg chg="addSp modSp add mod">
        <pc:chgData name="Richard Taylor" userId="fbfc1553-b23d-457b-a859-b112eb014c8c" providerId="ADAL" clId="{EE4F4EF6-1492-4EDF-8DCB-78A7DEE1B88F}" dt="2025-07-11T08:23:58.039" v="2481" actId="1076"/>
        <pc:sldMkLst>
          <pc:docMk/>
          <pc:sldMk cId="1092906404" sldId="2306"/>
        </pc:sldMkLst>
        <pc:spChg chg="mod">
          <ac:chgData name="Richard Taylor" userId="fbfc1553-b23d-457b-a859-b112eb014c8c" providerId="ADAL" clId="{EE4F4EF6-1492-4EDF-8DCB-78A7DEE1B88F}" dt="2025-07-09T01:15:41.300" v="681" actId="20577"/>
          <ac:spMkLst>
            <pc:docMk/>
            <pc:sldMk cId="1092906404" sldId="2306"/>
            <ac:spMk id="4" creationId="{AF9D95E6-CF74-A80B-E338-8E537683C1FE}"/>
          </ac:spMkLst>
        </pc:spChg>
        <pc:spChg chg="mod">
          <ac:chgData name="Richard Taylor" userId="fbfc1553-b23d-457b-a859-b112eb014c8c" providerId="ADAL" clId="{EE4F4EF6-1492-4EDF-8DCB-78A7DEE1B88F}" dt="2025-07-09T01:13:58.599" v="633" actId="20577"/>
          <ac:spMkLst>
            <pc:docMk/>
            <pc:sldMk cId="1092906404" sldId="2306"/>
            <ac:spMk id="5" creationId="{8058D9B7-4D8F-C283-CDC3-CAAD3E50BF4B}"/>
          </ac:spMkLst>
        </pc:spChg>
        <pc:spChg chg="add mod">
          <ac:chgData name="Richard Taylor" userId="fbfc1553-b23d-457b-a859-b112eb014c8c" providerId="ADAL" clId="{EE4F4EF6-1492-4EDF-8DCB-78A7DEE1B88F}" dt="2025-07-11T08:23:58.039" v="2481" actId="1076"/>
          <ac:spMkLst>
            <pc:docMk/>
            <pc:sldMk cId="1092906404" sldId="2306"/>
            <ac:spMk id="6" creationId="{75F7800A-48A5-19D1-A1E7-B4505B504629}"/>
          </ac:spMkLst>
        </pc:spChg>
        <pc:spChg chg="mod">
          <ac:chgData name="Richard Taylor" userId="fbfc1553-b23d-457b-a859-b112eb014c8c" providerId="ADAL" clId="{EE4F4EF6-1492-4EDF-8DCB-78A7DEE1B88F}" dt="2025-07-11T04:19:24.975" v="2170" actId="255"/>
          <ac:spMkLst>
            <pc:docMk/>
            <pc:sldMk cId="1092906404" sldId="2306"/>
            <ac:spMk id="9" creationId="{887AA845-C7FA-8F27-1990-E3D334CFE6F5}"/>
          </ac:spMkLst>
        </pc:spChg>
        <pc:picChg chg="add mod">
          <ac:chgData name="Richard Taylor" userId="fbfc1553-b23d-457b-a859-b112eb014c8c" providerId="ADAL" clId="{EE4F4EF6-1492-4EDF-8DCB-78A7DEE1B88F}" dt="2025-07-11T08:22:42.025" v="2408" actId="1076"/>
          <ac:picMkLst>
            <pc:docMk/>
            <pc:sldMk cId="1092906404" sldId="2306"/>
            <ac:picMk id="7170" creationId="{7880647A-A448-CFE4-F4C4-631332749C0D}"/>
          </ac:picMkLst>
        </pc:picChg>
      </pc:sldChg>
      <pc:sldChg chg="addSp delSp modSp add mod">
        <pc:chgData name="Richard Taylor" userId="fbfc1553-b23d-457b-a859-b112eb014c8c" providerId="ADAL" clId="{EE4F4EF6-1492-4EDF-8DCB-78A7DEE1B88F}" dt="2025-07-11T04:22:45.879" v="2215" actId="1076"/>
        <pc:sldMkLst>
          <pc:docMk/>
          <pc:sldMk cId="2180236817" sldId="2307"/>
        </pc:sldMkLst>
        <pc:spChg chg="mod">
          <ac:chgData name="Richard Taylor" userId="fbfc1553-b23d-457b-a859-b112eb014c8c" providerId="ADAL" clId="{EE4F4EF6-1492-4EDF-8DCB-78A7DEE1B88F}" dt="2025-07-11T04:22:43.708" v="2214" actId="1076"/>
          <ac:spMkLst>
            <pc:docMk/>
            <pc:sldMk cId="2180236817" sldId="2307"/>
            <ac:spMk id="4" creationId="{9B96230F-1CDF-D954-C6FC-8F4D18C0493E}"/>
          </ac:spMkLst>
        </pc:spChg>
        <pc:spChg chg="mod">
          <ac:chgData name="Richard Taylor" userId="fbfc1553-b23d-457b-a859-b112eb014c8c" providerId="ADAL" clId="{EE4F4EF6-1492-4EDF-8DCB-78A7DEE1B88F}" dt="2025-07-09T01:16:09.133" v="698" actId="20577"/>
          <ac:spMkLst>
            <pc:docMk/>
            <pc:sldMk cId="2180236817" sldId="2307"/>
            <ac:spMk id="5" creationId="{5E914C7E-481A-6022-3247-89F134BD8907}"/>
          </ac:spMkLst>
        </pc:spChg>
        <pc:spChg chg="mod">
          <ac:chgData name="Richard Taylor" userId="fbfc1553-b23d-457b-a859-b112eb014c8c" providerId="ADAL" clId="{EE4F4EF6-1492-4EDF-8DCB-78A7DEE1B88F}" dt="2025-07-11T04:19:34.858" v="2171" actId="255"/>
          <ac:spMkLst>
            <pc:docMk/>
            <pc:sldMk cId="2180236817" sldId="2307"/>
            <ac:spMk id="9" creationId="{260B32CA-326E-46E7-4F40-DC73ED45D02E}"/>
          </ac:spMkLst>
        </pc:spChg>
        <pc:picChg chg="add mod">
          <ac:chgData name="Richard Taylor" userId="fbfc1553-b23d-457b-a859-b112eb014c8c" providerId="ADAL" clId="{EE4F4EF6-1492-4EDF-8DCB-78A7DEE1B88F}" dt="2025-07-11T04:22:45.879" v="2215" actId="1076"/>
          <ac:picMkLst>
            <pc:docMk/>
            <pc:sldMk cId="2180236817" sldId="2307"/>
            <ac:picMk id="11" creationId="{0497B1A5-4807-9418-30CB-0F7C4D29BF92}"/>
          </ac:picMkLst>
        </pc:picChg>
      </pc:sldChg>
      <pc:sldChg chg="add del">
        <pc:chgData name="Richard Taylor" userId="fbfc1553-b23d-457b-a859-b112eb014c8c" providerId="ADAL" clId="{EE4F4EF6-1492-4EDF-8DCB-78A7DEE1B88F}" dt="2025-07-09T03:27:14.918" v="2035" actId="47"/>
        <pc:sldMkLst>
          <pc:docMk/>
          <pc:sldMk cId="218332171" sldId="2308"/>
        </pc:sldMkLst>
      </pc:sldChg>
      <pc:sldChg chg="addSp modSp add mod">
        <pc:chgData name="Richard Taylor" userId="fbfc1553-b23d-457b-a859-b112eb014c8c" providerId="ADAL" clId="{EE4F4EF6-1492-4EDF-8DCB-78A7DEE1B88F}" dt="2025-07-11T07:55:00.933" v="2250" actId="1076"/>
        <pc:sldMkLst>
          <pc:docMk/>
          <pc:sldMk cId="23335940" sldId="2309"/>
        </pc:sldMkLst>
        <pc:spChg chg="mod">
          <ac:chgData name="Richard Taylor" userId="fbfc1553-b23d-457b-a859-b112eb014c8c" providerId="ADAL" clId="{EE4F4EF6-1492-4EDF-8DCB-78A7DEE1B88F}" dt="2025-07-09T01:20:06.316" v="784" actId="20577"/>
          <ac:spMkLst>
            <pc:docMk/>
            <pc:sldMk cId="23335940" sldId="2309"/>
            <ac:spMk id="4" creationId="{858C7FBA-ED2A-E467-674C-2FDF8FBB481A}"/>
          </ac:spMkLst>
        </pc:spChg>
        <pc:spChg chg="mod">
          <ac:chgData name="Richard Taylor" userId="fbfc1553-b23d-457b-a859-b112eb014c8c" providerId="ADAL" clId="{EE4F4EF6-1492-4EDF-8DCB-78A7DEE1B88F}" dt="2025-07-09T01:19:22.538" v="765" actId="114"/>
          <ac:spMkLst>
            <pc:docMk/>
            <pc:sldMk cId="23335940" sldId="2309"/>
            <ac:spMk id="5" creationId="{C0D525C8-E15B-E124-956F-10F98A44CD92}"/>
          </ac:spMkLst>
        </pc:spChg>
        <pc:spChg chg="mod">
          <ac:chgData name="Richard Taylor" userId="fbfc1553-b23d-457b-a859-b112eb014c8c" providerId="ADAL" clId="{EE4F4EF6-1492-4EDF-8DCB-78A7DEE1B88F}" dt="2025-07-11T07:54:45.353" v="2247" actId="14100"/>
          <ac:spMkLst>
            <pc:docMk/>
            <pc:sldMk cId="23335940" sldId="2309"/>
            <ac:spMk id="9" creationId="{79539379-AFE0-83EE-1B21-8B3929EB7740}"/>
          </ac:spMkLst>
        </pc:spChg>
        <pc:picChg chg="add mod">
          <ac:chgData name="Richard Taylor" userId="fbfc1553-b23d-457b-a859-b112eb014c8c" providerId="ADAL" clId="{EE4F4EF6-1492-4EDF-8DCB-78A7DEE1B88F}" dt="2025-07-11T04:26:47.225" v="2219" actId="1076"/>
          <ac:picMkLst>
            <pc:docMk/>
            <pc:sldMk cId="23335940" sldId="2309"/>
            <ac:picMk id="1026" creationId="{9A7E3B2C-1F9B-F132-89DB-FCB615D5CB91}"/>
          </ac:picMkLst>
        </pc:picChg>
        <pc:picChg chg="add mod">
          <ac:chgData name="Richard Taylor" userId="fbfc1553-b23d-457b-a859-b112eb014c8c" providerId="ADAL" clId="{EE4F4EF6-1492-4EDF-8DCB-78A7DEE1B88F}" dt="2025-07-11T07:55:00.933" v="2250" actId="1076"/>
          <ac:picMkLst>
            <pc:docMk/>
            <pc:sldMk cId="23335940" sldId="2309"/>
            <ac:picMk id="1028" creationId="{ACFFBC58-5915-BAE2-30A5-3E0BFB963982}"/>
          </ac:picMkLst>
        </pc:picChg>
      </pc:sldChg>
      <pc:sldChg chg="addSp modSp add mod">
        <pc:chgData name="Richard Taylor" userId="fbfc1553-b23d-457b-a859-b112eb014c8c" providerId="ADAL" clId="{EE4F4EF6-1492-4EDF-8DCB-78A7DEE1B88F}" dt="2025-07-11T08:11:27.661" v="2343" actId="20577"/>
        <pc:sldMkLst>
          <pc:docMk/>
          <pc:sldMk cId="3069867455" sldId="2310"/>
        </pc:sldMkLst>
        <pc:spChg chg="mod">
          <ac:chgData name="Richard Taylor" userId="fbfc1553-b23d-457b-a859-b112eb014c8c" providerId="ADAL" clId="{EE4F4EF6-1492-4EDF-8DCB-78A7DEE1B88F}" dt="2025-07-09T01:21:04.400" v="793" actId="20577"/>
          <ac:spMkLst>
            <pc:docMk/>
            <pc:sldMk cId="3069867455" sldId="2310"/>
            <ac:spMk id="5" creationId="{55DFB97B-2C81-31D4-716C-3912B012804B}"/>
          </ac:spMkLst>
        </pc:spChg>
        <pc:spChg chg="add mod">
          <ac:chgData name="Richard Taylor" userId="fbfc1553-b23d-457b-a859-b112eb014c8c" providerId="ADAL" clId="{EE4F4EF6-1492-4EDF-8DCB-78A7DEE1B88F}" dt="2025-07-11T08:11:27.661" v="2343" actId="20577"/>
          <ac:spMkLst>
            <pc:docMk/>
            <pc:sldMk cId="3069867455" sldId="2310"/>
            <ac:spMk id="6" creationId="{C4455C61-E5A1-83D6-2EC1-B311DFBFDF87}"/>
          </ac:spMkLst>
        </pc:spChg>
        <pc:spChg chg="mod">
          <ac:chgData name="Richard Taylor" userId="fbfc1553-b23d-457b-a859-b112eb014c8c" providerId="ADAL" clId="{EE4F4EF6-1492-4EDF-8DCB-78A7DEE1B88F}" dt="2025-07-11T04:27:00.839" v="2224" actId="20577"/>
          <ac:spMkLst>
            <pc:docMk/>
            <pc:sldMk cId="3069867455" sldId="2310"/>
            <ac:spMk id="9" creationId="{AD3A2801-FE9A-7E8D-DAAC-94777C36AD72}"/>
          </ac:spMkLst>
        </pc:spChg>
        <pc:picChg chg="add mod">
          <ac:chgData name="Richard Taylor" userId="fbfc1553-b23d-457b-a859-b112eb014c8c" providerId="ADAL" clId="{EE4F4EF6-1492-4EDF-8DCB-78A7DEE1B88F}" dt="2025-07-11T08:05:19.617" v="2320" actId="1076"/>
          <ac:picMkLst>
            <pc:docMk/>
            <pc:sldMk cId="3069867455" sldId="2310"/>
            <ac:picMk id="2050" creationId="{A2920B76-7ADD-DE8B-A68D-7BB13DE3370C}"/>
          </ac:picMkLst>
        </pc:picChg>
      </pc:sldChg>
      <pc:sldChg chg="addSp modSp add mod">
        <pc:chgData name="Richard Taylor" userId="fbfc1553-b23d-457b-a859-b112eb014c8c" providerId="ADAL" clId="{EE4F4EF6-1492-4EDF-8DCB-78A7DEE1B88F}" dt="2025-07-09T01:35:41.340" v="993" actId="1076"/>
        <pc:sldMkLst>
          <pc:docMk/>
          <pc:sldMk cId="3894837536" sldId="2311"/>
        </pc:sldMkLst>
        <pc:spChg chg="mod">
          <ac:chgData name="Richard Taylor" userId="fbfc1553-b23d-457b-a859-b112eb014c8c" providerId="ADAL" clId="{EE4F4EF6-1492-4EDF-8DCB-78A7DEE1B88F}" dt="2025-07-09T01:24:43.948" v="888" actId="20577"/>
          <ac:spMkLst>
            <pc:docMk/>
            <pc:sldMk cId="3894837536" sldId="2311"/>
            <ac:spMk id="4" creationId="{CED59283-0A2C-1866-0BE9-C946A55A2253}"/>
          </ac:spMkLst>
        </pc:spChg>
        <pc:spChg chg="mod">
          <ac:chgData name="Richard Taylor" userId="fbfc1553-b23d-457b-a859-b112eb014c8c" providerId="ADAL" clId="{EE4F4EF6-1492-4EDF-8DCB-78A7DEE1B88F}" dt="2025-07-09T01:23:25.343" v="850"/>
          <ac:spMkLst>
            <pc:docMk/>
            <pc:sldMk cId="3894837536" sldId="2311"/>
            <ac:spMk id="5" creationId="{13128017-EC5E-4D34-64DA-F7FD9AE956D5}"/>
          </ac:spMkLst>
        </pc:spChg>
        <pc:spChg chg="mod">
          <ac:chgData name="Richard Taylor" userId="fbfc1553-b23d-457b-a859-b112eb014c8c" providerId="ADAL" clId="{EE4F4EF6-1492-4EDF-8DCB-78A7DEE1B88F}" dt="2025-07-09T01:24:34.510" v="867" actId="114"/>
          <ac:spMkLst>
            <pc:docMk/>
            <pc:sldMk cId="3894837536" sldId="2311"/>
            <ac:spMk id="9" creationId="{667C8A31-B359-AC66-70A9-505194960E6F}"/>
          </ac:spMkLst>
        </pc:spChg>
        <pc:picChg chg="add mod">
          <ac:chgData name="Richard Taylor" userId="fbfc1553-b23d-457b-a859-b112eb014c8c" providerId="ADAL" clId="{EE4F4EF6-1492-4EDF-8DCB-78A7DEE1B88F}" dt="2025-07-09T01:35:41.340" v="993" actId="1076"/>
          <ac:picMkLst>
            <pc:docMk/>
            <pc:sldMk cId="3894837536" sldId="2311"/>
            <ac:picMk id="6" creationId="{66DFDD40-9D4F-851E-77A0-407A8B826193}"/>
          </ac:picMkLst>
        </pc:picChg>
      </pc:sldChg>
      <pc:sldChg chg="addSp delSp modSp add mod">
        <pc:chgData name="Richard Taylor" userId="fbfc1553-b23d-457b-a859-b112eb014c8c" providerId="ADAL" clId="{EE4F4EF6-1492-4EDF-8DCB-78A7DEE1B88F}" dt="2025-07-11T08:06:06.768" v="2334" actId="20577"/>
        <pc:sldMkLst>
          <pc:docMk/>
          <pc:sldMk cId="637649331" sldId="2312"/>
        </pc:sldMkLst>
        <pc:spChg chg="mod">
          <ac:chgData name="Richard Taylor" userId="fbfc1553-b23d-457b-a859-b112eb014c8c" providerId="ADAL" clId="{EE4F4EF6-1492-4EDF-8DCB-78A7DEE1B88F}" dt="2025-07-09T01:27:18.071" v="934" actId="20577"/>
          <ac:spMkLst>
            <pc:docMk/>
            <pc:sldMk cId="637649331" sldId="2312"/>
            <ac:spMk id="5" creationId="{2EBE5E10-A034-13ED-590D-D4A93CB2D9C1}"/>
          </ac:spMkLst>
        </pc:spChg>
        <pc:spChg chg="mod">
          <ac:chgData name="Richard Taylor" userId="fbfc1553-b23d-457b-a859-b112eb014c8c" providerId="ADAL" clId="{EE4F4EF6-1492-4EDF-8DCB-78A7DEE1B88F}" dt="2025-07-11T08:06:06.768" v="2334" actId="20577"/>
          <ac:spMkLst>
            <pc:docMk/>
            <pc:sldMk cId="637649331" sldId="2312"/>
            <ac:spMk id="9" creationId="{2523A14E-5E64-DEA1-E3FD-70077AC81053}"/>
          </ac:spMkLst>
        </pc:spChg>
        <pc:picChg chg="add mod">
          <ac:chgData name="Richard Taylor" userId="fbfc1553-b23d-457b-a859-b112eb014c8c" providerId="ADAL" clId="{EE4F4EF6-1492-4EDF-8DCB-78A7DEE1B88F}" dt="2025-07-11T08:05:37.321" v="2324" actId="1076"/>
          <ac:picMkLst>
            <pc:docMk/>
            <pc:sldMk cId="637649331" sldId="2312"/>
            <ac:picMk id="6" creationId="{6877A023-58D4-DA21-C170-70D14923371B}"/>
          </ac:picMkLst>
        </pc:picChg>
      </pc:sldChg>
      <pc:sldChg chg="addSp modSp add mod">
        <pc:chgData name="Richard Taylor" userId="fbfc1553-b23d-457b-a859-b112eb014c8c" providerId="ADAL" clId="{EE4F4EF6-1492-4EDF-8DCB-78A7DEE1B88F}" dt="2025-07-11T08:06:25.592" v="2335" actId="14100"/>
        <pc:sldMkLst>
          <pc:docMk/>
          <pc:sldMk cId="1012848805" sldId="2313"/>
        </pc:sldMkLst>
        <pc:spChg chg="mod">
          <ac:chgData name="Richard Taylor" userId="fbfc1553-b23d-457b-a859-b112eb014c8c" providerId="ADAL" clId="{EE4F4EF6-1492-4EDF-8DCB-78A7DEE1B88F}" dt="2025-07-09T01:28:01.769" v="939"/>
          <ac:spMkLst>
            <pc:docMk/>
            <pc:sldMk cId="1012848805" sldId="2313"/>
            <ac:spMk id="5" creationId="{F0EF98FC-AE52-85BC-2809-27920F8B396B}"/>
          </ac:spMkLst>
        </pc:spChg>
        <pc:spChg chg="mod">
          <ac:chgData name="Richard Taylor" userId="fbfc1553-b23d-457b-a859-b112eb014c8c" providerId="ADAL" clId="{EE4F4EF6-1492-4EDF-8DCB-78A7DEE1B88F}" dt="2025-07-11T08:06:25.592" v="2335" actId="14100"/>
          <ac:spMkLst>
            <pc:docMk/>
            <pc:sldMk cId="1012848805" sldId="2313"/>
            <ac:spMk id="9" creationId="{DE7292BF-59F6-D37F-6E17-65705F52AD24}"/>
          </ac:spMkLst>
        </pc:spChg>
        <pc:picChg chg="add mod">
          <ac:chgData name="Richard Taylor" userId="fbfc1553-b23d-457b-a859-b112eb014c8c" providerId="ADAL" clId="{EE4F4EF6-1492-4EDF-8DCB-78A7DEE1B88F}" dt="2025-07-09T01:38:03.615" v="1001" actId="1076"/>
          <ac:picMkLst>
            <pc:docMk/>
            <pc:sldMk cId="1012848805" sldId="2313"/>
            <ac:picMk id="4" creationId="{3F0F6DA1-C49D-C8E7-5D8A-D660BF3CDE3A}"/>
          </ac:picMkLst>
        </pc:picChg>
      </pc:sldChg>
      <pc:sldChg chg="new del">
        <pc:chgData name="Richard Taylor" userId="fbfc1553-b23d-457b-a859-b112eb014c8c" providerId="ADAL" clId="{EE4F4EF6-1492-4EDF-8DCB-78A7DEE1B88F}" dt="2025-07-09T01:29:36.505" v="970" actId="680"/>
        <pc:sldMkLst>
          <pc:docMk/>
          <pc:sldMk cId="179716676" sldId="2314"/>
        </pc:sldMkLst>
      </pc:sldChg>
      <pc:sldChg chg="addSp modSp add mod">
        <pc:chgData name="Richard Taylor" userId="fbfc1553-b23d-457b-a859-b112eb014c8c" providerId="ADAL" clId="{EE4F4EF6-1492-4EDF-8DCB-78A7DEE1B88F}" dt="2025-07-11T08:25:51.898" v="2512" actId="207"/>
        <pc:sldMkLst>
          <pc:docMk/>
          <pc:sldMk cId="189423605" sldId="2314"/>
        </pc:sldMkLst>
        <pc:spChg chg="mod">
          <ac:chgData name="Richard Taylor" userId="fbfc1553-b23d-457b-a859-b112eb014c8c" providerId="ADAL" clId="{EE4F4EF6-1492-4EDF-8DCB-78A7DEE1B88F}" dt="2025-07-11T08:25:51.898" v="2512" actId="207"/>
          <ac:spMkLst>
            <pc:docMk/>
            <pc:sldMk cId="189423605" sldId="2314"/>
            <ac:spMk id="5" creationId="{D2A30AE3-CC81-D529-00F6-7EE629FFF89A}"/>
          </ac:spMkLst>
        </pc:spChg>
        <pc:picChg chg="add mod">
          <ac:chgData name="Richard Taylor" userId="fbfc1553-b23d-457b-a859-b112eb014c8c" providerId="ADAL" clId="{EE4F4EF6-1492-4EDF-8DCB-78A7DEE1B88F}" dt="2025-07-11T08:25:33.039" v="2485" actId="167"/>
          <ac:picMkLst>
            <pc:docMk/>
            <pc:sldMk cId="189423605" sldId="2314"/>
            <ac:picMk id="8194" creationId="{454F24F5-BA39-2E05-4AC4-C22EA455D841}"/>
          </ac:picMkLst>
        </pc:picChg>
      </pc:sldChg>
      <pc:sldChg chg="new del">
        <pc:chgData name="Richard Taylor" userId="fbfc1553-b23d-457b-a859-b112eb014c8c" providerId="ADAL" clId="{EE4F4EF6-1492-4EDF-8DCB-78A7DEE1B88F}" dt="2025-07-09T01:29:41.311" v="972" actId="680"/>
        <pc:sldMkLst>
          <pc:docMk/>
          <pc:sldMk cId="3890253799" sldId="2314"/>
        </pc:sldMkLst>
      </pc:sldChg>
      <pc:sldChg chg="delSp modSp add del mod">
        <pc:chgData name="Richard Taylor" userId="fbfc1553-b23d-457b-a859-b112eb014c8c" providerId="ADAL" clId="{EE4F4EF6-1492-4EDF-8DCB-78A7DEE1B88F}" dt="2025-07-09T01:42:59.282" v="1020" actId="2696"/>
        <pc:sldMkLst>
          <pc:docMk/>
          <pc:sldMk cId="4198795817" sldId="2314"/>
        </pc:sldMkLst>
      </pc:sldChg>
      <pc:sldChg chg="add del">
        <pc:chgData name="Richard Taylor" userId="fbfc1553-b23d-457b-a859-b112eb014c8c" providerId="ADAL" clId="{EE4F4EF6-1492-4EDF-8DCB-78A7DEE1B88F}" dt="2025-07-09T02:36:23.116" v="1585" actId="47"/>
        <pc:sldMkLst>
          <pc:docMk/>
          <pc:sldMk cId="1027654521" sldId="2315"/>
        </pc:sldMkLst>
      </pc:sldChg>
      <pc:sldChg chg="add del">
        <pc:chgData name="Richard Taylor" userId="fbfc1553-b23d-457b-a859-b112eb014c8c" providerId="ADAL" clId="{EE4F4EF6-1492-4EDF-8DCB-78A7DEE1B88F}" dt="2025-07-09T02:42:17.652" v="1651" actId="47"/>
        <pc:sldMkLst>
          <pc:docMk/>
          <pc:sldMk cId="4173697723" sldId="2316"/>
        </pc:sldMkLst>
      </pc:sldChg>
      <pc:sldChg chg="add del">
        <pc:chgData name="Richard Taylor" userId="fbfc1553-b23d-457b-a859-b112eb014c8c" providerId="ADAL" clId="{EE4F4EF6-1492-4EDF-8DCB-78A7DEE1B88F}" dt="2025-07-09T02:42:18.403" v="1652" actId="47"/>
        <pc:sldMkLst>
          <pc:docMk/>
          <pc:sldMk cId="193579217" sldId="2317"/>
        </pc:sldMkLst>
      </pc:sldChg>
      <pc:sldChg chg="add del">
        <pc:chgData name="Richard Taylor" userId="fbfc1553-b23d-457b-a859-b112eb014c8c" providerId="ADAL" clId="{EE4F4EF6-1492-4EDF-8DCB-78A7DEE1B88F}" dt="2025-07-09T02:42:18.882" v="1653" actId="47"/>
        <pc:sldMkLst>
          <pc:docMk/>
          <pc:sldMk cId="91822089" sldId="2318"/>
        </pc:sldMkLst>
      </pc:sldChg>
      <pc:sldChg chg="add del">
        <pc:chgData name="Richard Taylor" userId="fbfc1553-b23d-457b-a859-b112eb014c8c" providerId="ADAL" clId="{EE4F4EF6-1492-4EDF-8DCB-78A7DEE1B88F}" dt="2025-07-09T02:42:19.406" v="1654" actId="47"/>
        <pc:sldMkLst>
          <pc:docMk/>
          <pc:sldMk cId="2569705015" sldId="2319"/>
        </pc:sldMkLst>
      </pc:sldChg>
      <pc:sldChg chg="add del">
        <pc:chgData name="Richard Taylor" userId="fbfc1553-b23d-457b-a859-b112eb014c8c" providerId="ADAL" clId="{EE4F4EF6-1492-4EDF-8DCB-78A7DEE1B88F}" dt="2025-07-09T02:42:20.058" v="1655" actId="47"/>
        <pc:sldMkLst>
          <pc:docMk/>
          <pc:sldMk cId="3341031195" sldId="2320"/>
        </pc:sldMkLst>
      </pc:sldChg>
      <pc:sldChg chg="add del">
        <pc:chgData name="Richard Taylor" userId="fbfc1553-b23d-457b-a859-b112eb014c8c" providerId="ADAL" clId="{EE4F4EF6-1492-4EDF-8DCB-78A7DEE1B88F}" dt="2025-07-09T02:42:21.226" v="1656" actId="47"/>
        <pc:sldMkLst>
          <pc:docMk/>
          <pc:sldMk cId="2620766521" sldId="2321"/>
        </pc:sldMkLst>
      </pc:sldChg>
      <pc:sldChg chg="add del">
        <pc:chgData name="Richard Taylor" userId="fbfc1553-b23d-457b-a859-b112eb014c8c" providerId="ADAL" clId="{EE4F4EF6-1492-4EDF-8DCB-78A7DEE1B88F}" dt="2025-07-09T02:42:22.136" v="1657" actId="47"/>
        <pc:sldMkLst>
          <pc:docMk/>
          <pc:sldMk cId="2535186828" sldId="2322"/>
        </pc:sldMkLst>
      </pc:sldChg>
      <pc:sldChg chg="add del">
        <pc:chgData name="Richard Taylor" userId="fbfc1553-b23d-457b-a859-b112eb014c8c" providerId="ADAL" clId="{EE4F4EF6-1492-4EDF-8DCB-78A7DEE1B88F}" dt="2025-07-09T03:31:47.559" v="2095" actId="47"/>
        <pc:sldMkLst>
          <pc:docMk/>
          <pc:sldMk cId="1000757194" sldId="2323"/>
        </pc:sldMkLst>
      </pc:sldChg>
      <pc:sldChg chg="add del">
        <pc:chgData name="Richard Taylor" userId="fbfc1553-b23d-457b-a859-b112eb014c8c" providerId="ADAL" clId="{EE4F4EF6-1492-4EDF-8DCB-78A7DEE1B88F}" dt="2025-07-09T03:32:22.755" v="2102" actId="47"/>
        <pc:sldMkLst>
          <pc:docMk/>
          <pc:sldMk cId="634236254" sldId="2324"/>
        </pc:sldMkLst>
      </pc:sldChg>
      <pc:sldChg chg="addSp delSp modSp add mod ord">
        <pc:chgData name="Richard Taylor" userId="fbfc1553-b23d-457b-a859-b112eb014c8c" providerId="ADAL" clId="{EE4F4EF6-1492-4EDF-8DCB-78A7DEE1B88F}" dt="2025-07-11T08:08:09.074" v="2338" actId="1076"/>
        <pc:sldMkLst>
          <pc:docMk/>
          <pc:sldMk cId="3243255748" sldId="2325"/>
        </pc:sldMkLst>
        <pc:spChg chg="mod">
          <ac:chgData name="Richard Taylor" userId="fbfc1553-b23d-457b-a859-b112eb014c8c" providerId="ADAL" clId="{EE4F4EF6-1492-4EDF-8DCB-78A7DEE1B88F}" dt="2025-07-09T01:52:54.026" v="1035"/>
          <ac:spMkLst>
            <pc:docMk/>
            <pc:sldMk cId="3243255748" sldId="2325"/>
            <ac:spMk id="5" creationId="{F3CFABA6-DF06-15CD-3D11-DB2818D35234}"/>
          </ac:spMkLst>
        </pc:spChg>
        <pc:spChg chg="mod">
          <ac:chgData name="Richard Taylor" userId="fbfc1553-b23d-457b-a859-b112eb014c8c" providerId="ADAL" clId="{EE4F4EF6-1492-4EDF-8DCB-78A7DEE1B88F}" dt="2025-07-11T08:07:05.125" v="2336" actId="14100"/>
          <ac:spMkLst>
            <pc:docMk/>
            <pc:sldMk cId="3243255748" sldId="2325"/>
            <ac:spMk id="9" creationId="{E0E4666F-6AC8-E2BB-65FA-9D4BCF262CA9}"/>
          </ac:spMkLst>
        </pc:spChg>
        <pc:picChg chg="add mod">
          <ac:chgData name="Richard Taylor" userId="fbfc1553-b23d-457b-a859-b112eb014c8c" providerId="ADAL" clId="{EE4F4EF6-1492-4EDF-8DCB-78A7DEE1B88F}" dt="2025-07-11T08:08:09.074" v="2338" actId="1076"/>
          <ac:picMkLst>
            <pc:docMk/>
            <pc:sldMk cId="3243255748" sldId="2325"/>
            <ac:picMk id="3074" creationId="{BB48C359-06CD-A8C5-FC24-4D60BE502888}"/>
          </ac:picMkLst>
        </pc:picChg>
      </pc:sldChg>
      <pc:sldChg chg="addSp modSp add mod">
        <pc:chgData name="Richard Taylor" userId="fbfc1553-b23d-457b-a859-b112eb014c8c" providerId="ADAL" clId="{EE4F4EF6-1492-4EDF-8DCB-78A7DEE1B88F}" dt="2025-07-11T07:47:36.814" v="2231" actId="1076"/>
        <pc:sldMkLst>
          <pc:docMk/>
          <pc:sldMk cId="2298517323" sldId="2326"/>
        </pc:sldMkLst>
        <pc:spChg chg="mod">
          <ac:chgData name="Richard Taylor" userId="fbfc1553-b23d-457b-a859-b112eb014c8c" providerId="ADAL" clId="{EE4F4EF6-1492-4EDF-8DCB-78A7DEE1B88F}" dt="2025-07-11T07:47:17.587" v="2227" actId="14100"/>
          <ac:spMkLst>
            <pc:docMk/>
            <pc:sldMk cId="2298517323" sldId="2326"/>
            <ac:spMk id="9" creationId="{8A7F440A-3FDD-1C17-AD7D-D84F732CC392}"/>
          </ac:spMkLst>
        </pc:spChg>
        <pc:picChg chg="add mod">
          <ac:chgData name="Richard Taylor" userId="fbfc1553-b23d-457b-a859-b112eb014c8c" providerId="ADAL" clId="{EE4F4EF6-1492-4EDF-8DCB-78A7DEE1B88F}" dt="2025-07-11T07:47:36.814" v="2231" actId="1076"/>
          <ac:picMkLst>
            <pc:docMk/>
            <pc:sldMk cId="2298517323" sldId="2326"/>
            <ac:picMk id="6" creationId="{1AA605D1-A769-1F00-2A3A-75DCC4798265}"/>
          </ac:picMkLst>
        </pc:picChg>
      </pc:sldChg>
      <pc:sldChg chg="modSp add mod">
        <pc:chgData name="Richard Taylor" userId="fbfc1553-b23d-457b-a859-b112eb014c8c" providerId="ADAL" clId="{EE4F4EF6-1492-4EDF-8DCB-78A7DEE1B88F}" dt="2025-07-09T02:01:32.750" v="1145" actId="20577"/>
        <pc:sldMkLst>
          <pc:docMk/>
          <pc:sldMk cId="847361483" sldId="2327"/>
        </pc:sldMkLst>
        <pc:spChg chg="mod">
          <ac:chgData name="Richard Taylor" userId="fbfc1553-b23d-457b-a859-b112eb014c8c" providerId="ADAL" clId="{EE4F4EF6-1492-4EDF-8DCB-78A7DEE1B88F}" dt="2025-07-09T02:01:32.750" v="1145" actId="20577"/>
          <ac:spMkLst>
            <pc:docMk/>
            <pc:sldMk cId="847361483" sldId="2327"/>
            <ac:spMk id="5" creationId="{DF5066AD-F4A8-9DED-5B3F-31AE4A6A2928}"/>
          </ac:spMkLst>
        </pc:spChg>
        <pc:spChg chg="mod">
          <ac:chgData name="Richard Taylor" userId="fbfc1553-b23d-457b-a859-b112eb014c8c" providerId="ADAL" clId="{EE4F4EF6-1492-4EDF-8DCB-78A7DEE1B88F}" dt="2025-07-09T02:00:29.222" v="1138" actId="1076"/>
          <ac:spMkLst>
            <pc:docMk/>
            <pc:sldMk cId="847361483" sldId="2327"/>
            <ac:spMk id="9" creationId="{7C1CECD8-34AA-F1DB-7C73-732153548D41}"/>
          </ac:spMkLst>
        </pc:spChg>
      </pc:sldChg>
      <pc:sldChg chg="addSp modSp add mod">
        <pc:chgData name="Richard Taylor" userId="fbfc1553-b23d-457b-a859-b112eb014c8c" providerId="ADAL" clId="{EE4F4EF6-1492-4EDF-8DCB-78A7DEE1B88F}" dt="2025-07-11T08:13:02.309" v="2395" actId="1076"/>
        <pc:sldMkLst>
          <pc:docMk/>
          <pc:sldMk cId="3810542643" sldId="2328"/>
        </pc:sldMkLst>
        <pc:spChg chg="add mod">
          <ac:chgData name="Richard Taylor" userId="fbfc1553-b23d-457b-a859-b112eb014c8c" providerId="ADAL" clId="{EE4F4EF6-1492-4EDF-8DCB-78A7DEE1B88F}" dt="2025-07-11T08:13:02.309" v="2395" actId="1076"/>
          <ac:spMkLst>
            <pc:docMk/>
            <pc:sldMk cId="3810542643" sldId="2328"/>
            <ac:spMk id="4" creationId="{25AB4A68-13D0-8951-1542-C871110FB5A5}"/>
          </ac:spMkLst>
        </pc:spChg>
        <pc:spChg chg="mod">
          <ac:chgData name="Richard Taylor" userId="fbfc1553-b23d-457b-a859-b112eb014c8c" providerId="ADAL" clId="{EE4F4EF6-1492-4EDF-8DCB-78A7DEE1B88F}" dt="2025-07-09T02:01:58.680" v="1151"/>
          <ac:spMkLst>
            <pc:docMk/>
            <pc:sldMk cId="3810542643" sldId="2328"/>
            <ac:spMk id="5" creationId="{156A0EB1-28A5-6450-B46E-48C7D991C890}"/>
          </ac:spMkLst>
        </pc:spChg>
        <pc:spChg chg="mod">
          <ac:chgData name="Richard Taylor" userId="fbfc1553-b23d-457b-a859-b112eb014c8c" providerId="ADAL" clId="{EE4F4EF6-1492-4EDF-8DCB-78A7DEE1B88F}" dt="2025-07-09T02:03:58.452" v="1177" actId="20577"/>
          <ac:spMkLst>
            <pc:docMk/>
            <pc:sldMk cId="3810542643" sldId="2328"/>
            <ac:spMk id="9" creationId="{6E9CE5FD-7314-9FDC-3B68-530E41126A88}"/>
          </ac:spMkLst>
        </pc:spChg>
        <pc:picChg chg="add mod">
          <ac:chgData name="Richard Taylor" userId="fbfc1553-b23d-457b-a859-b112eb014c8c" providerId="ADAL" clId="{EE4F4EF6-1492-4EDF-8DCB-78A7DEE1B88F}" dt="2025-07-11T08:11:00.254" v="2342" actId="14100"/>
          <ac:picMkLst>
            <pc:docMk/>
            <pc:sldMk cId="3810542643" sldId="2328"/>
            <ac:picMk id="4098" creationId="{D4567BB8-2B92-D049-2D00-35F13F2D22A8}"/>
          </ac:picMkLst>
        </pc:picChg>
      </pc:sldChg>
      <pc:sldChg chg="addSp modSp add ord">
        <pc:chgData name="Richard Taylor" userId="fbfc1553-b23d-457b-a859-b112eb014c8c" providerId="ADAL" clId="{EE4F4EF6-1492-4EDF-8DCB-78A7DEE1B88F}" dt="2025-07-11T08:10:03.990" v="2339" actId="1076"/>
        <pc:sldMkLst>
          <pc:docMk/>
          <pc:sldMk cId="340120056" sldId="2329"/>
        </pc:sldMkLst>
        <pc:picChg chg="add mod">
          <ac:chgData name="Richard Taylor" userId="fbfc1553-b23d-457b-a859-b112eb014c8c" providerId="ADAL" clId="{EE4F4EF6-1492-4EDF-8DCB-78A7DEE1B88F}" dt="2025-07-11T08:10:03.990" v="2339" actId="1076"/>
          <ac:picMkLst>
            <pc:docMk/>
            <pc:sldMk cId="340120056" sldId="2329"/>
            <ac:picMk id="5122" creationId="{27E86F32-A634-7795-8EA6-A7A470E0D9C3}"/>
          </ac:picMkLst>
        </pc:picChg>
      </pc:sldChg>
      <pc:sldChg chg="addSp modSp add mod">
        <pc:chgData name="Richard Taylor" userId="fbfc1553-b23d-457b-a859-b112eb014c8c" providerId="ADAL" clId="{EE4F4EF6-1492-4EDF-8DCB-78A7DEE1B88F}" dt="2025-07-09T02:05:33.601" v="1188" actId="14100"/>
        <pc:sldMkLst>
          <pc:docMk/>
          <pc:sldMk cId="3146196385" sldId="2330"/>
        </pc:sldMkLst>
        <pc:spChg chg="mod">
          <ac:chgData name="Richard Taylor" userId="fbfc1553-b23d-457b-a859-b112eb014c8c" providerId="ADAL" clId="{EE4F4EF6-1492-4EDF-8DCB-78A7DEE1B88F}" dt="2025-07-09T02:05:18.461" v="1185" actId="11"/>
          <ac:spMkLst>
            <pc:docMk/>
            <pc:sldMk cId="3146196385" sldId="2330"/>
            <ac:spMk id="9" creationId="{7F8C893D-9128-00A5-A63E-1B4E23823209}"/>
          </ac:spMkLst>
        </pc:spChg>
        <pc:picChg chg="add mod">
          <ac:chgData name="Richard Taylor" userId="fbfc1553-b23d-457b-a859-b112eb014c8c" providerId="ADAL" clId="{EE4F4EF6-1492-4EDF-8DCB-78A7DEE1B88F}" dt="2025-07-09T02:05:33.601" v="1188" actId="14100"/>
          <ac:picMkLst>
            <pc:docMk/>
            <pc:sldMk cId="3146196385" sldId="2330"/>
            <ac:picMk id="4" creationId="{3B25A95E-F1AE-023D-A653-A8967052F6C9}"/>
          </ac:picMkLst>
        </pc:picChg>
      </pc:sldChg>
      <pc:sldChg chg="addSp delSp modSp add mod">
        <pc:chgData name="Richard Taylor" userId="fbfc1553-b23d-457b-a859-b112eb014c8c" providerId="ADAL" clId="{EE4F4EF6-1492-4EDF-8DCB-78A7DEE1B88F}" dt="2025-07-12T01:21:21.332" v="2855" actId="1076"/>
        <pc:sldMkLst>
          <pc:docMk/>
          <pc:sldMk cId="1343448256" sldId="2331"/>
        </pc:sldMkLst>
        <pc:spChg chg="add mod">
          <ac:chgData name="Richard Taylor" userId="fbfc1553-b23d-457b-a859-b112eb014c8c" providerId="ADAL" clId="{EE4F4EF6-1492-4EDF-8DCB-78A7DEE1B88F}" dt="2025-07-12T01:21:21.332" v="2855" actId="1076"/>
          <ac:spMkLst>
            <pc:docMk/>
            <pc:sldMk cId="1343448256" sldId="2331"/>
            <ac:spMk id="4" creationId="{16542914-6377-65EA-6AF4-4D21C8A40CA5}"/>
          </ac:spMkLst>
        </pc:spChg>
        <pc:spChg chg="mod">
          <ac:chgData name="Richard Taylor" userId="fbfc1553-b23d-457b-a859-b112eb014c8c" providerId="ADAL" clId="{EE4F4EF6-1492-4EDF-8DCB-78A7DEE1B88F}" dt="2025-07-09T02:07:06.376" v="1215" actId="20577"/>
          <ac:spMkLst>
            <pc:docMk/>
            <pc:sldMk cId="1343448256" sldId="2331"/>
            <ac:spMk id="5" creationId="{06333ED3-56D2-3599-8D6A-88EE3A5E651D}"/>
          </ac:spMkLst>
        </pc:spChg>
        <pc:spChg chg="mod">
          <ac:chgData name="Richard Taylor" userId="fbfc1553-b23d-457b-a859-b112eb014c8c" providerId="ADAL" clId="{EE4F4EF6-1492-4EDF-8DCB-78A7DEE1B88F}" dt="2025-07-09T02:07:19.008" v="1219" actId="20577"/>
          <ac:spMkLst>
            <pc:docMk/>
            <pc:sldMk cId="1343448256" sldId="2331"/>
            <ac:spMk id="9" creationId="{E81ACC94-C0A6-71D7-6F5D-6FBCFD8859A6}"/>
          </ac:spMkLst>
        </pc:spChg>
        <pc:picChg chg="add mod">
          <ac:chgData name="Richard Taylor" userId="fbfc1553-b23d-457b-a859-b112eb014c8c" providerId="ADAL" clId="{EE4F4EF6-1492-4EDF-8DCB-78A7DEE1B88F}" dt="2025-07-12T01:20:31.065" v="2792" actId="1076"/>
          <ac:picMkLst>
            <pc:docMk/>
            <pc:sldMk cId="1343448256" sldId="2331"/>
            <ac:picMk id="1026" creationId="{DD0DCF9F-7768-8F7E-62CF-DB0633B0A61A}"/>
          </ac:picMkLst>
        </pc:picChg>
      </pc:sldChg>
      <pc:sldChg chg="addSp modSp add mod">
        <pc:chgData name="Richard Taylor" userId="fbfc1553-b23d-457b-a859-b112eb014c8c" providerId="ADAL" clId="{EE4F4EF6-1492-4EDF-8DCB-78A7DEE1B88F}" dt="2025-07-09T02:10:25.883" v="1289" actId="20577"/>
        <pc:sldMkLst>
          <pc:docMk/>
          <pc:sldMk cId="3695076866" sldId="2332"/>
        </pc:sldMkLst>
        <pc:spChg chg="mod">
          <ac:chgData name="Richard Taylor" userId="fbfc1553-b23d-457b-a859-b112eb014c8c" providerId="ADAL" clId="{EE4F4EF6-1492-4EDF-8DCB-78A7DEE1B88F}" dt="2025-07-09T02:08:04.230" v="1222"/>
          <ac:spMkLst>
            <pc:docMk/>
            <pc:sldMk cId="3695076866" sldId="2332"/>
            <ac:spMk id="5" creationId="{A2AD2E82-FCBD-C8D9-3BA3-9214B12E96BF}"/>
          </ac:spMkLst>
        </pc:spChg>
        <pc:spChg chg="add mod">
          <ac:chgData name="Richard Taylor" userId="fbfc1553-b23d-457b-a859-b112eb014c8c" providerId="ADAL" clId="{EE4F4EF6-1492-4EDF-8DCB-78A7DEE1B88F}" dt="2025-07-09T02:10:05.546" v="1262" actId="1076"/>
          <ac:spMkLst>
            <pc:docMk/>
            <pc:sldMk cId="3695076866" sldId="2332"/>
            <ac:spMk id="7" creationId="{B789A202-32B5-C4E9-8585-6B3BE54C33AF}"/>
          </ac:spMkLst>
        </pc:spChg>
        <pc:spChg chg="add mod">
          <ac:chgData name="Richard Taylor" userId="fbfc1553-b23d-457b-a859-b112eb014c8c" providerId="ADAL" clId="{EE4F4EF6-1492-4EDF-8DCB-78A7DEE1B88F}" dt="2025-07-09T02:10:25.883" v="1289" actId="20577"/>
          <ac:spMkLst>
            <pc:docMk/>
            <pc:sldMk cId="3695076866" sldId="2332"/>
            <ac:spMk id="8" creationId="{5EC1E5A9-A61B-5E8B-AD5C-0E4D91D92AB2}"/>
          </ac:spMkLst>
        </pc:spChg>
        <pc:spChg chg="mod">
          <ac:chgData name="Richard Taylor" userId="fbfc1553-b23d-457b-a859-b112eb014c8c" providerId="ADAL" clId="{EE4F4EF6-1492-4EDF-8DCB-78A7DEE1B88F}" dt="2025-07-09T02:09:11.002" v="1242" actId="20577"/>
          <ac:spMkLst>
            <pc:docMk/>
            <pc:sldMk cId="3695076866" sldId="2332"/>
            <ac:spMk id="9" creationId="{4A96CEE8-B692-4E7D-E4CA-891C44C03A00}"/>
          </ac:spMkLst>
        </pc:spChg>
        <pc:picChg chg="add mod">
          <ac:chgData name="Richard Taylor" userId="fbfc1553-b23d-457b-a859-b112eb014c8c" providerId="ADAL" clId="{EE4F4EF6-1492-4EDF-8DCB-78A7DEE1B88F}" dt="2025-07-09T02:09:30.517" v="1245" actId="1076"/>
          <ac:picMkLst>
            <pc:docMk/>
            <pc:sldMk cId="3695076866" sldId="2332"/>
            <ac:picMk id="4" creationId="{1B74C407-22FB-0955-3691-7762E94FCE68}"/>
          </ac:picMkLst>
        </pc:picChg>
        <pc:picChg chg="add mod">
          <ac:chgData name="Richard Taylor" userId="fbfc1553-b23d-457b-a859-b112eb014c8c" providerId="ADAL" clId="{EE4F4EF6-1492-4EDF-8DCB-78A7DEE1B88F}" dt="2025-07-09T02:09:30.517" v="1245" actId="1076"/>
          <ac:picMkLst>
            <pc:docMk/>
            <pc:sldMk cId="3695076866" sldId="2332"/>
            <ac:picMk id="6" creationId="{A1B6C876-14CD-432C-4F15-6B1868A36378}"/>
          </ac:picMkLst>
        </pc:picChg>
      </pc:sldChg>
      <pc:sldChg chg="addSp modSp add mod ord">
        <pc:chgData name="Richard Taylor" userId="fbfc1553-b23d-457b-a859-b112eb014c8c" providerId="ADAL" clId="{EE4F4EF6-1492-4EDF-8DCB-78A7DEE1B88F}" dt="2025-07-12T01:25:07.619" v="2983" actId="20577"/>
        <pc:sldMkLst>
          <pc:docMk/>
          <pc:sldMk cId="773770519" sldId="2333"/>
        </pc:sldMkLst>
        <pc:spChg chg="add mod">
          <ac:chgData name="Richard Taylor" userId="fbfc1553-b23d-457b-a859-b112eb014c8c" providerId="ADAL" clId="{EE4F4EF6-1492-4EDF-8DCB-78A7DEE1B88F}" dt="2025-07-12T01:25:07.619" v="2983" actId="20577"/>
          <ac:spMkLst>
            <pc:docMk/>
            <pc:sldMk cId="773770519" sldId="2333"/>
            <ac:spMk id="4" creationId="{99C96E12-BBE8-D54E-C8A7-679A7F8F14E6}"/>
          </ac:spMkLst>
        </pc:spChg>
        <pc:spChg chg="mod">
          <ac:chgData name="Richard Taylor" userId="fbfc1553-b23d-457b-a859-b112eb014c8c" providerId="ADAL" clId="{EE4F4EF6-1492-4EDF-8DCB-78A7DEE1B88F}" dt="2025-07-09T02:14:00.670" v="1298" actId="114"/>
          <ac:spMkLst>
            <pc:docMk/>
            <pc:sldMk cId="773770519" sldId="2333"/>
            <ac:spMk id="5" creationId="{22188F97-CAFB-C056-962F-2462C3D3D152}"/>
          </ac:spMkLst>
        </pc:spChg>
        <pc:spChg chg="mod">
          <ac:chgData name="Richard Taylor" userId="fbfc1553-b23d-457b-a859-b112eb014c8c" providerId="ADAL" clId="{EE4F4EF6-1492-4EDF-8DCB-78A7DEE1B88F}" dt="2025-07-12T01:23:28.879" v="2859" actId="14100"/>
          <ac:spMkLst>
            <pc:docMk/>
            <pc:sldMk cId="773770519" sldId="2333"/>
            <ac:spMk id="9" creationId="{9B78C452-F48A-3684-99C8-0371099EB0AF}"/>
          </ac:spMkLst>
        </pc:spChg>
        <pc:picChg chg="add mod">
          <ac:chgData name="Richard Taylor" userId="fbfc1553-b23d-457b-a859-b112eb014c8c" providerId="ADAL" clId="{EE4F4EF6-1492-4EDF-8DCB-78A7DEE1B88F}" dt="2025-07-12T01:24:59.541" v="2981" actId="1076"/>
          <ac:picMkLst>
            <pc:docMk/>
            <pc:sldMk cId="773770519" sldId="2333"/>
            <ac:picMk id="2050" creationId="{C21750DE-0305-7E3D-D18F-DF8A3E13E909}"/>
          </ac:picMkLst>
        </pc:picChg>
        <pc:picChg chg="add mod">
          <ac:chgData name="Richard Taylor" userId="fbfc1553-b23d-457b-a859-b112eb014c8c" providerId="ADAL" clId="{EE4F4EF6-1492-4EDF-8DCB-78A7DEE1B88F}" dt="2025-07-11T08:17:16.660" v="2400" actId="1076"/>
          <ac:picMkLst>
            <pc:docMk/>
            <pc:sldMk cId="773770519" sldId="2333"/>
            <ac:picMk id="5122" creationId="{C0798F5A-0C7A-B4AE-2706-BBF7F73BEBA9}"/>
          </ac:picMkLst>
        </pc:picChg>
      </pc:sldChg>
      <pc:sldChg chg="addSp modSp add mod">
        <pc:chgData name="Richard Taylor" userId="fbfc1553-b23d-457b-a859-b112eb014c8c" providerId="ADAL" clId="{EE4F4EF6-1492-4EDF-8DCB-78A7DEE1B88F}" dt="2025-07-11T08:17:31.922" v="2402" actId="1076"/>
        <pc:sldMkLst>
          <pc:docMk/>
          <pc:sldMk cId="3822035635" sldId="2334"/>
        </pc:sldMkLst>
        <pc:spChg chg="mod">
          <ac:chgData name="Richard Taylor" userId="fbfc1553-b23d-457b-a859-b112eb014c8c" providerId="ADAL" clId="{EE4F4EF6-1492-4EDF-8DCB-78A7DEE1B88F}" dt="2025-07-09T02:17:20.542" v="1311" actId="114"/>
          <ac:spMkLst>
            <pc:docMk/>
            <pc:sldMk cId="3822035635" sldId="2334"/>
            <ac:spMk id="5" creationId="{B7205980-B09D-EC4A-DFF5-42E20A5F94D1}"/>
          </ac:spMkLst>
        </pc:spChg>
        <pc:spChg chg="mod">
          <ac:chgData name="Richard Taylor" userId="fbfc1553-b23d-457b-a859-b112eb014c8c" providerId="ADAL" clId="{EE4F4EF6-1492-4EDF-8DCB-78A7DEE1B88F}" dt="2025-07-11T08:17:29.272" v="2401" actId="14100"/>
          <ac:spMkLst>
            <pc:docMk/>
            <pc:sldMk cId="3822035635" sldId="2334"/>
            <ac:spMk id="9" creationId="{EBACC8FB-9E9E-1F73-D8B5-675592EE9E13}"/>
          </ac:spMkLst>
        </pc:spChg>
        <pc:picChg chg="add mod">
          <ac:chgData name="Richard Taylor" userId="fbfc1553-b23d-457b-a859-b112eb014c8c" providerId="ADAL" clId="{EE4F4EF6-1492-4EDF-8DCB-78A7DEE1B88F}" dt="2025-07-11T08:17:31.922" v="2402" actId="1076"/>
          <ac:picMkLst>
            <pc:docMk/>
            <pc:sldMk cId="3822035635" sldId="2334"/>
            <ac:picMk id="4" creationId="{448366AE-7A73-0A90-D8A4-5542D83269C1}"/>
          </ac:picMkLst>
        </pc:picChg>
      </pc:sldChg>
      <pc:sldChg chg="addSp delSp modSp add mod">
        <pc:chgData name="Richard Taylor" userId="fbfc1553-b23d-457b-a859-b112eb014c8c" providerId="ADAL" clId="{EE4F4EF6-1492-4EDF-8DCB-78A7DEE1B88F}" dt="2025-07-09T02:19:23.836" v="1352" actId="20577"/>
        <pc:sldMkLst>
          <pc:docMk/>
          <pc:sldMk cId="3973561249" sldId="2335"/>
        </pc:sldMkLst>
        <pc:spChg chg="mod">
          <ac:chgData name="Richard Taylor" userId="fbfc1553-b23d-457b-a859-b112eb014c8c" providerId="ADAL" clId="{EE4F4EF6-1492-4EDF-8DCB-78A7DEE1B88F}" dt="2025-07-09T02:18:44.175" v="1321" actId="114"/>
          <ac:spMkLst>
            <pc:docMk/>
            <pc:sldMk cId="3973561249" sldId="2335"/>
            <ac:spMk id="5" creationId="{CFAF9ECA-09B8-1919-2AC5-BE9AACB6153D}"/>
          </ac:spMkLst>
        </pc:spChg>
        <pc:spChg chg="mod">
          <ac:chgData name="Richard Taylor" userId="fbfc1553-b23d-457b-a859-b112eb014c8c" providerId="ADAL" clId="{EE4F4EF6-1492-4EDF-8DCB-78A7DEE1B88F}" dt="2025-07-09T02:19:23.836" v="1352" actId="20577"/>
          <ac:spMkLst>
            <pc:docMk/>
            <pc:sldMk cId="3973561249" sldId="2335"/>
            <ac:spMk id="9" creationId="{CD74C01D-BB80-E98E-02F9-CA2AC545B3F7}"/>
          </ac:spMkLst>
        </pc:spChg>
        <pc:picChg chg="add mod">
          <ac:chgData name="Richard Taylor" userId="fbfc1553-b23d-457b-a859-b112eb014c8c" providerId="ADAL" clId="{EE4F4EF6-1492-4EDF-8DCB-78A7DEE1B88F}" dt="2025-07-09T02:19:07.459" v="1326" actId="1076"/>
          <ac:picMkLst>
            <pc:docMk/>
            <pc:sldMk cId="3973561249" sldId="2335"/>
            <ac:picMk id="3074" creationId="{81DBC4CF-B025-2239-B1F9-4240D0B95418}"/>
          </ac:picMkLst>
        </pc:picChg>
      </pc:sldChg>
      <pc:sldChg chg="addSp delSp modSp add mod">
        <pc:chgData name="Richard Taylor" userId="fbfc1553-b23d-457b-a859-b112eb014c8c" providerId="ADAL" clId="{EE4F4EF6-1492-4EDF-8DCB-78A7DEE1B88F}" dt="2025-07-09T02:20:55.522" v="1373" actId="20577"/>
        <pc:sldMkLst>
          <pc:docMk/>
          <pc:sldMk cId="4285674808" sldId="2336"/>
        </pc:sldMkLst>
        <pc:spChg chg="mod">
          <ac:chgData name="Richard Taylor" userId="fbfc1553-b23d-457b-a859-b112eb014c8c" providerId="ADAL" clId="{EE4F4EF6-1492-4EDF-8DCB-78A7DEE1B88F}" dt="2025-07-09T02:20:38.445" v="1362" actId="114"/>
          <ac:spMkLst>
            <pc:docMk/>
            <pc:sldMk cId="4285674808" sldId="2336"/>
            <ac:spMk id="5" creationId="{5C9F24CA-4D6C-CA5F-BFDD-0A165BD2E7E5}"/>
          </ac:spMkLst>
        </pc:spChg>
        <pc:spChg chg="mod">
          <ac:chgData name="Richard Taylor" userId="fbfc1553-b23d-457b-a859-b112eb014c8c" providerId="ADAL" clId="{EE4F4EF6-1492-4EDF-8DCB-78A7DEE1B88F}" dt="2025-07-09T02:20:55.522" v="1373" actId="20577"/>
          <ac:spMkLst>
            <pc:docMk/>
            <pc:sldMk cId="4285674808" sldId="2336"/>
            <ac:spMk id="9" creationId="{823F1254-9500-5133-8285-E0CCCC576B8E}"/>
          </ac:spMkLst>
        </pc:spChg>
        <pc:picChg chg="add mod">
          <ac:chgData name="Richard Taylor" userId="fbfc1553-b23d-457b-a859-b112eb014c8c" providerId="ADAL" clId="{EE4F4EF6-1492-4EDF-8DCB-78A7DEE1B88F}" dt="2025-07-09T02:20:23.891" v="1360" actId="1076"/>
          <ac:picMkLst>
            <pc:docMk/>
            <pc:sldMk cId="4285674808" sldId="2336"/>
            <ac:picMk id="1026" creationId="{1CACF2D7-51C4-15E0-59A2-A1486E9E5953}"/>
          </ac:picMkLst>
        </pc:picChg>
      </pc:sldChg>
      <pc:sldChg chg="add">
        <pc:chgData name="Richard Taylor" userId="fbfc1553-b23d-457b-a859-b112eb014c8c" providerId="ADAL" clId="{EE4F4EF6-1492-4EDF-8DCB-78A7DEE1B88F}" dt="2025-07-09T02:21:43.661" v="1375"/>
        <pc:sldMkLst>
          <pc:docMk/>
          <pc:sldMk cId="602163732" sldId="2337"/>
        </pc:sldMkLst>
      </pc:sldChg>
      <pc:sldChg chg="addSp delSp modSp add mod">
        <pc:chgData name="Richard Taylor" userId="fbfc1553-b23d-457b-a859-b112eb014c8c" providerId="ADAL" clId="{EE4F4EF6-1492-4EDF-8DCB-78A7DEE1B88F}" dt="2025-07-11T08:18:33.508" v="2405" actId="1076"/>
        <pc:sldMkLst>
          <pc:docMk/>
          <pc:sldMk cId="1141314750" sldId="2338"/>
        </pc:sldMkLst>
        <pc:spChg chg="mod">
          <ac:chgData name="Richard Taylor" userId="fbfc1553-b23d-457b-a859-b112eb014c8c" providerId="ADAL" clId="{EE4F4EF6-1492-4EDF-8DCB-78A7DEE1B88F}" dt="2025-07-09T02:22:15.785" v="1378" actId="114"/>
          <ac:spMkLst>
            <pc:docMk/>
            <pc:sldMk cId="1141314750" sldId="2338"/>
            <ac:spMk id="5" creationId="{6C200A56-18C0-CE23-7CC0-C7E0DF1304F8}"/>
          </ac:spMkLst>
        </pc:spChg>
        <pc:spChg chg="mod">
          <ac:chgData name="Richard Taylor" userId="fbfc1553-b23d-457b-a859-b112eb014c8c" providerId="ADAL" clId="{EE4F4EF6-1492-4EDF-8DCB-78A7DEE1B88F}" dt="2025-07-09T02:23:13.479" v="1389" actId="114"/>
          <ac:spMkLst>
            <pc:docMk/>
            <pc:sldMk cId="1141314750" sldId="2338"/>
            <ac:spMk id="9" creationId="{75AA0419-79C3-1481-82B4-45094051DD18}"/>
          </ac:spMkLst>
        </pc:spChg>
        <pc:picChg chg="add mod">
          <ac:chgData name="Richard Taylor" userId="fbfc1553-b23d-457b-a859-b112eb014c8c" providerId="ADAL" clId="{EE4F4EF6-1492-4EDF-8DCB-78A7DEE1B88F}" dt="2025-07-11T08:18:33.508" v="2405" actId="1076"/>
          <ac:picMkLst>
            <pc:docMk/>
            <pc:sldMk cId="1141314750" sldId="2338"/>
            <ac:picMk id="6148" creationId="{908C2487-C17A-71BA-041B-4AFEE0AFF996}"/>
          </ac:picMkLst>
        </pc:picChg>
      </pc:sldChg>
      <pc:sldChg chg="add">
        <pc:chgData name="Richard Taylor" userId="fbfc1553-b23d-457b-a859-b112eb014c8c" providerId="ADAL" clId="{EE4F4EF6-1492-4EDF-8DCB-78A7DEE1B88F}" dt="2025-07-09T02:23:46.818" v="1391"/>
        <pc:sldMkLst>
          <pc:docMk/>
          <pc:sldMk cId="3708180810" sldId="2339"/>
        </pc:sldMkLst>
      </pc:sldChg>
      <pc:sldChg chg="addSp modSp add mod ord">
        <pc:chgData name="Richard Taylor" userId="fbfc1553-b23d-457b-a859-b112eb014c8c" providerId="ADAL" clId="{EE4F4EF6-1492-4EDF-8DCB-78A7DEE1B88F}" dt="2025-07-09T02:26:20.963" v="1423" actId="1076"/>
        <pc:sldMkLst>
          <pc:docMk/>
          <pc:sldMk cId="2468757855" sldId="2340"/>
        </pc:sldMkLst>
        <pc:spChg chg="mod">
          <ac:chgData name="Richard Taylor" userId="fbfc1553-b23d-457b-a859-b112eb014c8c" providerId="ADAL" clId="{EE4F4EF6-1492-4EDF-8DCB-78A7DEE1B88F}" dt="2025-07-09T02:24:44.009" v="1396" actId="114"/>
          <ac:spMkLst>
            <pc:docMk/>
            <pc:sldMk cId="2468757855" sldId="2340"/>
            <ac:spMk id="5" creationId="{79B00AD7-B7F0-C2DE-E322-F54148DD23D7}"/>
          </ac:spMkLst>
        </pc:spChg>
        <pc:spChg chg="mod">
          <ac:chgData name="Richard Taylor" userId="fbfc1553-b23d-457b-a859-b112eb014c8c" providerId="ADAL" clId="{EE4F4EF6-1492-4EDF-8DCB-78A7DEE1B88F}" dt="2025-07-09T02:26:09.292" v="1419" actId="20577"/>
          <ac:spMkLst>
            <pc:docMk/>
            <pc:sldMk cId="2468757855" sldId="2340"/>
            <ac:spMk id="9" creationId="{55AAE503-9DD6-C86B-BC49-C15F92BF4233}"/>
          </ac:spMkLst>
        </pc:spChg>
        <pc:picChg chg="add mod">
          <ac:chgData name="Richard Taylor" userId="fbfc1553-b23d-457b-a859-b112eb014c8c" providerId="ADAL" clId="{EE4F4EF6-1492-4EDF-8DCB-78A7DEE1B88F}" dt="2025-07-09T02:26:20.963" v="1423" actId="1076"/>
          <ac:picMkLst>
            <pc:docMk/>
            <pc:sldMk cId="2468757855" sldId="2340"/>
            <ac:picMk id="4" creationId="{A8C7F122-4140-5EBE-86D5-EE184ABE9D04}"/>
          </ac:picMkLst>
        </pc:picChg>
      </pc:sldChg>
      <pc:sldChg chg="addSp delSp modSp add mod">
        <pc:chgData name="Richard Taylor" userId="fbfc1553-b23d-457b-a859-b112eb014c8c" providerId="ADAL" clId="{EE4F4EF6-1492-4EDF-8DCB-78A7DEE1B88F}" dt="2025-07-12T01:25:39.635" v="2987" actId="14100"/>
        <pc:sldMkLst>
          <pc:docMk/>
          <pc:sldMk cId="1713504753" sldId="2341"/>
        </pc:sldMkLst>
        <pc:spChg chg="mod">
          <ac:chgData name="Richard Taylor" userId="fbfc1553-b23d-457b-a859-b112eb014c8c" providerId="ADAL" clId="{EE4F4EF6-1492-4EDF-8DCB-78A7DEE1B88F}" dt="2025-07-09T02:27:36.763" v="1432" actId="114"/>
          <ac:spMkLst>
            <pc:docMk/>
            <pc:sldMk cId="1713504753" sldId="2341"/>
            <ac:spMk id="5" creationId="{0898CA78-076B-B666-327B-29D16BC37D9C}"/>
          </ac:spMkLst>
        </pc:spChg>
        <pc:spChg chg="mod">
          <ac:chgData name="Richard Taylor" userId="fbfc1553-b23d-457b-a859-b112eb014c8c" providerId="ADAL" clId="{EE4F4EF6-1492-4EDF-8DCB-78A7DEE1B88F}" dt="2025-07-12T01:25:39.635" v="2987" actId="14100"/>
          <ac:spMkLst>
            <pc:docMk/>
            <pc:sldMk cId="1713504753" sldId="2341"/>
            <ac:spMk id="9" creationId="{F58C2E34-3E78-B4F0-FF9B-867923AED512}"/>
          </ac:spMkLst>
        </pc:spChg>
        <pc:picChg chg="add mod">
          <ac:chgData name="Richard Taylor" userId="fbfc1553-b23d-457b-a859-b112eb014c8c" providerId="ADAL" clId="{EE4F4EF6-1492-4EDF-8DCB-78A7DEE1B88F}" dt="2025-07-12T01:25:37.228" v="2986" actId="14100"/>
          <ac:picMkLst>
            <pc:docMk/>
            <pc:sldMk cId="1713504753" sldId="2341"/>
            <ac:picMk id="6" creationId="{49C5459E-5FD1-3171-2E73-65605AC53340}"/>
          </ac:picMkLst>
        </pc:picChg>
      </pc:sldChg>
      <pc:sldChg chg="new del">
        <pc:chgData name="Richard Taylor" userId="fbfc1553-b23d-457b-a859-b112eb014c8c" providerId="ADAL" clId="{EE4F4EF6-1492-4EDF-8DCB-78A7DEE1B88F}" dt="2025-07-09T02:28:20.017" v="1441" actId="680"/>
        <pc:sldMkLst>
          <pc:docMk/>
          <pc:sldMk cId="2505949017" sldId="2342"/>
        </pc:sldMkLst>
      </pc:sldChg>
      <pc:sldChg chg="delSp modSp add mod ord">
        <pc:chgData name="Richard Taylor" userId="fbfc1553-b23d-457b-a859-b112eb014c8c" providerId="ADAL" clId="{EE4F4EF6-1492-4EDF-8DCB-78A7DEE1B88F}" dt="2025-07-09T02:28:54.939" v="1455" actId="255"/>
        <pc:sldMkLst>
          <pc:docMk/>
          <pc:sldMk cId="3361402576" sldId="2342"/>
        </pc:sldMkLst>
        <pc:spChg chg="mod">
          <ac:chgData name="Richard Taylor" userId="fbfc1553-b23d-457b-a859-b112eb014c8c" providerId="ADAL" clId="{EE4F4EF6-1492-4EDF-8DCB-78A7DEE1B88F}" dt="2025-07-09T02:28:36.643" v="1453" actId="114"/>
          <ac:spMkLst>
            <pc:docMk/>
            <pc:sldMk cId="3361402576" sldId="2342"/>
            <ac:spMk id="5" creationId="{E30EDE70-8116-97E6-CC13-4FA1E2E6CA54}"/>
          </ac:spMkLst>
        </pc:spChg>
        <pc:spChg chg="mod">
          <ac:chgData name="Richard Taylor" userId="fbfc1553-b23d-457b-a859-b112eb014c8c" providerId="ADAL" clId="{EE4F4EF6-1492-4EDF-8DCB-78A7DEE1B88F}" dt="2025-07-09T02:28:54.939" v="1455" actId="255"/>
          <ac:spMkLst>
            <pc:docMk/>
            <pc:sldMk cId="3361402576" sldId="2342"/>
            <ac:spMk id="9" creationId="{34EAD9BC-A06D-F50B-881B-825E70C0CFC2}"/>
          </ac:spMkLst>
        </pc:spChg>
      </pc:sldChg>
      <pc:sldChg chg="addSp delSp modSp add mod">
        <pc:chgData name="Richard Taylor" userId="fbfc1553-b23d-457b-a859-b112eb014c8c" providerId="ADAL" clId="{EE4F4EF6-1492-4EDF-8DCB-78A7DEE1B88F}" dt="2025-07-11T08:28:47.010" v="2528" actId="20577"/>
        <pc:sldMkLst>
          <pc:docMk/>
          <pc:sldMk cId="853032673" sldId="2343"/>
        </pc:sldMkLst>
        <pc:spChg chg="add mod">
          <ac:chgData name="Richard Taylor" userId="fbfc1553-b23d-457b-a859-b112eb014c8c" providerId="ADAL" clId="{EE4F4EF6-1492-4EDF-8DCB-78A7DEE1B88F}" dt="2025-07-11T08:28:47.010" v="2528" actId="20577"/>
          <ac:spMkLst>
            <pc:docMk/>
            <pc:sldMk cId="853032673" sldId="2343"/>
            <ac:spMk id="4" creationId="{D4AB67B3-4D1F-336B-ED2E-B6DD4A40C7DD}"/>
          </ac:spMkLst>
        </pc:spChg>
        <pc:spChg chg="mod">
          <ac:chgData name="Richard Taylor" userId="fbfc1553-b23d-457b-a859-b112eb014c8c" providerId="ADAL" clId="{EE4F4EF6-1492-4EDF-8DCB-78A7DEE1B88F}" dt="2025-07-09T02:29:16.781" v="1472" actId="20577"/>
          <ac:spMkLst>
            <pc:docMk/>
            <pc:sldMk cId="853032673" sldId="2343"/>
            <ac:spMk id="5" creationId="{129AF4A7-B235-D21B-8DF1-BE4491ABE452}"/>
          </ac:spMkLst>
        </pc:spChg>
        <pc:picChg chg="add mod">
          <ac:chgData name="Richard Taylor" userId="fbfc1553-b23d-457b-a859-b112eb014c8c" providerId="ADAL" clId="{EE4F4EF6-1492-4EDF-8DCB-78A7DEE1B88F}" dt="2025-07-11T08:28:15.956" v="2517" actId="14100"/>
          <ac:picMkLst>
            <pc:docMk/>
            <pc:sldMk cId="853032673" sldId="2343"/>
            <ac:picMk id="9220" creationId="{14B65181-DD2F-BB2C-93F2-9592426DCD01}"/>
          </ac:picMkLst>
        </pc:picChg>
      </pc:sldChg>
      <pc:sldChg chg="modSp add del mod ord">
        <pc:chgData name="Richard Taylor" userId="fbfc1553-b23d-457b-a859-b112eb014c8c" providerId="ADAL" clId="{EE4F4EF6-1492-4EDF-8DCB-78A7DEE1B88F}" dt="2025-07-09T02:30:33.745" v="1496" actId="47"/>
        <pc:sldMkLst>
          <pc:docMk/>
          <pc:sldMk cId="3388399171" sldId="2344"/>
        </pc:sldMkLst>
      </pc:sldChg>
      <pc:sldChg chg="delSp modSp add mod ord">
        <pc:chgData name="Richard Taylor" userId="fbfc1553-b23d-457b-a859-b112eb014c8c" providerId="ADAL" clId="{EE4F4EF6-1492-4EDF-8DCB-78A7DEE1B88F}" dt="2025-07-11T08:29:05.293" v="2529" actId="255"/>
        <pc:sldMkLst>
          <pc:docMk/>
          <pc:sldMk cId="1333328511" sldId="2345"/>
        </pc:sldMkLst>
        <pc:spChg chg="mod">
          <ac:chgData name="Richard Taylor" userId="fbfc1553-b23d-457b-a859-b112eb014c8c" providerId="ADAL" clId="{EE4F4EF6-1492-4EDF-8DCB-78A7DEE1B88F}" dt="2025-07-09T02:31:39.858" v="1514"/>
          <ac:spMkLst>
            <pc:docMk/>
            <pc:sldMk cId="1333328511" sldId="2345"/>
            <ac:spMk id="5" creationId="{6343B7CB-E31A-5488-2814-DC0700C1ACEB}"/>
          </ac:spMkLst>
        </pc:spChg>
        <pc:spChg chg="mod">
          <ac:chgData name="Richard Taylor" userId="fbfc1553-b23d-457b-a859-b112eb014c8c" providerId="ADAL" clId="{EE4F4EF6-1492-4EDF-8DCB-78A7DEE1B88F}" dt="2025-07-11T08:29:05.293" v="2529" actId="255"/>
          <ac:spMkLst>
            <pc:docMk/>
            <pc:sldMk cId="1333328511" sldId="2345"/>
            <ac:spMk id="9" creationId="{C36E045F-C48E-2B6D-6958-5F4DCF53B499}"/>
          </ac:spMkLst>
        </pc:spChg>
      </pc:sldChg>
      <pc:sldChg chg="addSp modSp add mod">
        <pc:chgData name="Richard Taylor" userId="fbfc1553-b23d-457b-a859-b112eb014c8c" providerId="ADAL" clId="{EE4F4EF6-1492-4EDF-8DCB-78A7DEE1B88F}" dt="2025-07-12T02:00:14.566" v="3102" actId="20577"/>
        <pc:sldMkLst>
          <pc:docMk/>
          <pc:sldMk cId="1564341445" sldId="2346"/>
        </pc:sldMkLst>
        <pc:spChg chg="mod">
          <ac:chgData name="Richard Taylor" userId="fbfc1553-b23d-457b-a859-b112eb014c8c" providerId="ADAL" clId="{EE4F4EF6-1492-4EDF-8DCB-78A7DEE1B88F}" dt="2025-07-12T02:00:14.566" v="3102" actId="20577"/>
          <ac:spMkLst>
            <pc:docMk/>
            <pc:sldMk cId="1564341445" sldId="2346"/>
            <ac:spMk id="9" creationId="{E30E162F-919E-2969-0539-9419D68FF926}"/>
          </ac:spMkLst>
        </pc:spChg>
        <pc:picChg chg="add mod">
          <ac:chgData name="Richard Taylor" userId="fbfc1553-b23d-457b-a859-b112eb014c8c" providerId="ADAL" clId="{EE4F4EF6-1492-4EDF-8DCB-78A7DEE1B88F}" dt="2025-07-09T02:32:37.426" v="1542" actId="1076"/>
          <ac:picMkLst>
            <pc:docMk/>
            <pc:sldMk cId="1564341445" sldId="2346"/>
            <ac:picMk id="4" creationId="{226BB4AA-4301-3285-1763-1E721D0AB32F}"/>
          </ac:picMkLst>
        </pc:picChg>
      </pc:sldChg>
      <pc:sldChg chg="addSp delSp modSp add mod">
        <pc:chgData name="Richard Taylor" userId="fbfc1553-b23d-457b-a859-b112eb014c8c" providerId="ADAL" clId="{EE4F4EF6-1492-4EDF-8DCB-78A7DEE1B88F}" dt="2025-07-09T02:36:19.045" v="1584" actId="114"/>
        <pc:sldMkLst>
          <pc:docMk/>
          <pc:sldMk cId="1436229983" sldId="2347"/>
        </pc:sldMkLst>
        <pc:spChg chg="mod">
          <ac:chgData name="Richard Taylor" userId="fbfc1553-b23d-457b-a859-b112eb014c8c" providerId="ADAL" clId="{EE4F4EF6-1492-4EDF-8DCB-78A7DEE1B88F}" dt="2025-07-09T02:36:19.045" v="1584" actId="114"/>
          <ac:spMkLst>
            <pc:docMk/>
            <pc:sldMk cId="1436229983" sldId="2347"/>
            <ac:spMk id="9" creationId="{D8CD04EB-3D2C-84E4-3D7D-DBD0D1FB61EB}"/>
          </ac:spMkLst>
        </pc:spChg>
        <pc:picChg chg="add mod">
          <ac:chgData name="Richard Taylor" userId="fbfc1553-b23d-457b-a859-b112eb014c8c" providerId="ADAL" clId="{EE4F4EF6-1492-4EDF-8DCB-78A7DEE1B88F}" dt="2025-07-09T02:35:55.773" v="1580" actId="1076"/>
          <ac:picMkLst>
            <pc:docMk/>
            <pc:sldMk cId="1436229983" sldId="2347"/>
            <ac:picMk id="6" creationId="{A216F53E-C6A7-5165-DDA6-B78F94B11699}"/>
          </ac:picMkLst>
        </pc:picChg>
      </pc:sldChg>
      <pc:sldChg chg="new del">
        <pc:chgData name="Richard Taylor" userId="fbfc1553-b23d-457b-a859-b112eb014c8c" providerId="ADAL" clId="{EE4F4EF6-1492-4EDF-8DCB-78A7DEE1B88F}" dt="2025-07-09T02:37:28.892" v="1590" actId="680"/>
        <pc:sldMkLst>
          <pc:docMk/>
          <pc:sldMk cId="1035672811" sldId="2348"/>
        </pc:sldMkLst>
      </pc:sldChg>
      <pc:sldChg chg="addSp delSp modSp add mod">
        <pc:chgData name="Richard Taylor" userId="fbfc1553-b23d-457b-a859-b112eb014c8c" providerId="ADAL" clId="{EE4F4EF6-1492-4EDF-8DCB-78A7DEE1B88F}" dt="2025-07-11T08:31:51.354" v="2538" actId="1076"/>
        <pc:sldMkLst>
          <pc:docMk/>
          <pc:sldMk cId="3581216405" sldId="2348"/>
        </pc:sldMkLst>
        <pc:spChg chg="mod">
          <ac:chgData name="Richard Taylor" userId="fbfc1553-b23d-457b-a859-b112eb014c8c" providerId="ADAL" clId="{EE4F4EF6-1492-4EDF-8DCB-78A7DEE1B88F}" dt="2025-07-09T02:37:56.019" v="1597" actId="114"/>
          <ac:spMkLst>
            <pc:docMk/>
            <pc:sldMk cId="3581216405" sldId="2348"/>
            <ac:spMk id="5" creationId="{D57B65DF-F094-9A68-50B9-60AD5ECE35F7}"/>
          </ac:spMkLst>
        </pc:spChg>
        <pc:spChg chg="mod">
          <ac:chgData name="Richard Taylor" userId="fbfc1553-b23d-457b-a859-b112eb014c8c" providerId="ADAL" clId="{EE4F4EF6-1492-4EDF-8DCB-78A7DEE1B88F}" dt="2025-07-11T08:30:42.016" v="2530" actId="14100"/>
          <ac:spMkLst>
            <pc:docMk/>
            <pc:sldMk cId="3581216405" sldId="2348"/>
            <ac:spMk id="9" creationId="{41DB78BD-9454-A768-97E7-43294172C02C}"/>
          </ac:spMkLst>
        </pc:spChg>
        <pc:picChg chg="add mod">
          <ac:chgData name="Richard Taylor" userId="fbfc1553-b23d-457b-a859-b112eb014c8c" providerId="ADAL" clId="{EE4F4EF6-1492-4EDF-8DCB-78A7DEE1B88F}" dt="2025-07-11T08:30:49.544" v="2532" actId="1076"/>
          <ac:picMkLst>
            <pc:docMk/>
            <pc:sldMk cId="3581216405" sldId="2348"/>
            <ac:picMk id="10242" creationId="{6BF84264-2253-2D08-65AD-3D2F448C80BC}"/>
          </ac:picMkLst>
        </pc:picChg>
        <pc:picChg chg="add mod">
          <ac:chgData name="Richard Taylor" userId="fbfc1553-b23d-457b-a859-b112eb014c8c" providerId="ADAL" clId="{EE4F4EF6-1492-4EDF-8DCB-78A7DEE1B88F}" dt="2025-07-11T08:31:16.430" v="2536" actId="1076"/>
          <ac:picMkLst>
            <pc:docMk/>
            <pc:sldMk cId="3581216405" sldId="2348"/>
            <ac:picMk id="10244" creationId="{656A4582-A76D-4FBB-B26E-EF16EFBFF52A}"/>
          </ac:picMkLst>
        </pc:picChg>
        <pc:picChg chg="add mod">
          <ac:chgData name="Richard Taylor" userId="fbfc1553-b23d-457b-a859-b112eb014c8c" providerId="ADAL" clId="{EE4F4EF6-1492-4EDF-8DCB-78A7DEE1B88F}" dt="2025-07-11T08:31:51.354" v="2538" actId="1076"/>
          <ac:picMkLst>
            <pc:docMk/>
            <pc:sldMk cId="3581216405" sldId="2348"/>
            <ac:picMk id="10246" creationId="{1261A85B-6E15-DB2B-C7E9-68DDE398B90F}"/>
          </ac:picMkLst>
        </pc:picChg>
      </pc:sldChg>
      <pc:sldChg chg="addSp modSp add mod">
        <pc:chgData name="Richard Taylor" userId="fbfc1553-b23d-457b-a859-b112eb014c8c" providerId="ADAL" clId="{EE4F4EF6-1492-4EDF-8DCB-78A7DEE1B88F}" dt="2025-07-11T08:33:50.952" v="2569" actId="1076"/>
        <pc:sldMkLst>
          <pc:docMk/>
          <pc:sldMk cId="3723755529" sldId="2349"/>
        </pc:sldMkLst>
        <pc:spChg chg="mod">
          <ac:chgData name="Richard Taylor" userId="fbfc1553-b23d-457b-a859-b112eb014c8c" providerId="ADAL" clId="{EE4F4EF6-1492-4EDF-8DCB-78A7DEE1B88F}" dt="2025-07-09T02:38:13.075" v="1599" actId="114"/>
          <ac:spMkLst>
            <pc:docMk/>
            <pc:sldMk cId="3723755529" sldId="2349"/>
            <ac:spMk id="5" creationId="{90A7A68C-54ED-EFF1-0A74-B7ED057ADCE8}"/>
          </ac:spMkLst>
        </pc:spChg>
        <pc:spChg chg="mod">
          <ac:chgData name="Richard Taylor" userId="fbfc1553-b23d-457b-a859-b112eb014c8c" providerId="ADAL" clId="{EE4F4EF6-1492-4EDF-8DCB-78A7DEE1B88F}" dt="2025-07-11T08:33:45.351" v="2566" actId="14100"/>
          <ac:spMkLst>
            <pc:docMk/>
            <pc:sldMk cId="3723755529" sldId="2349"/>
            <ac:spMk id="9" creationId="{4F2A6260-8801-0F0A-D325-45836251B767}"/>
          </ac:spMkLst>
        </pc:spChg>
        <pc:picChg chg="add mod">
          <ac:chgData name="Richard Taylor" userId="fbfc1553-b23d-457b-a859-b112eb014c8c" providerId="ADAL" clId="{EE4F4EF6-1492-4EDF-8DCB-78A7DEE1B88F}" dt="2025-07-11T08:33:50.952" v="2569" actId="1076"/>
          <ac:picMkLst>
            <pc:docMk/>
            <pc:sldMk cId="3723755529" sldId="2349"/>
            <ac:picMk id="12290" creationId="{89ED926A-AAEA-CD5E-C3EE-877D0F7CC912}"/>
          </ac:picMkLst>
        </pc:picChg>
      </pc:sldChg>
      <pc:sldChg chg="addSp delSp modSp add mod">
        <pc:chgData name="Richard Taylor" userId="fbfc1553-b23d-457b-a859-b112eb014c8c" providerId="ADAL" clId="{EE4F4EF6-1492-4EDF-8DCB-78A7DEE1B88F}" dt="2025-07-11T08:35:01.737" v="2576" actId="1076"/>
        <pc:sldMkLst>
          <pc:docMk/>
          <pc:sldMk cId="3526342082" sldId="2350"/>
        </pc:sldMkLst>
        <pc:spChg chg="mod">
          <ac:chgData name="Richard Taylor" userId="fbfc1553-b23d-457b-a859-b112eb014c8c" providerId="ADAL" clId="{EE4F4EF6-1492-4EDF-8DCB-78A7DEE1B88F}" dt="2025-07-09T02:43:28.786" v="1668" actId="114"/>
          <ac:spMkLst>
            <pc:docMk/>
            <pc:sldMk cId="3526342082" sldId="2350"/>
            <ac:spMk id="5" creationId="{80969822-E5A5-4E58-8C32-F94545A334C7}"/>
          </ac:spMkLst>
        </pc:spChg>
        <pc:spChg chg="add del mod">
          <ac:chgData name="Richard Taylor" userId="fbfc1553-b23d-457b-a859-b112eb014c8c" providerId="ADAL" clId="{EE4F4EF6-1492-4EDF-8DCB-78A7DEE1B88F}" dt="2025-07-11T08:34:47.946" v="2573" actId="14100"/>
          <ac:spMkLst>
            <pc:docMk/>
            <pc:sldMk cId="3526342082" sldId="2350"/>
            <ac:spMk id="9" creationId="{6654FFDC-FED7-67AD-13EF-666BC7020F7C}"/>
          </ac:spMkLst>
        </pc:spChg>
        <pc:picChg chg="add mod">
          <ac:chgData name="Richard Taylor" userId="fbfc1553-b23d-457b-a859-b112eb014c8c" providerId="ADAL" clId="{EE4F4EF6-1492-4EDF-8DCB-78A7DEE1B88F}" dt="2025-07-11T08:35:01.737" v="2576" actId="1076"/>
          <ac:picMkLst>
            <pc:docMk/>
            <pc:sldMk cId="3526342082" sldId="2350"/>
            <ac:picMk id="13314" creationId="{F283B087-0E27-83CC-5DB3-C12F3053FACA}"/>
          </ac:picMkLst>
        </pc:picChg>
      </pc:sldChg>
      <pc:sldChg chg="new del">
        <pc:chgData name="Richard Taylor" userId="fbfc1553-b23d-457b-a859-b112eb014c8c" providerId="ADAL" clId="{EE4F4EF6-1492-4EDF-8DCB-78A7DEE1B88F}" dt="2025-07-09T02:42:34.985" v="1659" actId="680"/>
        <pc:sldMkLst>
          <pc:docMk/>
          <pc:sldMk cId="489806471" sldId="2351"/>
        </pc:sldMkLst>
      </pc:sldChg>
      <pc:sldChg chg="modSp add del mod setBg">
        <pc:chgData name="Richard Taylor" userId="fbfc1553-b23d-457b-a859-b112eb014c8c" providerId="ADAL" clId="{EE4F4EF6-1492-4EDF-8DCB-78A7DEE1B88F}" dt="2025-07-11T08:35:23.062" v="2577" actId="47"/>
        <pc:sldMkLst>
          <pc:docMk/>
          <pc:sldMk cId="3334702137" sldId="2351"/>
        </pc:sldMkLst>
      </pc:sldChg>
      <pc:sldChg chg="addSp modSp add mod setBg">
        <pc:chgData name="Richard Taylor" userId="fbfc1553-b23d-457b-a859-b112eb014c8c" providerId="ADAL" clId="{EE4F4EF6-1492-4EDF-8DCB-78A7DEE1B88F}" dt="2025-07-11T08:33:00.088" v="2561" actId="14100"/>
        <pc:sldMkLst>
          <pc:docMk/>
          <pc:sldMk cId="3663999906" sldId="2352"/>
        </pc:sldMkLst>
        <pc:spChg chg="mod">
          <ac:chgData name="Richard Taylor" userId="fbfc1553-b23d-457b-a859-b112eb014c8c" providerId="ADAL" clId="{EE4F4EF6-1492-4EDF-8DCB-78A7DEE1B88F}" dt="2025-07-11T08:33:00.088" v="2561" actId="14100"/>
          <ac:spMkLst>
            <pc:docMk/>
            <pc:sldMk cId="3663999906" sldId="2352"/>
            <ac:spMk id="5" creationId="{D6F96307-4FF4-8921-9E5A-2D514DAEBCE7}"/>
          </ac:spMkLst>
        </pc:spChg>
        <pc:picChg chg="add mod">
          <ac:chgData name="Richard Taylor" userId="fbfc1553-b23d-457b-a859-b112eb014c8c" providerId="ADAL" clId="{EE4F4EF6-1492-4EDF-8DCB-78A7DEE1B88F}" dt="2025-07-11T08:32:33.813" v="2542" actId="167"/>
          <ac:picMkLst>
            <pc:docMk/>
            <pc:sldMk cId="3663999906" sldId="2352"/>
            <ac:picMk id="11266" creationId="{F8700109-F131-D31D-A3F2-6DCBF40A8820}"/>
          </ac:picMkLst>
        </pc:picChg>
      </pc:sldChg>
      <pc:sldChg chg="modSp add mod ord">
        <pc:chgData name="Richard Taylor" userId="fbfc1553-b23d-457b-a859-b112eb014c8c" providerId="ADAL" clId="{EE4F4EF6-1492-4EDF-8DCB-78A7DEE1B88F}" dt="2025-07-11T08:35:44.499" v="2578" actId="255"/>
        <pc:sldMkLst>
          <pc:docMk/>
          <pc:sldMk cId="2245761943" sldId="2353"/>
        </pc:sldMkLst>
        <pc:spChg chg="mod">
          <ac:chgData name="Richard Taylor" userId="fbfc1553-b23d-457b-a859-b112eb014c8c" providerId="ADAL" clId="{EE4F4EF6-1492-4EDF-8DCB-78A7DEE1B88F}" dt="2025-07-09T02:43:39.857" v="1688" actId="20577"/>
          <ac:spMkLst>
            <pc:docMk/>
            <pc:sldMk cId="2245761943" sldId="2353"/>
            <ac:spMk id="5" creationId="{BBCE98DC-DC8A-4942-FC8D-F9E616E2A6DF}"/>
          </ac:spMkLst>
        </pc:spChg>
        <pc:spChg chg="mod">
          <ac:chgData name="Richard Taylor" userId="fbfc1553-b23d-457b-a859-b112eb014c8c" providerId="ADAL" clId="{EE4F4EF6-1492-4EDF-8DCB-78A7DEE1B88F}" dt="2025-07-11T08:35:44.499" v="2578" actId="255"/>
          <ac:spMkLst>
            <pc:docMk/>
            <pc:sldMk cId="2245761943" sldId="2353"/>
            <ac:spMk id="9" creationId="{1930E246-0A1E-06E5-63BF-F8412E14A003}"/>
          </ac:spMkLst>
        </pc:spChg>
      </pc:sldChg>
      <pc:sldChg chg="modSp add mod">
        <pc:chgData name="Richard Taylor" userId="fbfc1553-b23d-457b-a859-b112eb014c8c" providerId="ADAL" clId="{EE4F4EF6-1492-4EDF-8DCB-78A7DEE1B88F}" dt="2025-07-11T08:35:54.581" v="2579" actId="255"/>
        <pc:sldMkLst>
          <pc:docMk/>
          <pc:sldMk cId="3232582440" sldId="2354"/>
        </pc:sldMkLst>
        <pc:spChg chg="mod">
          <ac:chgData name="Richard Taylor" userId="fbfc1553-b23d-457b-a859-b112eb014c8c" providerId="ADAL" clId="{EE4F4EF6-1492-4EDF-8DCB-78A7DEE1B88F}" dt="2025-07-09T02:57:44.382" v="1693"/>
          <ac:spMkLst>
            <pc:docMk/>
            <pc:sldMk cId="3232582440" sldId="2354"/>
            <ac:spMk id="5" creationId="{36560D47-B9C3-B803-461C-13B1C128DE40}"/>
          </ac:spMkLst>
        </pc:spChg>
        <pc:spChg chg="mod">
          <ac:chgData name="Richard Taylor" userId="fbfc1553-b23d-457b-a859-b112eb014c8c" providerId="ADAL" clId="{EE4F4EF6-1492-4EDF-8DCB-78A7DEE1B88F}" dt="2025-07-11T08:35:54.581" v="2579" actId="255"/>
          <ac:spMkLst>
            <pc:docMk/>
            <pc:sldMk cId="3232582440" sldId="2354"/>
            <ac:spMk id="9" creationId="{122590A1-CCF7-036F-9463-CD8250BBFC5F}"/>
          </ac:spMkLst>
        </pc:spChg>
      </pc:sldChg>
      <pc:sldChg chg="addSp delSp modSp add mod">
        <pc:chgData name="Richard Taylor" userId="fbfc1553-b23d-457b-a859-b112eb014c8c" providerId="ADAL" clId="{EE4F4EF6-1492-4EDF-8DCB-78A7DEE1B88F}" dt="2025-07-11T08:36:09.720" v="2581" actId="20577"/>
        <pc:sldMkLst>
          <pc:docMk/>
          <pc:sldMk cId="2712113349" sldId="2355"/>
        </pc:sldMkLst>
        <pc:spChg chg="mod">
          <ac:chgData name="Richard Taylor" userId="fbfc1553-b23d-457b-a859-b112eb014c8c" providerId="ADAL" clId="{EE4F4EF6-1492-4EDF-8DCB-78A7DEE1B88F}" dt="2025-07-09T02:59:17.779" v="1712"/>
          <ac:spMkLst>
            <pc:docMk/>
            <pc:sldMk cId="2712113349" sldId="2355"/>
            <ac:spMk id="5" creationId="{7E04E32B-AF09-0164-1BBD-5A5185D10E0E}"/>
          </ac:spMkLst>
        </pc:spChg>
        <pc:spChg chg="mod">
          <ac:chgData name="Richard Taylor" userId="fbfc1553-b23d-457b-a859-b112eb014c8c" providerId="ADAL" clId="{EE4F4EF6-1492-4EDF-8DCB-78A7DEE1B88F}" dt="2025-07-11T08:36:09.720" v="2581" actId="20577"/>
          <ac:spMkLst>
            <pc:docMk/>
            <pc:sldMk cId="2712113349" sldId="2355"/>
            <ac:spMk id="9" creationId="{17A5BC88-2380-D0F4-3056-F0CE91ABCB4E}"/>
          </ac:spMkLst>
        </pc:spChg>
      </pc:sldChg>
      <pc:sldChg chg="addSp modSp add mod">
        <pc:chgData name="Richard Taylor" userId="fbfc1553-b23d-457b-a859-b112eb014c8c" providerId="ADAL" clId="{EE4F4EF6-1492-4EDF-8DCB-78A7DEE1B88F}" dt="2025-07-09T03:05:13.589" v="1802" actId="20577"/>
        <pc:sldMkLst>
          <pc:docMk/>
          <pc:sldMk cId="845262177" sldId="2356"/>
        </pc:sldMkLst>
        <pc:spChg chg="mod">
          <ac:chgData name="Richard Taylor" userId="fbfc1553-b23d-457b-a859-b112eb014c8c" providerId="ADAL" clId="{EE4F4EF6-1492-4EDF-8DCB-78A7DEE1B88F}" dt="2025-07-09T03:01:12.168" v="1734" actId="20577"/>
          <ac:spMkLst>
            <pc:docMk/>
            <pc:sldMk cId="845262177" sldId="2356"/>
            <ac:spMk id="5" creationId="{4E8B3CFC-0904-62BE-27CD-9EF883FC746B}"/>
          </ac:spMkLst>
        </pc:spChg>
        <pc:spChg chg="mod">
          <ac:chgData name="Richard Taylor" userId="fbfc1553-b23d-457b-a859-b112eb014c8c" providerId="ADAL" clId="{EE4F4EF6-1492-4EDF-8DCB-78A7DEE1B88F}" dt="2025-07-09T03:05:13.589" v="1802" actId="20577"/>
          <ac:spMkLst>
            <pc:docMk/>
            <pc:sldMk cId="845262177" sldId="2356"/>
            <ac:spMk id="9" creationId="{5E86DA48-349B-ADC8-77C3-A8D0C682C86C}"/>
          </ac:spMkLst>
        </pc:spChg>
        <pc:picChg chg="add mod">
          <ac:chgData name="Richard Taylor" userId="fbfc1553-b23d-457b-a859-b112eb014c8c" providerId="ADAL" clId="{EE4F4EF6-1492-4EDF-8DCB-78A7DEE1B88F}" dt="2025-07-09T03:04:25.793" v="1787" actId="1076"/>
          <ac:picMkLst>
            <pc:docMk/>
            <pc:sldMk cId="845262177" sldId="2356"/>
            <ac:picMk id="4" creationId="{B446CA1B-62CF-93F9-065F-27FA85F7550E}"/>
          </ac:picMkLst>
        </pc:picChg>
      </pc:sldChg>
      <pc:sldChg chg="new del">
        <pc:chgData name="Richard Taylor" userId="fbfc1553-b23d-457b-a859-b112eb014c8c" providerId="ADAL" clId="{EE4F4EF6-1492-4EDF-8DCB-78A7DEE1B88F}" dt="2025-07-09T03:00:53.917" v="1731" actId="680"/>
        <pc:sldMkLst>
          <pc:docMk/>
          <pc:sldMk cId="2211358628" sldId="2356"/>
        </pc:sldMkLst>
      </pc:sldChg>
      <pc:sldChg chg="addSp modSp add mod ord">
        <pc:chgData name="Richard Taylor" userId="fbfc1553-b23d-457b-a859-b112eb014c8c" providerId="ADAL" clId="{EE4F4EF6-1492-4EDF-8DCB-78A7DEE1B88F}" dt="2025-07-12T01:29:11.604" v="3028" actId="1076"/>
        <pc:sldMkLst>
          <pc:docMk/>
          <pc:sldMk cId="591533636" sldId="2357"/>
        </pc:sldMkLst>
        <pc:spChg chg="mod">
          <ac:chgData name="Richard Taylor" userId="fbfc1553-b23d-457b-a859-b112eb014c8c" providerId="ADAL" clId="{EE4F4EF6-1492-4EDF-8DCB-78A7DEE1B88F}" dt="2025-07-09T03:05:51.320" v="1823" actId="20577"/>
          <ac:spMkLst>
            <pc:docMk/>
            <pc:sldMk cId="591533636" sldId="2357"/>
            <ac:spMk id="5" creationId="{A7963435-D255-E72E-6ED6-0866FABAB2FA}"/>
          </ac:spMkLst>
        </pc:spChg>
        <pc:spChg chg="add mod">
          <ac:chgData name="Richard Taylor" userId="fbfc1553-b23d-457b-a859-b112eb014c8c" providerId="ADAL" clId="{EE4F4EF6-1492-4EDF-8DCB-78A7DEE1B88F}" dt="2025-07-12T01:29:11.604" v="3028" actId="1076"/>
          <ac:spMkLst>
            <pc:docMk/>
            <pc:sldMk cId="591533636" sldId="2357"/>
            <ac:spMk id="6" creationId="{180DA2CC-EB8F-79B0-A4D7-DFA8170A60E1}"/>
          </ac:spMkLst>
        </pc:spChg>
        <pc:spChg chg="mod">
          <ac:chgData name="Richard Taylor" userId="fbfc1553-b23d-457b-a859-b112eb014c8c" providerId="ADAL" clId="{EE4F4EF6-1492-4EDF-8DCB-78A7DEE1B88F}" dt="2025-07-09T03:06:24.479" v="1825" actId="14100"/>
          <ac:spMkLst>
            <pc:docMk/>
            <pc:sldMk cId="591533636" sldId="2357"/>
            <ac:spMk id="9" creationId="{48C48A53-4B79-08D5-1802-A912AAD33B39}"/>
          </ac:spMkLst>
        </pc:spChg>
        <pc:picChg chg="add mod">
          <ac:chgData name="Richard Taylor" userId="fbfc1553-b23d-457b-a859-b112eb014c8c" providerId="ADAL" clId="{EE4F4EF6-1492-4EDF-8DCB-78A7DEE1B88F}" dt="2025-07-12T01:28:23.828" v="2994" actId="1076"/>
          <ac:picMkLst>
            <pc:docMk/>
            <pc:sldMk cId="591533636" sldId="2357"/>
            <ac:picMk id="4" creationId="{D53E76F1-1C4F-C7DD-7C29-E86795D10729}"/>
          </ac:picMkLst>
        </pc:picChg>
        <pc:picChg chg="add mod">
          <ac:chgData name="Richard Taylor" userId="fbfc1553-b23d-457b-a859-b112eb014c8c" providerId="ADAL" clId="{EE4F4EF6-1492-4EDF-8DCB-78A7DEE1B88F}" dt="2025-07-12T01:28:36.723" v="2996" actId="1076"/>
          <ac:picMkLst>
            <pc:docMk/>
            <pc:sldMk cId="591533636" sldId="2357"/>
            <ac:picMk id="3074" creationId="{B9C62737-FE45-AFA0-F63C-4C67E1A7C979}"/>
          </ac:picMkLst>
        </pc:picChg>
      </pc:sldChg>
      <pc:sldChg chg="addSp delSp modSp add mod">
        <pc:chgData name="Richard Taylor" userId="fbfc1553-b23d-457b-a859-b112eb014c8c" providerId="ADAL" clId="{EE4F4EF6-1492-4EDF-8DCB-78A7DEE1B88F}" dt="2025-07-11T08:36:54.806" v="2597" actId="20577"/>
        <pc:sldMkLst>
          <pc:docMk/>
          <pc:sldMk cId="4245054182" sldId="2358"/>
        </pc:sldMkLst>
        <pc:spChg chg="mod">
          <ac:chgData name="Richard Taylor" userId="fbfc1553-b23d-457b-a859-b112eb014c8c" providerId="ADAL" clId="{EE4F4EF6-1492-4EDF-8DCB-78A7DEE1B88F}" dt="2025-07-11T08:36:54.806" v="2597" actId="20577"/>
          <ac:spMkLst>
            <pc:docMk/>
            <pc:sldMk cId="4245054182" sldId="2358"/>
            <ac:spMk id="9" creationId="{6B3F5CC3-156D-C8BE-2CA7-9FF30179AF4E}"/>
          </ac:spMkLst>
        </pc:spChg>
        <pc:picChg chg="add mod">
          <ac:chgData name="Richard Taylor" userId="fbfc1553-b23d-457b-a859-b112eb014c8c" providerId="ADAL" clId="{EE4F4EF6-1492-4EDF-8DCB-78A7DEE1B88F}" dt="2025-07-09T03:07:06.229" v="1838"/>
          <ac:picMkLst>
            <pc:docMk/>
            <pc:sldMk cId="4245054182" sldId="2358"/>
            <ac:picMk id="3074" creationId="{0D79AAD3-843D-4FAD-892C-51F17C1848C6}"/>
          </ac:picMkLst>
        </pc:picChg>
      </pc:sldChg>
      <pc:sldChg chg="addSp delSp modSp add mod">
        <pc:chgData name="Richard Taylor" userId="fbfc1553-b23d-457b-a859-b112eb014c8c" providerId="ADAL" clId="{EE4F4EF6-1492-4EDF-8DCB-78A7DEE1B88F}" dt="2025-07-11T08:37:31.999" v="2599" actId="14100"/>
        <pc:sldMkLst>
          <pc:docMk/>
          <pc:sldMk cId="1187821541" sldId="2359"/>
        </pc:sldMkLst>
        <pc:spChg chg="mod">
          <ac:chgData name="Richard Taylor" userId="fbfc1553-b23d-457b-a859-b112eb014c8c" providerId="ADAL" clId="{EE4F4EF6-1492-4EDF-8DCB-78A7DEE1B88F}" dt="2025-07-09T03:08:16.784" v="1841"/>
          <ac:spMkLst>
            <pc:docMk/>
            <pc:sldMk cId="1187821541" sldId="2359"/>
            <ac:spMk id="5" creationId="{31B5CA8F-290E-83FF-5852-5B001F020FCD}"/>
          </ac:spMkLst>
        </pc:spChg>
        <pc:spChg chg="mod">
          <ac:chgData name="Richard Taylor" userId="fbfc1553-b23d-457b-a859-b112eb014c8c" providerId="ADAL" clId="{EE4F4EF6-1492-4EDF-8DCB-78A7DEE1B88F}" dt="2025-07-09T03:08:40.210" v="1851" actId="20577"/>
          <ac:spMkLst>
            <pc:docMk/>
            <pc:sldMk cId="1187821541" sldId="2359"/>
            <ac:spMk id="9" creationId="{47726BE2-00D9-43AA-C8F2-5A721B0DBDFB}"/>
          </ac:spMkLst>
        </pc:spChg>
        <pc:picChg chg="add mod">
          <ac:chgData name="Richard Taylor" userId="fbfc1553-b23d-457b-a859-b112eb014c8c" providerId="ADAL" clId="{EE4F4EF6-1492-4EDF-8DCB-78A7DEE1B88F}" dt="2025-07-11T08:37:31.999" v="2599" actId="14100"/>
          <ac:picMkLst>
            <pc:docMk/>
            <pc:sldMk cId="1187821541" sldId="2359"/>
            <ac:picMk id="4098" creationId="{856E0DED-D4D2-4250-8AB4-3D14C61EFC7D}"/>
          </ac:picMkLst>
        </pc:picChg>
      </pc:sldChg>
      <pc:sldChg chg="addSp delSp modSp add mod">
        <pc:chgData name="Richard Taylor" userId="fbfc1553-b23d-457b-a859-b112eb014c8c" providerId="ADAL" clId="{EE4F4EF6-1492-4EDF-8DCB-78A7DEE1B88F}" dt="2025-07-11T08:47:38.824" v="2647" actId="1076"/>
        <pc:sldMkLst>
          <pc:docMk/>
          <pc:sldMk cId="1295085686" sldId="2360"/>
        </pc:sldMkLst>
        <pc:spChg chg="mod">
          <ac:chgData name="Richard Taylor" userId="fbfc1553-b23d-457b-a859-b112eb014c8c" providerId="ADAL" clId="{EE4F4EF6-1492-4EDF-8DCB-78A7DEE1B88F}" dt="2025-07-09T03:09:00.427" v="1854"/>
          <ac:spMkLst>
            <pc:docMk/>
            <pc:sldMk cId="1295085686" sldId="2360"/>
            <ac:spMk id="5" creationId="{BA1B44F3-88A6-D6F9-75CD-BC2A285E52E4}"/>
          </ac:spMkLst>
        </pc:spChg>
        <pc:spChg chg="mod">
          <ac:chgData name="Richard Taylor" userId="fbfc1553-b23d-457b-a859-b112eb014c8c" providerId="ADAL" clId="{EE4F4EF6-1492-4EDF-8DCB-78A7DEE1B88F}" dt="2025-07-09T03:09:25.387" v="1861" actId="114"/>
          <ac:spMkLst>
            <pc:docMk/>
            <pc:sldMk cId="1295085686" sldId="2360"/>
            <ac:spMk id="9" creationId="{4BBD6ECF-6EE4-95DE-0E58-5B25865D67F7}"/>
          </ac:spMkLst>
        </pc:spChg>
        <pc:picChg chg="add mod">
          <ac:chgData name="Richard Taylor" userId="fbfc1553-b23d-457b-a859-b112eb014c8c" providerId="ADAL" clId="{EE4F4EF6-1492-4EDF-8DCB-78A7DEE1B88F}" dt="2025-07-11T08:47:38.824" v="2647" actId="1076"/>
          <ac:picMkLst>
            <pc:docMk/>
            <pc:sldMk cId="1295085686" sldId="2360"/>
            <ac:picMk id="14338" creationId="{0AE9C70A-484F-B6CE-D4BC-82C48406DDDB}"/>
          </ac:picMkLst>
        </pc:picChg>
      </pc:sldChg>
      <pc:sldChg chg="addSp modSp add mod">
        <pc:chgData name="Richard Taylor" userId="fbfc1553-b23d-457b-a859-b112eb014c8c" providerId="ADAL" clId="{EE4F4EF6-1492-4EDF-8DCB-78A7DEE1B88F}" dt="2025-07-09T03:10:26.908" v="1873" actId="1076"/>
        <pc:sldMkLst>
          <pc:docMk/>
          <pc:sldMk cId="3359580513" sldId="2361"/>
        </pc:sldMkLst>
        <pc:spChg chg="mod">
          <ac:chgData name="Richard Taylor" userId="fbfc1553-b23d-457b-a859-b112eb014c8c" providerId="ADAL" clId="{EE4F4EF6-1492-4EDF-8DCB-78A7DEE1B88F}" dt="2025-07-09T03:10:01.607" v="1865"/>
          <ac:spMkLst>
            <pc:docMk/>
            <pc:sldMk cId="3359580513" sldId="2361"/>
            <ac:spMk id="5" creationId="{C14A1D9E-6DF2-43ED-6C21-97706EF5C709}"/>
          </ac:spMkLst>
        </pc:spChg>
        <pc:spChg chg="mod">
          <ac:chgData name="Richard Taylor" userId="fbfc1553-b23d-457b-a859-b112eb014c8c" providerId="ADAL" clId="{EE4F4EF6-1492-4EDF-8DCB-78A7DEE1B88F}" dt="2025-07-09T03:10:15.691" v="1869" actId="114"/>
          <ac:spMkLst>
            <pc:docMk/>
            <pc:sldMk cId="3359580513" sldId="2361"/>
            <ac:spMk id="9" creationId="{D2324618-50B3-92E2-C676-C1284C9DE84F}"/>
          </ac:spMkLst>
        </pc:spChg>
        <pc:picChg chg="add mod">
          <ac:chgData name="Richard Taylor" userId="fbfc1553-b23d-457b-a859-b112eb014c8c" providerId="ADAL" clId="{EE4F4EF6-1492-4EDF-8DCB-78A7DEE1B88F}" dt="2025-07-09T03:10:26.908" v="1873" actId="1076"/>
          <ac:picMkLst>
            <pc:docMk/>
            <pc:sldMk cId="3359580513" sldId="2361"/>
            <ac:picMk id="4" creationId="{8EE1C35D-0A41-BE65-1CA5-5D5FC5942878}"/>
          </ac:picMkLst>
        </pc:picChg>
      </pc:sldChg>
      <pc:sldChg chg="addSp delSp modSp add mod">
        <pc:chgData name="Richard Taylor" userId="fbfc1553-b23d-457b-a859-b112eb014c8c" providerId="ADAL" clId="{EE4F4EF6-1492-4EDF-8DCB-78A7DEE1B88F}" dt="2025-07-09T03:12:10.208" v="1899" actId="1076"/>
        <pc:sldMkLst>
          <pc:docMk/>
          <pc:sldMk cId="1327883869" sldId="2362"/>
        </pc:sldMkLst>
        <pc:spChg chg="mod">
          <ac:chgData name="Richard Taylor" userId="fbfc1553-b23d-457b-a859-b112eb014c8c" providerId="ADAL" clId="{EE4F4EF6-1492-4EDF-8DCB-78A7DEE1B88F}" dt="2025-07-09T03:10:49.221" v="1877" actId="114"/>
          <ac:spMkLst>
            <pc:docMk/>
            <pc:sldMk cId="1327883869" sldId="2362"/>
            <ac:spMk id="5" creationId="{62896D14-EE76-2ABB-E5A8-D775FAE8B747}"/>
          </ac:spMkLst>
        </pc:spChg>
        <pc:spChg chg="mod">
          <ac:chgData name="Richard Taylor" userId="fbfc1553-b23d-457b-a859-b112eb014c8c" providerId="ADAL" clId="{EE4F4EF6-1492-4EDF-8DCB-78A7DEE1B88F}" dt="2025-07-09T03:11:58.794" v="1896" actId="12"/>
          <ac:spMkLst>
            <pc:docMk/>
            <pc:sldMk cId="1327883869" sldId="2362"/>
            <ac:spMk id="9" creationId="{5ABA1A3A-2984-032D-0D60-98F0C0006275}"/>
          </ac:spMkLst>
        </pc:spChg>
        <pc:picChg chg="add mod">
          <ac:chgData name="Richard Taylor" userId="fbfc1553-b23d-457b-a859-b112eb014c8c" providerId="ADAL" clId="{EE4F4EF6-1492-4EDF-8DCB-78A7DEE1B88F}" dt="2025-07-09T03:12:10.208" v="1899" actId="1076"/>
          <ac:picMkLst>
            <pc:docMk/>
            <pc:sldMk cId="1327883869" sldId="2362"/>
            <ac:picMk id="5122" creationId="{A261F404-45A2-4600-867D-671D53861E84}"/>
          </ac:picMkLst>
        </pc:picChg>
      </pc:sldChg>
      <pc:sldChg chg="addSp delSp modSp add mod">
        <pc:chgData name="Richard Taylor" userId="fbfc1553-b23d-457b-a859-b112eb014c8c" providerId="ADAL" clId="{EE4F4EF6-1492-4EDF-8DCB-78A7DEE1B88F}" dt="2025-07-11T08:50:36.918" v="2789" actId="1076"/>
        <pc:sldMkLst>
          <pc:docMk/>
          <pc:sldMk cId="2906016972" sldId="2363"/>
        </pc:sldMkLst>
        <pc:spChg chg="add mod">
          <ac:chgData name="Richard Taylor" userId="fbfc1553-b23d-457b-a859-b112eb014c8c" providerId="ADAL" clId="{EE4F4EF6-1492-4EDF-8DCB-78A7DEE1B88F}" dt="2025-07-11T08:50:36.918" v="2789" actId="1076"/>
          <ac:spMkLst>
            <pc:docMk/>
            <pc:sldMk cId="2906016972" sldId="2363"/>
            <ac:spMk id="4" creationId="{773E1655-7502-EF66-0694-957844F28EAE}"/>
          </ac:spMkLst>
        </pc:spChg>
        <pc:spChg chg="mod">
          <ac:chgData name="Richard Taylor" userId="fbfc1553-b23d-457b-a859-b112eb014c8c" providerId="ADAL" clId="{EE4F4EF6-1492-4EDF-8DCB-78A7DEE1B88F}" dt="2025-07-11T08:48:05.256" v="2650" actId="14100"/>
          <ac:spMkLst>
            <pc:docMk/>
            <pc:sldMk cId="2906016972" sldId="2363"/>
            <ac:spMk id="9" creationId="{568BBD98-16B3-9690-AB93-785C69355F11}"/>
          </ac:spMkLst>
        </pc:spChg>
        <pc:picChg chg="add mod">
          <ac:chgData name="Richard Taylor" userId="fbfc1553-b23d-457b-a859-b112eb014c8c" providerId="ADAL" clId="{EE4F4EF6-1492-4EDF-8DCB-78A7DEE1B88F}" dt="2025-07-11T08:48:13.130" v="2652" actId="14100"/>
          <ac:picMkLst>
            <pc:docMk/>
            <pc:sldMk cId="2906016972" sldId="2363"/>
            <ac:picMk id="16386" creationId="{7E31A47C-EBA2-0B73-B46A-5C6E3A414FBD}"/>
          </ac:picMkLst>
        </pc:picChg>
      </pc:sldChg>
      <pc:sldChg chg="addSp modSp add mod">
        <pc:chgData name="Richard Taylor" userId="fbfc1553-b23d-457b-a859-b112eb014c8c" providerId="ADAL" clId="{EE4F4EF6-1492-4EDF-8DCB-78A7DEE1B88F}" dt="2025-07-11T08:46:38.690" v="2637" actId="1076"/>
        <pc:sldMkLst>
          <pc:docMk/>
          <pc:sldMk cId="487277645" sldId="2364"/>
        </pc:sldMkLst>
        <pc:spChg chg="mod">
          <ac:chgData name="Richard Taylor" userId="fbfc1553-b23d-457b-a859-b112eb014c8c" providerId="ADAL" clId="{EE4F4EF6-1492-4EDF-8DCB-78A7DEE1B88F}" dt="2025-07-09T03:14:07.373" v="1929" actId="20577"/>
          <ac:spMkLst>
            <pc:docMk/>
            <pc:sldMk cId="487277645" sldId="2364"/>
            <ac:spMk id="9" creationId="{B6D597EA-FAE9-CC52-8A0E-FCF897FE586F}"/>
          </ac:spMkLst>
        </pc:spChg>
        <pc:picChg chg="add mod">
          <ac:chgData name="Richard Taylor" userId="fbfc1553-b23d-457b-a859-b112eb014c8c" providerId="ADAL" clId="{EE4F4EF6-1492-4EDF-8DCB-78A7DEE1B88F}" dt="2025-07-09T03:13:28.612" v="1916" actId="1076"/>
          <ac:picMkLst>
            <pc:docMk/>
            <pc:sldMk cId="487277645" sldId="2364"/>
            <ac:picMk id="4" creationId="{DA6AEA56-8FBD-4DD1-EAF0-B6699FF38AE1}"/>
          </ac:picMkLst>
        </pc:picChg>
        <pc:picChg chg="add mod">
          <ac:chgData name="Richard Taylor" userId="fbfc1553-b23d-457b-a859-b112eb014c8c" providerId="ADAL" clId="{EE4F4EF6-1492-4EDF-8DCB-78A7DEE1B88F}" dt="2025-07-11T08:46:38.690" v="2637" actId="1076"/>
          <ac:picMkLst>
            <pc:docMk/>
            <pc:sldMk cId="487277645" sldId="2364"/>
            <ac:picMk id="15362" creationId="{0D6ACE7B-9046-EE9E-ACBE-7EDC979884EA}"/>
          </ac:picMkLst>
        </pc:picChg>
      </pc:sldChg>
      <pc:sldChg chg="new del">
        <pc:chgData name="Richard Taylor" userId="fbfc1553-b23d-457b-a859-b112eb014c8c" providerId="ADAL" clId="{EE4F4EF6-1492-4EDF-8DCB-78A7DEE1B88F}" dt="2025-07-09T03:13:41.134" v="1919" actId="680"/>
        <pc:sldMkLst>
          <pc:docMk/>
          <pc:sldMk cId="2540301404" sldId="2365"/>
        </pc:sldMkLst>
      </pc:sldChg>
      <pc:sldChg chg="delSp modSp add del mod">
        <pc:chgData name="Richard Taylor" userId="fbfc1553-b23d-457b-a859-b112eb014c8c" providerId="ADAL" clId="{EE4F4EF6-1492-4EDF-8DCB-78A7DEE1B88F}" dt="2025-07-11T08:42:56.590" v="2635" actId="47"/>
        <pc:sldMkLst>
          <pc:docMk/>
          <pc:sldMk cId="4198542574" sldId="2365"/>
        </pc:sldMkLst>
      </pc:sldChg>
      <pc:sldChg chg="addSp modSp add mod">
        <pc:chgData name="Richard Taylor" userId="fbfc1553-b23d-457b-a859-b112eb014c8c" providerId="ADAL" clId="{EE4F4EF6-1492-4EDF-8DCB-78A7DEE1B88F}" dt="2025-07-12T01:40:14.079" v="3031" actId="12"/>
        <pc:sldMkLst>
          <pc:docMk/>
          <pc:sldMk cId="2193118661" sldId="2366"/>
        </pc:sldMkLst>
        <pc:spChg chg="mod">
          <ac:chgData name="Richard Taylor" userId="fbfc1553-b23d-457b-a859-b112eb014c8c" providerId="ADAL" clId="{EE4F4EF6-1492-4EDF-8DCB-78A7DEE1B88F}" dt="2025-07-09T03:14:31.705" v="1933" actId="114"/>
          <ac:spMkLst>
            <pc:docMk/>
            <pc:sldMk cId="2193118661" sldId="2366"/>
            <ac:spMk id="5" creationId="{5BC77A69-D663-865E-C173-B65F00FB67BD}"/>
          </ac:spMkLst>
        </pc:spChg>
        <pc:spChg chg="mod">
          <ac:chgData name="Richard Taylor" userId="fbfc1553-b23d-457b-a859-b112eb014c8c" providerId="ADAL" clId="{EE4F4EF6-1492-4EDF-8DCB-78A7DEE1B88F}" dt="2025-07-12T01:40:14.079" v="3031" actId="12"/>
          <ac:spMkLst>
            <pc:docMk/>
            <pc:sldMk cId="2193118661" sldId="2366"/>
            <ac:spMk id="9" creationId="{F3E3FEEC-CA41-8AAC-5CD1-452B030C0DFB}"/>
          </ac:spMkLst>
        </pc:spChg>
        <pc:picChg chg="add mod">
          <ac:chgData name="Richard Taylor" userId="fbfc1553-b23d-457b-a859-b112eb014c8c" providerId="ADAL" clId="{EE4F4EF6-1492-4EDF-8DCB-78A7DEE1B88F}" dt="2025-07-09T03:15:00.314" v="1945" actId="1076"/>
          <ac:picMkLst>
            <pc:docMk/>
            <pc:sldMk cId="2193118661" sldId="2366"/>
            <ac:picMk id="4" creationId="{B894BDAA-1AA5-75EB-7AC4-B78D092F04A8}"/>
          </ac:picMkLst>
        </pc:picChg>
      </pc:sldChg>
      <pc:sldChg chg="delSp modSp add del mod">
        <pc:chgData name="Richard Taylor" userId="fbfc1553-b23d-457b-a859-b112eb014c8c" providerId="ADAL" clId="{EE4F4EF6-1492-4EDF-8DCB-78A7DEE1B88F}" dt="2025-07-11T08:42:32.483" v="2634" actId="47"/>
        <pc:sldMkLst>
          <pc:docMk/>
          <pc:sldMk cId="384684939" sldId="2367"/>
        </pc:sldMkLst>
      </pc:sldChg>
      <pc:sldChg chg="addSp modSp add mod">
        <pc:chgData name="Richard Taylor" userId="fbfc1553-b23d-457b-a859-b112eb014c8c" providerId="ADAL" clId="{EE4F4EF6-1492-4EDF-8DCB-78A7DEE1B88F}" dt="2025-07-12T01:42:47.976" v="3043" actId="1036"/>
        <pc:sldMkLst>
          <pc:docMk/>
          <pc:sldMk cId="964925028" sldId="2368"/>
        </pc:sldMkLst>
        <pc:spChg chg="mod">
          <ac:chgData name="Richard Taylor" userId="fbfc1553-b23d-457b-a859-b112eb014c8c" providerId="ADAL" clId="{EE4F4EF6-1492-4EDF-8DCB-78A7DEE1B88F}" dt="2025-07-12T01:42:35.377" v="3038" actId="14100"/>
          <ac:spMkLst>
            <pc:docMk/>
            <pc:sldMk cId="964925028" sldId="2368"/>
            <ac:spMk id="9" creationId="{C640BC97-7FAE-0726-6E04-012F192347A2}"/>
          </ac:spMkLst>
        </pc:spChg>
        <pc:picChg chg="add mod">
          <ac:chgData name="Richard Taylor" userId="fbfc1553-b23d-457b-a859-b112eb014c8c" providerId="ADAL" clId="{EE4F4EF6-1492-4EDF-8DCB-78A7DEE1B88F}" dt="2025-07-12T01:42:47.976" v="3043" actId="1036"/>
          <ac:picMkLst>
            <pc:docMk/>
            <pc:sldMk cId="964925028" sldId="2368"/>
            <ac:picMk id="4098" creationId="{A13A8C07-0A9C-3AFE-6603-3742D922017B}"/>
          </ac:picMkLst>
        </pc:picChg>
      </pc:sldChg>
      <pc:sldChg chg="addSp modSp add mod">
        <pc:chgData name="Richard Taylor" userId="fbfc1553-b23d-457b-a859-b112eb014c8c" providerId="ADAL" clId="{EE4F4EF6-1492-4EDF-8DCB-78A7DEE1B88F}" dt="2025-07-12T01:43:14.669" v="3048" actId="14100"/>
        <pc:sldMkLst>
          <pc:docMk/>
          <pc:sldMk cId="4269767762" sldId="2369"/>
        </pc:sldMkLst>
        <pc:spChg chg="mod">
          <ac:chgData name="Richard Taylor" userId="fbfc1553-b23d-457b-a859-b112eb014c8c" providerId="ADAL" clId="{EE4F4EF6-1492-4EDF-8DCB-78A7DEE1B88F}" dt="2025-07-09T03:16:49.823" v="1958" actId="114"/>
          <ac:spMkLst>
            <pc:docMk/>
            <pc:sldMk cId="4269767762" sldId="2369"/>
            <ac:spMk id="5" creationId="{DF971510-A789-C808-2C22-A09F8881E60C}"/>
          </ac:spMkLst>
        </pc:spChg>
        <pc:spChg chg="mod">
          <ac:chgData name="Richard Taylor" userId="fbfc1553-b23d-457b-a859-b112eb014c8c" providerId="ADAL" clId="{EE4F4EF6-1492-4EDF-8DCB-78A7DEE1B88F}" dt="2025-07-12T01:43:14.669" v="3048" actId="14100"/>
          <ac:spMkLst>
            <pc:docMk/>
            <pc:sldMk cId="4269767762" sldId="2369"/>
            <ac:spMk id="9" creationId="{7D48DC60-BB4F-63A3-98D4-AE98E0217283}"/>
          </ac:spMkLst>
        </pc:spChg>
        <pc:picChg chg="add mod">
          <ac:chgData name="Richard Taylor" userId="fbfc1553-b23d-457b-a859-b112eb014c8c" providerId="ADAL" clId="{EE4F4EF6-1492-4EDF-8DCB-78A7DEE1B88F}" dt="2025-07-12T01:43:11.338" v="3047" actId="1076"/>
          <ac:picMkLst>
            <pc:docMk/>
            <pc:sldMk cId="4269767762" sldId="2369"/>
            <ac:picMk id="11266" creationId="{CF8D748A-0A10-4273-8A50-9C74EF725776}"/>
          </ac:picMkLst>
        </pc:picChg>
      </pc:sldChg>
      <pc:sldChg chg="addSp modSp add mod ord">
        <pc:chgData name="Richard Taylor" userId="fbfc1553-b23d-457b-a859-b112eb014c8c" providerId="ADAL" clId="{EE4F4EF6-1492-4EDF-8DCB-78A7DEE1B88F}" dt="2025-07-12T01:44:07.776" v="3053" actId="14100"/>
        <pc:sldMkLst>
          <pc:docMk/>
          <pc:sldMk cId="3586207779" sldId="2370"/>
        </pc:sldMkLst>
        <pc:spChg chg="mod">
          <ac:chgData name="Richard Taylor" userId="fbfc1553-b23d-457b-a859-b112eb014c8c" providerId="ADAL" clId="{EE4F4EF6-1492-4EDF-8DCB-78A7DEE1B88F}" dt="2025-07-12T01:44:00.671" v="3051" actId="14100"/>
          <ac:spMkLst>
            <pc:docMk/>
            <pc:sldMk cId="3586207779" sldId="2370"/>
            <ac:spMk id="9" creationId="{619D4F75-9B45-ED07-A1FA-D0E42D14A557}"/>
          </ac:spMkLst>
        </pc:spChg>
        <pc:picChg chg="add mod">
          <ac:chgData name="Richard Taylor" userId="fbfc1553-b23d-457b-a859-b112eb014c8c" providerId="ADAL" clId="{EE4F4EF6-1492-4EDF-8DCB-78A7DEE1B88F}" dt="2025-07-12T01:44:07.776" v="3053" actId="14100"/>
          <ac:picMkLst>
            <pc:docMk/>
            <pc:sldMk cId="3586207779" sldId="2370"/>
            <ac:picMk id="4" creationId="{7E74E8F2-CCD3-5CBB-27D8-50090E37F5CD}"/>
          </ac:picMkLst>
        </pc:picChg>
      </pc:sldChg>
      <pc:sldChg chg="delSp modSp add mod">
        <pc:chgData name="Richard Taylor" userId="fbfc1553-b23d-457b-a859-b112eb014c8c" providerId="ADAL" clId="{EE4F4EF6-1492-4EDF-8DCB-78A7DEE1B88F}" dt="2025-07-09T03:20:07.360" v="2001" actId="114"/>
        <pc:sldMkLst>
          <pc:docMk/>
          <pc:sldMk cId="199606360" sldId="2371"/>
        </pc:sldMkLst>
        <pc:spChg chg="mod">
          <ac:chgData name="Richard Taylor" userId="fbfc1553-b23d-457b-a859-b112eb014c8c" providerId="ADAL" clId="{EE4F4EF6-1492-4EDF-8DCB-78A7DEE1B88F}" dt="2025-07-09T03:20:07.360" v="2001" actId="114"/>
          <ac:spMkLst>
            <pc:docMk/>
            <pc:sldMk cId="199606360" sldId="2371"/>
            <ac:spMk id="9" creationId="{CC5995B3-E6B8-F66C-F717-3893C1155BC6}"/>
          </ac:spMkLst>
        </pc:spChg>
      </pc:sldChg>
      <pc:sldChg chg="new del">
        <pc:chgData name="Richard Taylor" userId="fbfc1553-b23d-457b-a859-b112eb014c8c" providerId="ADAL" clId="{EE4F4EF6-1492-4EDF-8DCB-78A7DEE1B88F}" dt="2025-07-09T03:24:08.688" v="2008" actId="680"/>
        <pc:sldMkLst>
          <pc:docMk/>
          <pc:sldMk cId="1756928492" sldId="2372"/>
        </pc:sldMkLst>
      </pc:sldChg>
      <pc:sldChg chg="add del">
        <pc:chgData name="Richard Taylor" userId="fbfc1553-b23d-457b-a859-b112eb014c8c" providerId="ADAL" clId="{EE4F4EF6-1492-4EDF-8DCB-78A7DEE1B88F}" dt="2025-07-09T03:26:04.980" v="2016" actId="2890"/>
        <pc:sldMkLst>
          <pc:docMk/>
          <pc:sldMk cId="2679047454" sldId="2372"/>
        </pc:sldMkLst>
      </pc:sldChg>
      <pc:sldChg chg="new del">
        <pc:chgData name="Richard Taylor" userId="fbfc1553-b23d-457b-a859-b112eb014c8c" providerId="ADAL" clId="{EE4F4EF6-1492-4EDF-8DCB-78A7DEE1B88F}" dt="2025-07-09T03:26:34.370" v="2023" actId="680"/>
        <pc:sldMkLst>
          <pc:docMk/>
          <pc:sldMk cId="3047550545" sldId="2372"/>
        </pc:sldMkLst>
      </pc:sldChg>
      <pc:sldChg chg="new del">
        <pc:chgData name="Richard Taylor" userId="fbfc1553-b23d-457b-a859-b112eb014c8c" providerId="ADAL" clId="{EE4F4EF6-1492-4EDF-8DCB-78A7DEE1B88F}" dt="2025-07-09T03:25:53.080" v="2014" actId="680"/>
        <pc:sldMkLst>
          <pc:docMk/>
          <pc:sldMk cId="3900907778" sldId="2372"/>
        </pc:sldMkLst>
      </pc:sldChg>
      <pc:sldChg chg="addSp delSp modSp add mod">
        <pc:chgData name="Richard Taylor" userId="fbfc1553-b23d-457b-a859-b112eb014c8c" providerId="ADAL" clId="{EE4F4EF6-1492-4EDF-8DCB-78A7DEE1B88F}" dt="2025-07-12T01:58:47.012" v="3101" actId="114"/>
        <pc:sldMkLst>
          <pc:docMk/>
          <pc:sldMk cId="4222402897" sldId="2372"/>
        </pc:sldMkLst>
        <pc:spChg chg="mod">
          <ac:chgData name="Richard Taylor" userId="fbfc1553-b23d-457b-a859-b112eb014c8c" providerId="ADAL" clId="{EE4F4EF6-1492-4EDF-8DCB-78A7DEE1B88F}" dt="2025-07-12T01:58:47.012" v="3101" actId="114"/>
          <ac:spMkLst>
            <pc:docMk/>
            <pc:sldMk cId="4222402897" sldId="2372"/>
            <ac:spMk id="9" creationId="{97BB2876-9B48-39A3-4C9B-A609116E0976}"/>
          </ac:spMkLst>
        </pc:spChg>
        <pc:picChg chg="add mod">
          <ac:chgData name="Richard Taylor" userId="fbfc1553-b23d-457b-a859-b112eb014c8c" providerId="ADAL" clId="{EE4F4EF6-1492-4EDF-8DCB-78A7DEE1B88F}" dt="2025-07-09T03:28:00.839" v="2046" actId="14100"/>
          <ac:picMkLst>
            <pc:docMk/>
            <pc:sldMk cId="4222402897" sldId="2372"/>
            <ac:picMk id="6146" creationId="{00000000-0000-0000-0000-000000000000}"/>
          </ac:picMkLst>
        </pc:picChg>
      </pc:sldChg>
      <pc:sldChg chg="addSp delSp modSp add mod">
        <pc:chgData name="Richard Taylor" userId="fbfc1553-b23d-457b-a859-b112eb014c8c" providerId="ADAL" clId="{EE4F4EF6-1492-4EDF-8DCB-78A7DEE1B88F}" dt="2025-07-11T07:50:25.147" v="2233" actId="114"/>
        <pc:sldMkLst>
          <pc:docMk/>
          <pc:sldMk cId="2896632579" sldId="2373"/>
        </pc:sldMkLst>
        <pc:spChg chg="mod">
          <ac:chgData name="Richard Taylor" userId="fbfc1553-b23d-457b-a859-b112eb014c8c" providerId="ADAL" clId="{EE4F4EF6-1492-4EDF-8DCB-78A7DEE1B88F}" dt="2025-07-09T03:28:23.639" v="2049"/>
          <ac:spMkLst>
            <pc:docMk/>
            <pc:sldMk cId="2896632579" sldId="2373"/>
            <ac:spMk id="5" creationId="{FB26260B-99B6-635C-3E83-350342A73764}"/>
          </ac:spMkLst>
        </pc:spChg>
        <pc:spChg chg="add del mod">
          <ac:chgData name="Richard Taylor" userId="fbfc1553-b23d-457b-a859-b112eb014c8c" providerId="ADAL" clId="{EE4F4EF6-1492-4EDF-8DCB-78A7DEE1B88F}" dt="2025-07-11T07:50:25.147" v="2233" actId="114"/>
          <ac:spMkLst>
            <pc:docMk/>
            <pc:sldMk cId="2896632579" sldId="2373"/>
            <ac:spMk id="9" creationId="{6671FA92-D098-6E34-BAC2-A53018E7F972}"/>
          </ac:spMkLst>
        </pc:spChg>
      </pc:sldChg>
      <pc:sldChg chg="addSp delSp add del mod">
        <pc:chgData name="Richard Taylor" userId="fbfc1553-b23d-457b-a859-b112eb014c8c" providerId="ADAL" clId="{EE4F4EF6-1492-4EDF-8DCB-78A7DEE1B88F}" dt="2025-07-09T03:26:33.557" v="2022" actId="2890"/>
        <pc:sldMkLst>
          <pc:docMk/>
          <pc:sldMk cId="3705799046" sldId="2373"/>
        </pc:sldMkLst>
      </pc:sldChg>
      <pc:sldChg chg="addSp modSp add mod">
        <pc:chgData name="Richard Taylor" userId="fbfc1553-b23d-457b-a859-b112eb014c8c" providerId="ADAL" clId="{EE4F4EF6-1492-4EDF-8DCB-78A7DEE1B88F}" dt="2025-07-12T01:50:54.351" v="3063" actId="166"/>
        <pc:sldMkLst>
          <pc:docMk/>
          <pc:sldMk cId="4154254911" sldId="2374"/>
        </pc:sldMkLst>
        <pc:spChg chg="mod">
          <ac:chgData name="Richard Taylor" userId="fbfc1553-b23d-457b-a859-b112eb014c8c" providerId="ADAL" clId="{EE4F4EF6-1492-4EDF-8DCB-78A7DEE1B88F}" dt="2025-07-09T03:30:46.983" v="2081" actId="114"/>
          <ac:spMkLst>
            <pc:docMk/>
            <pc:sldMk cId="4154254911" sldId="2374"/>
            <ac:spMk id="5" creationId="{0E28C426-1AFB-A48D-0000-99C235533B9A}"/>
          </ac:spMkLst>
        </pc:spChg>
        <pc:spChg chg="mod">
          <ac:chgData name="Richard Taylor" userId="fbfc1553-b23d-457b-a859-b112eb014c8c" providerId="ADAL" clId="{EE4F4EF6-1492-4EDF-8DCB-78A7DEE1B88F}" dt="2025-07-12T01:44:27.727" v="3054" actId="12"/>
          <ac:spMkLst>
            <pc:docMk/>
            <pc:sldMk cId="4154254911" sldId="2374"/>
            <ac:spMk id="9" creationId="{5FE80777-D52A-4B45-DF8F-FCA626B76324}"/>
          </ac:spMkLst>
        </pc:spChg>
        <pc:picChg chg="add mod">
          <ac:chgData name="Richard Taylor" userId="fbfc1553-b23d-457b-a859-b112eb014c8c" providerId="ADAL" clId="{EE4F4EF6-1492-4EDF-8DCB-78A7DEE1B88F}" dt="2025-07-12T01:50:54.351" v="3063" actId="166"/>
          <ac:picMkLst>
            <pc:docMk/>
            <pc:sldMk cId="4154254911" sldId="2374"/>
            <ac:picMk id="5122" creationId="{A8C9E31E-030E-E2EC-5651-4BE1204B354C}"/>
          </ac:picMkLst>
        </pc:picChg>
        <pc:picChg chg="add mod">
          <ac:chgData name="Richard Taylor" userId="fbfc1553-b23d-457b-a859-b112eb014c8c" providerId="ADAL" clId="{EE4F4EF6-1492-4EDF-8DCB-78A7DEE1B88F}" dt="2025-07-12T01:50:35.748" v="3058" actId="1076"/>
          <ac:picMkLst>
            <pc:docMk/>
            <pc:sldMk cId="4154254911" sldId="2374"/>
            <ac:picMk id="5124" creationId="{7C5C91F8-D5C9-2402-1F4F-CFE982CC4640}"/>
          </ac:picMkLst>
        </pc:picChg>
      </pc:sldChg>
      <pc:sldChg chg="addSp modSp add mod">
        <pc:chgData name="Richard Taylor" userId="fbfc1553-b23d-457b-a859-b112eb014c8c" providerId="ADAL" clId="{EE4F4EF6-1492-4EDF-8DCB-78A7DEE1B88F}" dt="2025-07-13T23:28:22.043" v="3107" actId="1076"/>
        <pc:sldMkLst>
          <pc:docMk/>
          <pc:sldMk cId="3568761535" sldId="2375"/>
        </pc:sldMkLst>
        <pc:spChg chg="mod">
          <ac:chgData name="Richard Taylor" userId="fbfc1553-b23d-457b-a859-b112eb014c8c" providerId="ADAL" clId="{EE4F4EF6-1492-4EDF-8DCB-78A7DEE1B88F}" dt="2025-07-13T23:25:43.835" v="3103" actId="14100"/>
          <ac:spMkLst>
            <pc:docMk/>
            <pc:sldMk cId="3568761535" sldId="2375"/>
            <ac:spMk id="9" creationId="{6E588ADD-C331-44E3-D124-4C82F2257647}"/>
          </ac:spMkLst>
        </pc:spChg>
        <pc:picChg chg="add mod">
          <ac:chgData name="Richard Taylor" userId="fbfc1553-b23d-457b-a859-b112eb014c8c" providerId="ADAL" clId="{EE4F4EF6-1492-4EDF-8DCB-78A7DEE1B88F}" dt="2025-07-13T23:28:22.043" v="3107" actId="1076"/>
          <ac:picMkLst>
            <pc:docMk/>
            <pc:sldMk cId="3568761535" sldId="2375"/>
            <ac:picMk id="1026" creationId="{B8F688C6-3575-5A15-2724-3377B1906A1F}"/>
          </ac:picMkLst>
        </pc:picChg>
      </pc:sldChg>
      <pc:sldChg chg="modSp add mod">
        <pc:chgData name="Richard Taylor" userId="fbfc1553-b23d-457b-a859-b112eb014c8c" providerId="ADAL" clId="{EE4F4EF6-1492-4EDF-8DCB-78A7DEE1B88F}" dt="2025-07-12T01:52:25.585" v="3096" actId="20577"/>
        <pc:sldMkLst>
          <pc:docMk/>
          <pc:sldMk cId="3075817644" sldId="2376"/>
        </pc:sldMkLst>
        <pc:spChg chg="mod">
          <ac:chgData name="Richard Taylor" userId="fbfc1553-b23d-457b-a859-b112eb014c8c" providerId="ADAL" clId="{EE4F4EF6-1492-4EDF-8DCB-78A7DEE1B88F}" dt="2025-07-12T01:52:25.585" v="3096" actId="20577"/>
          <ac:spMkLst>
            <pc:docMk/>
            <pc:sldMk cId="3075817644" sldId="2376"/>
            <ac:spMk id="9" creationId="{54B4B077-B4D0-0BA1-56DE-432105FAB57E}"/>
          </ac:spMkLst>
        </pc:spChg>
      </pc:sldChg>
      <pc:sldChg chg="addSp delSp modSp add mod">
        <pc:chgData name="Richard Taylor" userId="fbfc1553-b23d-457b-a859-b112eb014c8c" providerId="ADAL" clId="{EE4F4EF6-1492-4EDF-8DCB-78A7DEE1B88F}" dt="2025-07-11T08:41:58.335" v="2633" actId="255"/>
        <pc:sldMkLst>
          <pc:docMk/>
          <pc:sldMk cId="343188138" sldId="2377"/>
        </pc:sldMkLst>
        <pc:spChg chg="mod">
          <ac:chgData name="Richard Taylor" userId="fbfc1553-b23d-457b-a859-b112eb014c8c" providerId="ADAL" clId="{EE4F4EF6-1492-4EDF-8DCB-78A7DEE1B88F}" dt="2025-07-09T03:33:44.114" v="2120" actId="20577"/>
          <ac:spMkLst>
            <pc:docMk/>
            <pc:sldMk cId="343188138" sldId="2377"/>
            <ac:spMk id="5" creationId="{70CAE71B-F82C-DE8E-C545-8B6F902B8CA0}"/>
          </ac:spMkLst>
        </pc:spChg>
        <pc:spChg chg="add del mod">
          <ac:chgData name="Richard Taylor" userId="fbfc1553-b23d-457b-a859-b112eb014c8c" providerId="ADAL" clId="{EE4F4EF6-1492-4EDF-8DCB-78A7DEE1B88F}" dt="2025-07-11T08:41:58.335" v="2633" actId="255"/>
          <ac:spMkLst>
            <pc:docMk/>
            <pc:sldMk cId="343188138" sldId="2377"/>
            <ac:spMk id="9" creationId="{848A8EC1-9007-A0A5-4A64-A75B66F576AB}"/>
          </ac:spMkLst>
        </pc:spChg>
      </pc:sldChg>
      <pc:sldChg chg="new del">
        <pc:chgData name="Richard Taylor" userId="fbfc1553-b23d-457b-a859-b112eb014c8c" providerId="ADAL" clId="{EE4F4EF6-1492-4EDF-8DCB-78A7DEE1B88F}" dt="2025-07-09T03:33:36.991" v="2112" actId="680"/>
        <pc:sldMkLst>
          <pc:docMk/>
          <pc:sldMk cId="801199457" sldId="2377"/>
        </pc:sldMkLst>
      </pc:sldChg>
      <pc:sldMasterChg chg="del delSldLayout">
        <pc:chgData name="Richard Taylor" userId="fbfc1553-b23d-457b-a859-b112eb014c8c" providerId="ADAL" clId="{EE4F4EF6-1492-4EDF-8DCB-78A7DEE1B88F}" dt="2025-07-09T03:35:05.255" v="2134" actId="47"/>
        <pc:sldMasterMkLst>
          <pc:docMk/>
          <pc:sldMasterMk cId="2200576862" sldId="2147483661"/>
        </pc:sldMasterMkLst>
        <pc:sldLayoutChg chg="del">
          <pc:chgData name="Richard Taylor" userId="fbfc1553-b23d-457b-a859-b112eb014c8c" providerId="ADAL" clId="{EE4F4EF6-1492-4EDF-8DCB-78A7DEE1B88F}" dt="2025-07-09T03:35:05.255" v="2134" actId="47"/>
          <pc:sldLayoutMkLst>
            <pc:docMk/>
            <pc:sldMasterMk cId="2200576862" sldId="2147483661"/>
            <pc:sldLayoutMk cId="1253285637" sldId="2147483662"/>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356232855" sldId="2147483663"/>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049660071" sldId="2147483664"/>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76308191" sldId="2147483665"/>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588039104" sldId="2147483666"/>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822153028" sldId="2147483667"/>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567214265" sldId="2147483668"/>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295674653" sldId="2147483669"/>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787104531" sldId="2147483670"/>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812134646" sldId="2147483671"/>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878518174" sldId="2147483672"/>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4247517510" sldId="2147483673"/>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381907959" sldId="2147483674"/>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4173209820" sldId="2147483675"/>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191208137" sldId="2147483676"/>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671812642" sldId="2147483677"/>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766232965" sldId="2147483678"/>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391686999" sldId="2147483679"/>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29348295" sldId="2147483680"/>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896733031" sldId="2147483681"/>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6032274" sldId="2147483682"/>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771513593" sldId="2147483683"/>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451767276" sldId="2147483684"/>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4088116727" sldId="2147483685"/>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097218747" sldId="2147483686"/>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02918863" sldId="2147483687"/>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975040680" sldId="2147483688"/>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679946085" sldId="2147483689"/>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677773200" sldId="2147483690"/>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634462243" sldId="2147483691"/>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911172558" sldId="2147483692"/>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522868939" sldId="2147483693"/>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516987952" sldId="2147483694"/>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2228557071" sldId="2147483695"/>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4157852660" sldId="2147483696"/>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556437061" sldId="2147483697"/>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3301922348" sldId="2147483698"/>
          </pc:sldLayoutMkLst>
        </pc:sldLayoutChg>
        <pc:sldLayoutChg chg="del">
          <pc:chgData name="Richard Taylor" userId="fbfc1553-b23d-457b-a859-b112eb014c8c" providerId="ADAL" clId="{EE4F4EF6-1492-4EDF-8DCB-78A7DEE1B88F}" dt="2025-07-09T03:35:05.255" v="2134" actId="47"/>
          <pc:sldLayoutMkLst>
            <pc:docMk/>
            <pc:sldMasterMk cId="2200576862" sldId="2147483661"/>
            <pc:sldLayoutMk cId="1019183166" sldId="2147483699"/>
          </pc:sldLayoutMkLst>
        </pc:sldLayoutChg>
        <pc:sldLayoutChg chg="del">
          <pc:chgData name="Richard Taylor" userId="fbfc1553-b23d-457b-a859-b112eb014c8c" providerId="ADAL" clId="{EE4F4EF6-1492-4EDF-8DCB-78A7DEE1B88F}" dt="2025-07-09T03:29:51.334" v="2078" actId="47"/>
          <pc:sldLayoutMkLst>
            <pc:docMk/>
            <pc:sldMasterMk cId="2200576862" sldId="2147483661"/>
            <pc:sldLayoutMk cId="1623863614" sldId="214748370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FACB9-5442-42CB-A03F-8E81835DABF7}" type="datetimeFigureOut">
              <a:rPr lang="en-AU" smtClean="0"/>
              <a:t>3/08/2025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395630-C934-4A98-9A10-DCA406879285}" type="slidenum">
              <a:rPr lang="en-AU" smtClean="0"/>
              <a:t>‹#›</a:t>
            </a:fld>
            <a:endParaRPr lang="en-AU"/>
          </a:p>
        </p:txBody>
      </p:sp>
    </p:spTree>
    <p:extLst>
      <p:ext uri="{BB962C8B-B14F-4D97-AF65-F5344CB8AC3E}">
        <p14:creationId xmlns:p14="http://schemas.microsoft.com/office/powerpoint/2010/main" val="3854307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A395630-C934-4A98-9A10-DCA406879285}" type="slidenum">
              <a:rPr lang="en-AU" smtClean="0"/>
              <a:t>2</a:t>
            </a:fld>
            <a:endParaRPr lang="en-AU"/>
          </a:p>
        </p:txBody>
      </p:sp>
    </p:spTree>
    <p:extLst>
      <p:ext uri="{BB962C8B-B14F-4D97-AF65-F5344CB8AC3E}">
        <p14:creationId xmlns:p14="http://schemas.microsoft.com/office/powerpoint/2010/main" val="1707384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grpSp>
        <p:nvGrpSpPr>
          <p:cNvPr id="15" name="Group 9">
            <a:extLst>
              <a:ext uri="{FF2B5EF4-FFF2-40B4-BE49-F238E27FC236}">
                <a16:creationId xmlns:a16="http://schemas.microsoft.com/office/drawing/2014/main" id="{68AAA168-4901-191E-C934-CE688E023730}"/>
              </a:ext>
            </a:extLst>
          </p:cNvPr>
          <p:cNvGrpSpPr/>
          <p:nvPr userDrawn="1"/>
        </p:nvGrpSpPr>
        <p:grpSpPr>
          <a:xfrm>
            <a:off x="0" y="0"/>
            <a:ext cx="12192000" cy="6858000"/>
            <a:chOff x="0" y="0"/>
            <a:chExt cx="17339733" cy="9753600"/>
          </a:xfrm>
        </p:grpSpPr>
        <p:sp>
          <p:nvSpPr>
            <p:cNvPr id="16" name="Freeform 10">
              <a:extLst>
                <a:ext uri="{FF2B5EF4-FFF2-40B4-BE49-F238E27FC236}">
                  <a16:creationId xmlns:a16="http://schemas.microsoft.com/office/drawing/2014/main" id="{D12B860B-08C4-0BC5-D35E-EBD0BEC55A3B}"/>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7" name="Group 2">
            <a:extLst>
              <a:ext uri="{FF2B5EF4-FFF2-40B4-BE49-F238E27FC236}">
                <a16:creationId xmlns:a16="http://schemas.microsoft.com/office/drawing/2014/main" id="{58F146F9-4DB6-EF6B-7A93-1EB4AADC5B66}"/>
              </a:ext>
            </a:extLst>
          </p:cNvPr>
          <p:cNvGrpSpPr/>
          <p:nvPr userDrawn="1"/>
        </p:nvGrpSpPr>
        <p:grpSpPr>
          <a:xfrm rot="-10800000">
            <a:off x="11045567" y="-12700"/>
            <a:ext cx="1146433" cy="1146433"/>
            <a:chOff x="0" y="0"/>
            <a:chExt cx="1630482" cy="1630482"/>
          </a:xfrm>
        </p:grpSpPr>
        <p:sp>
          <p:nvSpPr>
            <p:cNvPr id="18" name="Freeform 3">
              <a:extLst>
                <a:ext uri="{FF2B5EF4-FFF2-40B4-BE49-F238E27FC236}">
                  <a16:creationId xmlns:a16="http://schemas.microsoft.com/office/drawing/2014/main" id="{308D6B99-6919-5AC9-813A-A6DFDBB8F04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19" name="TextBox 10">
            <a:extLst>
              <a:ext uri="{FF2B5EF4-FFF2-40B4-BE49-F238E27FC236}">
                <a16:creationId xmlns:a16="http://schemas.microsoft.com/office/drawing/2014/main" id="{CC318079-065A-5C59-95AA-558BE0FFCA54}"/>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Plain - Oran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873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grpSp>
        <p:nvGrpSpPr>
          <p:cNvPr id="17" name="Group 9">
            <a:extLst>
              <a:ext uri="{FF2B5EF4-FFF2-40B4-BE49-F238E27FC236}">
                <a16:creationId xmlns:a16="http://schemas.microsoft.com/office/drawing/2014/main" id="{7546362F-7599-2FAA-AE78-AD91060003E0}"/>
              </a:ext>
            </a:extLst>
          </p:cNvPr>
          <p:cNvGrpSpPr/>
          <p:nvPr userDrawn="1"/>
        </p:nvGrpSpPr>
        <p:grpSpPr>
          <a:xfrm>
            <a:off x="0" y="0"/>
            <a:ext cx="12192000" cy="6858000"/>
            <a:chOff x="0" y="0"/>
            <a:chExt cx="17339733" cy="9753600"/>
          </a:xfrm>
        </p:grpSpPr>
        <p:sp>
          <p:nvSpPr>
            <p:cNvPr id="18" name="Freeform 10">
              <a:extLst>
                <a:ext uri="{FF2B5EF4-FFF2-40B4-BE49-F238E27FC236}">
                  <a16:creationId xmlns:a16="http://schemas.microsoft.com/office/drawing/2014/main" id="{B3DD606C-F406-A17C-80B2-0DEEAA13603E}"/>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9" name="Group 2">
            <a:extLst>
              <a:ext uri="{FF2B5EF4-FFF2-40B4-BE49-F238E27FC236}">
                <a16:creationId xmlns:a16="http://schemas.microsoft.com/office/drawing/2014/main" id="{6809E054-5F6E-F5B9-1009-0EF30A82BAB9}"/>
              </a:ext>
            </a:extLst>
          </p:cNvPr>
          <p:cNvGrpSpPr/>
          <p:nvPr userDrawn="1"/>
        </p:nvGrpSpPr>
        <p:grpSpPr>
          <a:xfrm rot="-10800000">
            <a:off x="11045567" y="-12700"/>
            <a:ext cx="1146433" cy="1146433"/>
            <a:chOff x="0" y="0"/>
            <a:chExt cx="1630482" cy="1630482"/>
          </a:xfrm>
        </p:grpSpPr>
        <p:sp>
          <p:nvSpPr>
            <p:cNvPr id="20" name="Freeform 3">
              <a:extLst>
                <a:ext uri="{FF2B5EF4-FFF2-40B4-BE49-F238E27FC236}">
                  <a16:creationId xmlns:a16="http://schemas.microsoft.com/office/drawing/2014/main" id="{1F644548-D707-A840-998C-BA16B562847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21" name="TextBox 10">
            <a:extLst>
              <a:ext uri="{FF2B5EF4-FFF2-40B4-BE49-F238E27FC236}">
                <a16:creationId xmlns:a16="http://schemas.microsoft.com/office/drawing/2014/main" id="{86B5217A-2963-8ECD-A2C4-00DF5372F72B}"/>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cSld>
  <p:clrMap bg1="lt1" tx1="dk1" bg2="lt2" tx2="dk2" accent1="accent1" accent2="accent2" accent3="accent3" accent4="accent4" accent5="accent5" accent6="accent6" hlink="hlink" folHlink="folHlink"/>
  <p:sldLayoutIdLst>
    <p:sldLayoutId id="2147483655"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0"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1.xml"/><Relationship Id="rId4" Type="http://schemas.openxmlformats.org/officeDocument/2006/relationships/image" Target="../media/image38.jpeg"/></Relationships>
</file>

<file path=ppt/slides/_rels/slide38.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50.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a:p>
        </p:txBody>
      </p:sp>
      <p:grpSp>
        <p:nvGrpSpPr>
          <p:cNvPr id="9" name="Group 9"/>
          <p:cNvGrpSpPr/>
          <p:nvPr/>
        </p:nvGrpSpPr>
        <p:grpSpPr>
          <a:xfrm>
            <a:off x="0" y="0"/>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1" name="Group 11"/>
          <p:cNvGrpSpPr/>
          <p:nvPr/>
        </p:nvGrpSpPr>
        <p:grpSpPr>
          <a:xfrm>
            <a:off x="0" y="6065521"/>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sp>
        <p:nvSpPr>
          <p:cNvPr id="13" name="Freeform 13"/>
          <p:cNvSpPr/>
          <p:nvPr/>
        </p:nvSpPr>
        <p:spPr>
          <a:xfrm>
            <a:off x="10786058" y="6228232"/>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a:p>
          </p:txBody>
        </p:sp>
      </p:grpSp>
      <p:sp>
        <p:nvSpPr>
          <p:cNvPr id="16" name="TextBox 16"/>
          <p:cNvSpPr txBox="1"/>
          <p:nvPr/>
        </p:nvSpPr>
        <p:spPr>
          <a:xfrm>
            <a:off x="2537900" y="1790291"/>
            <a:ext cx="6910899" cy="1863395"/>
          </a:xfrm>
          <a:prstGeom prst="rect">
            <a:avLst/>
          </a:prstGeom>
        </p:spPr>
        <p:txBody>
          <a:bodyPr wrap="square" lIns="0" tIns="0" rIns="0" bIns="0" rtlCol="0" anchor="t">
            <a:spAutoFit/>
          </a:bodyPr>
          <a:lstStyle/>
          <a:p>
            <a:pPr algn="l">
              <a:lnSpc>
                <a:spcPts val="4800"/>
              </a:lnSpc>
            </a:pPr>
            <a:r>
              <a:rPr lang="en-US" sz="4000" b="1" dirty="0">
                <a:solidFill>
                  <a:srgbClr val="7AE1AA"/>
                </a:solidFill>
                <a:latin typeface="Arial Bold"/>
                <a:ea typeface="Arial Bold"/>
                <a:cs typeface="Arial Bold"/>
                <a:sym typeface="Arial Bold"/>
              </a:rPr>
              <a:t>—</a:t>
            </a:r>
          </a:p>
          <a:p>
            <a:pPr algn="l">
              <a:lnSpc>
                <a:spcPts val="5280"/>
              </a:lnSpc>
            </a:pPr>
            <a:r>
              <a:rPr lang="en-US" sz="4400" b="1" dirty="0">
                <a:solidFill>
                  <a:srgbClr val="FFFFFF"/>
                </a:solidFill>
                <a:latin typeface="Arial Bold"/>
                <a:ea typeface="Arial Bold"/>
                <a:cs typeface="Arial Bold"/>
                <a:sym typeface="Arial Bold"/>
              </a:rPr>
              <a:t>Administrative Law 2025</a:t>
            </a:r>
          </a:p>
          <a:p>
            <a:pPr algn="l">
              <a:lnSpc>
                <a:spcPts val="5280"/>
              </a:lnSpc>
            </a:pPr>
            <a:r>
              <a:rPr lang="en-US" sz="2000" b="1" dirty="0">
                <a:solidFill>
                  <a:srgbClr val="FFFFFF"/>
                </a:solidFill>
                <a:latin typeface="Arial Bold"/>
                <a:ea typeface="Arial Bold"/>
                <a:cs typeface="Arial Bold"/>
                <a:sym typeface="Arial Bold"/>
              </a:rPr>
              <a:t>Week 5 Introduction to Jurisdictional Review</a:t>
            </a:r>
          </a:p>
        </p:txBody>
      </p:sp>
      <p:sp>
        <p:nvSpPr>
          <p:cNvPr id="17" name="TextBox 17"/>
          <p:cNvSpPr txBox="1"/>
          <p:nvPr/>
        </p:nvSpPr>
        <p:spPr>
          <a:xfrm>
            <a:off x="2537901" y="5133185"/>
            <a:ext cx="5407462" cy="636072"/>
          </a:xfrm>
          <a:prstGeom prst="rect">
            <a:avLst/>
          </a:prstGeom>
        </p:spPr>
        <p:txBody>
          <a:bodyPr lIns="0" tIns="0" rIns="0" bIns="0" rtlCol="0" anchor="t">
            <a:spAutoFit/>
          </a:bodyPr>
          <a:lstStyle/>
          <a:p>
            <a:pPr algn="l">
              <a:lnSpc>
                <a:spcPts val="2879"/>
              </a:lnSpc>
            </a:pPr>
            <a:r>
              <a:rPr lang="en-US" sz="2399" dirty="0">
                <a:solidFill>
                  <a:srgbClr val="FFFFFF"/>
                </a:solidFill>
                <a:latin typeface="Arial"/>
                <a:ea typeface="Arial"/>
                <a:cs typeface="Arial"/>
                <a:sym typeface="Arial"/>
              </a:rPr>
              <a:t>Dr Richard Taylor</a:t>
            </a:r>
          </a:p>
          <a:p>
            <a:pPr algn="l">
              <a:lnSpc>
                <a:spcPts val="2160"/>
              </a:lnSpc>
            </a:pPr>
            <a:r>
              <a:rPr lang="en-US" sz="1800" dirty="0">
                <a:solidFill>
                  <a:srgbClr val="FFFFFF"/>
                </a:solidFill>
                <a:latin typeface="Arial"/>
                <a:ea typeface="Arial"/>
                <a:cs typeface="Arial"/>
                <a:sym typeface="Arial"/>
              </a:rPr>
              <a:t>Lecturer, School of Law</a:t>
            </a:r>
          </a:p>
        </p:txBody>
      </p:sp>
      <p:sp>
        <p:nvSpPr>
          <p:cNvPr id="18" name="AutoShape 18"/>
          <p:cNvSpPr/>
          <p:nvPr/>
        </p:nvSpPr>
        <p:spPr>
          <a:xfrm rot="47869">
            <a:off x="2533397" y="5059348"/>
            <a:ext cx="1824172" cy="0"/>
          </a:xfrm>
          <a:prstGeom prst="line">
            <a:avLst/>
          </a:prstGeom>
          <a:ln w="19050" cap="rnd">
            <a:solidFill>
              <a:srgbClr val="7AE1AA"/>
            </a:solidFill>
            <a:prstDash val="solid"/>
            <a:headEnd type="none" w="sm" len="sm"/>
            <a:tailEnd type="none" w="sm" len="sm"/>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5EF2CBD5-0A67-E6A2-047F-8806E66E89A9}"/>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l="-2953" t="27636" r="55397" b="21597"/>
          <a:stretch/>
        </p:blipFill>
        <p:spPr>
          <a:xfrm>
            <a:off x="3539614" y="0"/>
            <a:ext cx="8659956" cy="6864000"/>
          </a:xfrm>
          <a:prstGeom prst="rect">
            <a:avLst/>
          </a:prstGeom>
        </p:spPr>
      </p:pic>
      <p:sp>
        <p:nvSpPr>
          <p:cNvPr id="29" name="Rectangle 28">
            <a:extLst>
              <a:ext uri="{FF2B5EF4-FFF2-40B4-BE49-F238E27FC236}">
                <a16:creationId xmlns:a16="http://schemas.microsoft.com/office/drawing/2014/main" id="{FF59297F-6013-93D6-B12D-918F54AC9CA9}"/>
              </a:ext>
            </a:extLst>
          </p:cNvPr>
          <p:cNvSpPr/>
          <p:nvPr/>
        </p:nvSpPr>
        <p:spPr>
          <a:xfrm>
            <a:off x="11223062" y="0"/>
            <a:ext cx="968937" cy="6858000"/>
          </a:xfrm>
          <a:prstGeom prst="rect">
            <a:avLst/>
          </a:prstGeom>
          <a:solidFill>
            <a:schemeClr val="bg1">
              <a:lumMod val="9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defRPr/>
            </a:pPr>
            <a:endParaRPr lang="en-AU" sz="2400">
              <a:solidFill>
                <a:prstClr val="white"/>
              </a:solidFill>
              <a:latin typeface="Calibri"/>
            </a:endParaRPr>
          </a:p>
        </p:txBody>
      </p:sp>
      <p:sp>
        <p:nvSpPr>
          <p:cNvPr id="30" name="TextBox 29">
            <a:extLst>
              <a:ext uri="{FF2B5EF4-FFF2-40B4-BE49-F238E27FC236}">
                <a16:creationId xmlns:a16="http://schemas.microsoft.com/office/drawing/2014/main" id="{E055FDF7-9D3F-C8A0-15B7-12217ED441C3}"/>
              </a:ext>
            </a:extLst>
          </p:cNvPr>
          <p:cNvSpPr txBox="1"/>
          <p:nvPr/>
        </p:nvSpPr>
        <p:spPr>
          <a:xfrm>
            <a:off x="7544452" y="6072304"/>
            <a:ext cx="3626512" cy="348878"/>
          </a:xfrm>
          <a:prstGeom prst="rect">
            <a:avLst/>
          </a:prstGeom>
        </p:spPr>
        <p:txBody>
          <a:bodyPr wrap="square" anchor="t">
            <a:spAutoFit/>
          </a:bodyPr>
          <a:lstStyle>
            <a:defPPr>
              <a:defRPr lang="en-US"/>
            </a:defPPr>
            <a:lvl3pPr marL="1085850" lvl="2" indent="-171450">
              <a:lnSpc>
                <a:spcPct val="160000"/>
              </a:lnSpc>
              <a:spcBef>
                <a:spcPts val="900"/>
              </a:spcBef>
              <a:spcAft>
                <a:spcPts val="500"/>
              </a:spcAft>
              <a:buSzPct val="105000"/>
              <a:buFont typeface="Arial"/>
              <a:buChar char="•"/>
              <a:defRPr sz="1200" b="1">
                <a:solidFill>
                  <a:srgbClr val="FFFFFF"/>
                </a:solidFill>
                <a:latin typeface="Verdana"/>
                <a:cs typeface="Verdana"/>
              </a:defRPr>
            </a:lvl3pPr>
          </a:lstStyle>
          <a:p>
            <a:pPr algn="r" defTabSz="609585">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Summary</a:t>
            </a:r>
          </a:p>
        </p:txBody>
      </p:sp>
      <p:sp>
        <p:nvSpPr>
          <p:cNvPr id="31" name="Rectangle 30">
            <a:extLst>
              <a:ext uri="{FF2B5EF4-FFF2-40B4-BE49-F238E27FC236}">
                <a16:creationId xmlns:a16="http://schemas.microsoft.com/office/drawing/2014/main" id="{9FC9EB19-4B63-EB47-C999-0D75B49ACF20}"/>
              </a:ext>
            </a:extLst>
          </p:cNvPr>
          <p:cNvSpPr/>
          <p:nvPr/>
        </p:nvSpPr>
        <p:spPr>
          <a:xfrm>
            <a:off x="5416306" y="596360"/>
            <a:ext cx="5754657" cy="348878"/>
          </a:xfrm>
          <a:prstGeom prst="rect">
            <a:avLst/>
          </a:prstGeom>
        </p:spPr>
        <p:txBody>
          <a:bodyPr wrap="square">
            <a:spAutoFit/>
          </a:bodyPr>
          <a:lstStyle/>
          <a:p>
            <a:pPr algn="r">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Judicial Review Overview</a:t>
            </a:r>
          </a:p>
        </p:txBody>
      </p:sp>
      <p:sp>
        <p:nvSpPr>
          <p:cNvPr id="32" name="Rectangle 31">
            <a:extLst>
              <a:ext uri="{FF2B5EF4-FFF2-40B4-BE49-F238E27FC236}">
                <a16:creationId xmlns:a16="http://schemas.microsoft.com/office/drawing/2014/main" id="{4AA5C928-3D58-F717-8E65-BDAB6697489F}"/>
              </a:ext>
            </a:extLst>
          </p:cNvPr>
          <p:cNvSpPr/>
          <p:nvPr/>
        </p:nvSpPr>
        <p:spPr>
          <a:xfrm>
            <a:off x="4915799" y="3990497"/>
            <a:ext cx="6194916" cy="348878"/>
          </a:xfrm>
          <a:prstGeom prst="rect">
            <a:avLst/>
          </a:prstGeom>
        </p:spPr>
        <p:txBody>
          <a:bodyPr wrap="square">
            <a:spAutoFit/>
          </a:bodyPr>
          <a:lstStyle/>
          <a:p>
            <a:pPr algn="r" defTabSz="609585">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Statutory</a:t>
            </a:r>
          </a:p>
        </p:txBody>
      </p:sp>
      <p:sp>
        <p:nvSpPr>
          <p:cNvPr id="33" name="Rectangle 32">
            <a:extLst>
              <a:ext uri="{FF2B5EF4-FFF2-40B4-BE49-F238E27FC236}">
                <a16:creationId xmlns:a16="http://schemas.microsoft.com/office/drawing/2014/main" id="{E7BAF03B-D725-FCE2-EF8B-84E6BD2860DB}"/>
              </a:ext>
            </a:extLst>
          </p:cNvPr>
          <p:cNvSpPr/>
          <p:nvPr/>
        </p:nvSpPr>
        <p:spPr>
          <a:xfrm>
            <a:off x="5908542" y="4698502"/>
            <a:ext cx="5202173" cy="348878"/>
          </a:xfrm>
          <a:prstGeom prst="rect">
            <a:avLst/>
          </a:prstGeom>
        </p:spPr>
        <p:txBody>
          <a:bodyPr wrap="square">
            <a:spAutoFit/>
          </a:bodyPr>
          <a:lstStyle/>
          <a:p>
            <a:pPr algn="r" defTabSz="609585">
              <a:defRPr/>
            </a:pPr>
            <a:r>
              <a:rPr lang="en-AU" sz="1667" b="1" dirty="0">
                <a:solidFill>
                  <a:srgbClr val="442040"/>
                </a:solidFill>
                <a:latin typeface="Calibri" panose="020F0502020204030204" pitchFamily="34" charset="0"/>
                <a:ea typeface="Verdana"/>
                <a:cs typeface="Calibri" panose="020F0502020204030204" pitchFamily="34" charset="0"/>
              </a:rPr>
              <a:t>Concept of Justiciability</a:t>
            </a:r>
            <a:endPar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C93188E5-237B-C7AD-B92E-1E6DA67F1A95}"/>
              </a:ext>
            </a:extLst>
          </p:cNvPr>
          <p:cNvSpPr/>
          <p:nvPr/>
        </p:nvSpPr>
        <p:spPr>
          <a:xfrm>
            <a:off x="5394841" y="1256188"/>
            <a:ext cx="5754657" cy="348878"/>
          </a:xfrm>
          <a:prstGeom prst="rect">
            <a:avLst/>
          </a:prstGeom>
        </p:spPr>
        <p:txBody>
          <a:bodyPr wrap="square">
            <a:spAutoFit/>
          </a:bodyPr>
          <a:lstStyle/>
          <a:p>
            <a:pPr algn="r" defTabSz="609585">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Judicial Review vs Merits Review</a:t>
            </a:r>
          </a:p>
        </p:txBody>
      </p:sp>
      <p:sp>
        <p:nvSpPr>
          <p:cNvPr id="37" name="Rectangle 36">
            <a:extLst>
              <a:ext uri="{FF2B5EF4-FFF2-40B4-BE49-F238E27FC236}">
                <a16:creationId xmlns:a16="http://schemas.microsoft.com/office/drawing/2014/main" id="{BA2D6482-1E50-4BBA-1C2C-ED7FBF0C0A9A}"/>
              </a:ext>
            </a:extLst>
          </p:cNvPr>
          <p:cNvSpPr/>
          <p:nvPr/>
        </p:nvSpPr>
        <p:spPr>
          <a:xfrm>
            <a:off x="5151800" y="4692032"/>
            <a:ext cx="6019163" cy="348878"/>
          </a:xfrm>
          <a:prstGeom prst="rect">
            <a:avLst/>
          </a:prstGeom>
        </p:spPr>
        <p:txBody>
          <a:bodyPr wrap="square">
            <a:spAutoFit/>
          </a:bodyPr>
          <a:lstStyle/>
          <a:p>
            <a:pPr algn="r" defTabSz="609585">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 </a:t>
            </a:r>
          </a:p>
        </p:txBody>
      </p:sp>
      <p:sp>
        <p:nvSpPr>
          <p:cNvPr id="38" name="Rectangle 37">
            <a:extLst>
              <a:ext uri="{FF2B5EF4-FFF2-40B4-BE49-F238E27FC236}">
                <a16:creationId xmlns:a16="http://schemas.microsoft.com/office/drawing/2014/main" id="{49EAC151-A040-1556-957F-B08DF4D1E7C0}"/>
              </a:ext>
            </a:extLst>
          </p:cNvPr>
          <p:cNvSpPr/>
          <p:nvPr/>
        </p:nvSpPr>
        <p:spPr>
          <a:xfrm>
            <a:off x="5416306" y="5374644"/>
            <a:ext cx="5754657" cy="348878"/>
          </a:xfrm>
          <a:prstGeom prst="rect">
            <a:avLst/>
          </a:prstGeom>
        </p:spPr>
        <p:txBody>
          <a:bodyPr wrap="square">
            <a:spAutoFit/>
          </a:bodyPr>
          <a:lstStyle/>
          <a:p>
            <a:pPr algn="r" defTabSz="609585">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Jurisdictional Error</a:t>
            </a:r>
          </a:p>
        </p:txBody>
      </p:sp>
      <p:cxnSp>
        <p:nvCxnSpPr>
          <p:cNvPr id="39" name="Straight Connector 38">
            <a:extLst>
              <a:ext uri="{FF2B5EF4-FFF2-40B4-BE49-F238E27FC236}">
                <a16:creationId xmlns:a16="http://schemas.microsoft.com/office/drawing/2014/main" id="{2B78CF03-E25D-9B54-0FF7-B5B388B89826}"/>
              </a:ext>
            </a:extLst>
          </p:cNvPr>
          <p:cNvCxnSpPr>
            <a:cxnSpLocks/>
          </p:cNvCxnSpPr>
          <p:nvPr/>
        </p:nvCxnSpPr>
        <p:spPr>
          <a:xfrm>
            <a:off x="5796195" y="5922552"/>
            <a:ext cx="6395805"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C472DA6-70B2-C24A-2579-2F62655DA412}"/>
              </a:ext>
            </a:extLst>
          </p:cNvPr>
          <p:cNvCxnSpPr>
            <a:cxnSpLocks/>
          </p:cNvCxnSpPr>
          <p:nvPr/>
        </p:nvCxnSpPr>
        <p:spPr>
          <a:xfrm>
            <a:off x="4986727" y="5233049"/>
            <a:ext cx="7185285"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3653960-4651-407C-22E6-36F606FAB622}"/>
              </a:ext>
            </a:extLst>
          </p:cNvPr>
          <p:cNvCxnSpPr>
            <a:cxnSpLocks/>
          </p:cNvCxnSpPr>
          <p:nvPr/>
        </p:nvCxnSpPr>
        <p:spPr>
          <a:xfrm>
            <a:off x="4633848" y="4543545"/>
            <a:ext cx="7558153"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5270153-E65F-756F-B272-900ABD18FAE3}"/>
              </a:ext>
            </a:extLst>
          </p:cNvPr>
          <p:cNvCxnSpPr>
            <a:cxnSpLocks/>
          </p:cNvCxnSpPr>
          <p:nvPr/>
        </p:nvCxnSpPr>
        <p:spPr>
          <a:xfrm>
            <a:off x="4362914" y="3854041"/>
            <a:ext cx="7829087"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70D2BD9-B182-8DD2-5C5B-8873ED3947D2}"/>
              </a:ext>
            </a:extLst>
          </p:cNvPr>
          <p:cNvCxnSpPr>
            <a:cxnSpLocks/>
          </p:cNvCxnSpPr>
          <p:nvPr/>
        </p:nvCxnSpPr>
        <p:spPr>
          <a:xfrm>
            <a:off x="4362914" y="3164537"/>
            <a:ext cx="7829087"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CE630F6D-E122-5EF9-E976-074BBD295FD0}"/>
              </a:ext>
            </a:extLst>
          </p:cNvPr>
          <p:cNvCxnSpPr>
            <a:cxnSpLocks/>
          </p:cNvCxnSpPr>
          <p:nvPr/>
        </p:nvCxnSpPr>
        <p:spPr>
          <a:xfrm>
            <a:off x="4505487" y="2475033"/>
            <a:ext cx="7666527"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13C3214-AFCD-CC53-CFE4-584C9D14377D}"/>
              </a:ext>
            </a:extLst>
          </p:cNvPr>
          <p:cNvCxnSpPr>
            <a:cxnSpLocks/>
          </p:cNvCxnSpPr>
          <p:nvPr/>
        </p:nvCxnSpPr>
        <p:spPr>
          <a:xfrm>
            <a:off x="4856389" y="1785529"/>
            <a:ext cx="7335611"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294431BD-F568-8426-1D99-B7B03BADE878}"/>
              </a:ext>
            </a:extLst>
          </p:cNvPr>
          <p:cNvCxnSpPr>
            <a:cxnSpLocks/>
          </p:cNvCxnSpPr>
          <p:nvPr/>
        </p:nvCxnSpPr>
        <p:spPr>
          <a:xfrm>
            <a:off x="5536225" y="1096025"/>
            <a:ext cx="6625795" cy="0"/>
          </a:xfrm>
          <a:prstGeom prst="line">
            <a:avLst/>
          </a:prstGeom>
          <a:ln cap="rnd">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sp>
        <p:nvSpPr>
          <p:cNvPr id="47" name="Slide Number Placeholder 1">
            <a:extLst>
              <a:ext uri="{FF2B5EF4-FFF2-40B4-BE49-F238E27FC236}">
                <a16:creationId xmlns:a16="http://schemas.microsoft.com/office/drawing/2014/main" id="{64BA26F3-195E-00A7-CADB-26D33759C4D6}"/>
              </a:ext>
            </a:extLst>
          </p:cNvPr>
          <p:cNvSpPr>
            <a:spLocks noGrp="1"/>
          </p:cNvSpPr>
          <p:nvPr>
            <p:ph type="sldNum" sz="quarter" idx="12"/>
          </p:nvPr>
        </p:nvSpPr>
        <p:spPr>
          <a:xfrm>
            <a:off x="9220200" y="6491818"/>
            <a:ext cx="2971800" cy="366183"/>
          </a:xfrm>
          <a:prstGeom prst="rect">
            <a:avLst/>
          </a:prstGeom>
        </p:spPr>
        <p:txBody>
          <a:bodyPr vert="horz" lIns="121920" tIns="60960" rIns="121920" bIns="60960" rtlCol="0" anchor="ctr"/>
          <a:lstStyle>
            <a:defPPr>
              <a:defRPr lang="en-US"/>
            </a:defPPr>
            <a:lvl1pPr marL="0" algn="r" defTabSz="609585" rtl="0" eaLnBrk="1" latinLnBrk="0" hangingPunct="1">
              <a:defRPr sz="1067" kern="1200" baseline="0">
                <a:solidFill>
                  <a:srgbClr val="595959"/>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84F83467-E5B6-4227-88E2-267BBB6DACE9}" type="slidenum">
              <a:rPr lang="en-AU" smtClean="0"/>
              <a:pPr/>
              <a:t>2</a:t>
            </a:fld>
            <a:endParaRPr lang="en-AU" dirty="0"/>
          </a:p>
        </p:txBody>
      </p:sp>
      <p:pic>
        <p:nvPicPr>
          <p:cNvPr id="48" name="Picture 47">
            <a:extLst>
              <a:ext uri="{FF2B5EF4-FFF2-40B4-BE49-F238E27FC236}">
                <a16:creationId xmlns:a16="http://schemas.microsoft.com/office/drawing/2014/main" id="{2CC9B863-23FD-C655-8B5C-41D4C75EB5E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499459" y="509779"/>
            <a:ext cx="446400" cy="5979979"/>
          </a:xfrm>
          <a:prstGeom prst="rect">
            <a:avLst/>
          </a:prstGeom>
        </p:spPr>
      </p:pic>
      <p:sp>
        <p:nvSpPr>
          <p:cNvPr id="2" name="Rectangle 1">
            <a:extLst>
              <a:ext uri="{FF2B5EF4-FFF2-40B4-BE49-F238E27FC236}">
                <a16:creationId xmlns:a16="http://schemas.microsoft.com/office/drawing/2014/main" id="{F9413B98-0319-74E3-38D3-EE0CB3C108D4}"/>
              </a:ext>
            </a:extLst>
          </p:cNvPr>
          <p:cNvSpPr/>
          <p:nvPr/>
        </p:nvSpPr>
        <p:spPr>
          <a:xfrm>
            <a:off x="4971051" y="1933173"/>
            <a:ext cx="6194916" cy="348878"/>
          </a:xfrm>
          <a:prstGeom prst="rect">
            <a:avLst/>
          </a:prstGeom>
        </p:spPr>
        <p:txBody>
          <a:bodyPr wrap="square">
            <a:spAutoFit/>
          </a:bodyPr>
          <a:lstStyle/>
          <a:p>
            <a:pPr algn="r" defTabSz="609585">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Types of Judicial Review</a:t>
            </a:r>
          </a:p>
        </p:txBody>
      </p:sp>
      <p:sp>
        <p:nvSpPr>
          <p:cNvPr id="3" name="Rectangle 2">
            <a:extLst>
              <a:ext uri="{FF2B5EF4-FFF2-40B4-BE49-F238E27FC236}">
                <a16:creationId xmlns:a16="http://schemas.microsoft.com/office/drawing/2014/main" id="{61127326-5322-2F0C-1D54-4F9FA6ADAF50}"/>
              </a:ext>
            </a:extLst>
          </p:cNvPr>
          <p:cNvSpPr/>
          <p:nvPr/>
        </p:nvSpPr>
        <p:spPr>
          <a:xfrm>
            <a:off x="4942269" y="2646792"/>
            <a:ext cx="6194916" cy="348878"/>
          </a:xfrm>
          <a:prstGeom prst="rect">
            <a:avLst/>
          </a:prstGeom>
        </p:spPr>
        <p:txBody>
          <a:bodyPr wrap="square">
            <a:spAutoFit/>
          </a:bodyPr>
          <a:lstStyle/>
          <a:p>
            <a:pPr algn="r" defTabSz="609585">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Common Law</a:t>
            </a:r>
          </a:p>
        </p:txBody>
      </p:sp>
      <p:sp>
        <p:nvSpPr>
          <p:cNvPr id="4" name="Rectangle 3">
            <a:extLst>
              <a:ext uri="{FF2B5EF4-FFF2-40B4-BE49-F238E27FC236}">
                <a16:creationId xmlns:a16="http://schemas.microsoft.com/office/drawing/2014/main" id="{5696B9A4-0494-4C06-00CE-1D1BB38100BD}"/>
              </a:ext>
            </a:extLst>
          </p:cNvPr>
          <p:cNvSpPr/>
          <p:nvPr/>
        </p:nvSpPr>
        <p:spPr>
          <a:xfrm>
            <a:off x="4915799" y="3312182"/>
            <a:ext cx="6194916" cy="348878"/>
          </a:xfrm>
          <a:prstGeom prst="rect">
            <a:avLst/>
          </a:prstGeom>
        </p:spPr>
        <p:txBody>
          <a:bodyPr wrap="square">
            <a:spAutoFit/>
          </a:bodyPr>
          <a:lstStyle/>
          <a:p>
            <a:pPr algn="r" defTabSz="609585">
              <a:defRPr/>
            </a:pPr>
            <a:r>
              <a:rPr lang="en-AU" sz="1667" b="1" dirty="0">
                <a:solidFill>
                  <a:srgbClr val="442040"/>
                </a:solidFill>
                <a:latin typeface="Calibri" panose="020F0502020204030204" pitchFamily="34" charset="0"/>
                <a:ea typeface="Verdana" panose="020B0604030504040204" pitchFamily="34" charset="0"/>
                <a:cs typeface="Calibri" panose="020F0502020204030204" pitchFamily="34" charset="0"/>
              </a:rPr>
              <a:t>Constitutional</a:t>
            </a:r>
          </a:p>
        </p:txBody>
      </p:sp>
      <p:sp>
        <p:nvSpPr>
          <p:cNvPr id="5" name="TextBox 5">
            <a:extLst>
              <a:ext uri="{FF2B5EF4-FFF2-40B4-BE49-F238E27FC236}">
                <a16:creationId xmlns:a16="http://schemas.microsoft.com/office/drawing/2014/main" id="{BCCEE956-4087-9B7F-80AB-9C49CD2B0D0B}"/>
              </a:ext>
            </a:extLst>
          </p:cNvPr>
          <p:cNvSpPr txBox="1"/>
          <p:nvPr/>
        </p:nvSpPr>
        <p:spPr>
          <a:xfrm>
            <a:off x="392084" y="560536"/>
            <a:ext cx="7170696" cy="409471"/>
          </a:xfrm>
          <a:prstGeom prst="rect">
            <a:avLst/>
          </a:prstGeom>
        </p:spPr>
        <p:txBody>
          <a:bodyPr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Week 5 Overview</a:t>
            </a:r>
          </a:p>
        </p:txBody>
      </p:sp>
      <p:sp>
        <p:nvSpPr>
          <p:cNvPr id="6" name="Rectangle 5">
            <a:extLst>
              <a:ext uri="{FF2B5EF4-FFF2-40B4-BE49-F238E27FC236}">
                <a16:creationId xmlns:a16="http://schemas.microsoft.com/office/drawing/2014/main" id="{2A99025E-5D7D-3E55-1C46-727A2DC96B80}"/>
              </a:ext>
            </a:extLst>
          </p:cNvPr>
          <p:cNvSpPr/>
          <p:nvPr/>
        </p:nvSpPr>
        <p:spPr>
          <a:xfrm>
            <a:off x="377800" y="2107612"/>
            <a:ext cx="2179597" cy="1754326"/>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prstClr val="white"/>
                </a:solidFill>
                <a:latin typeface="Arial" panose="020B0604020202020204" pitchFamily="34" charset="0"/>
                <a:cs typeface="Arial" panose="020B0604020202020204" pitchFamily="34" charset="0"/>
              </a:rPr>
              <a:t>I</a:t>
            </a:r>
            <a:r>
              <a:rPr lang="en-AU" b="1" dirty="0">
                <a:solidFill>
                  <a:prstClr val="white"/>
                </a:solidFill>
                <a:latin typeface="Arial" panose="020B0604020202020204" pitchFamily="34" charset="0"/>
                <a:cs typeface="Arial" panose="020B0604020202020204" pitchFamily="34" charset="0"/>
              </a:rPr>
              <a:t>n this week’s lecture, we will work through the  concepts concerning judicial review</a:t>
            </a:r>
            <a:endParaRPr kumimoji="0" lang="en-AU" sz="1800" b="1" i="0" u="none" strike="noStrike" kern="1200" cap="none" spc="0" normalizeH="0" baseline="0" dirty="0">
              <a:ln>
                <a:noFill/>
              </a:ln>
              <a:solidFill>
                <a:prstClr val="white"/>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3206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33A716B-745C-4428-9F87-6EA664DDD5F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30A2B29-3797-5911-BEC3-3FEE9BAF6AF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31CFB3E-254C-D0F5-5E31-A3289B79EEA4}"/>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2FF4CF68-ED2E-03BE-3D49-A8FCAD6A7B1F}"/>
              </a:ext>
            </a:extLst>
          </p:cNvPr>
          <p:cNvSpPr txBox="1"/>
          <p:nvPr/>
        </p:nvSpPr>
        <p:spPr>
          <a:xfrm>
            <a:off x="392084" y="560536"/>
            <a:ext cx="7170696" cy="409471"/>
          </a:xfrm>
          <a:prstGeom prst="rect">
            <a:avLst/>
          </a:prstGeom>
        </p:spPr>
        <p:txBody>
          <a:bodyPr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Types of Judicial Review</a:t>
            </a:r>
          </a:p>
        </p:txBody>
      </p:sp>
      <p:sp>
        <p:nvSpPr>
          <p:cNvPr id="9" name="TextBox 9">
            <a:extLst>
              <a:ext uri="{FF2B5EF4-FFF2-40B4-BE49-F238E27FC236}">
                <a16:creationId xmlns:a16="http://schemas.microsoft.com/office/drawing/2014/main" id="{FAC2D839-1B94-C8F3-5E78-AF0274732922}"/>
              </a:ext>
            </a:extLst>
          </p:cNvPr>
          <p:cNvSpPr txBox="1"/>
          <p:nvPr/>
        </p:nvSpPr>
        <p:spPr>
          <a:xfrm>
            <a:off x="381000" y="1524000"/>
            <a:ext cx="5410200" cy="4001095"/>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Judicial control over administrative action is about the supervisory role of courts over government and who has the final say when there are disputes over interpretation/application of the law.</a:t>
            </a:r>
          </a:p>
          <a:p>
            <a:pPr marL="285750" indent="-285750">
              <a:lnSpc>
                <a:spcPct val="200000"/>
              </a:lnSpc>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There are 3 types of judicial review</a:t>
            </a:r>
          </a:p>
          <a:p>
            <a:r>
              <a:rPr lang="en-US" sz="2000" dirty="0">
                <a:solidFill>
                  <a:srgbClr val="FFFFFF"/>
                </a:solidFill>
                <a:latin typeface="Arial" panose="020B0604020202020204" pitchFamily="34" charset="0"/>
                <a:ea typeface="Arial Bold"/>
                <a:cs typeface="Arial" panose="020B0604020202020204" pitchFamily="34" charset="0"/>
                <a:sym typeface="Arial Bold"/>
              </a:rPr>
              <a:t>	</a:t>
            </a:r>
          </a:p>
          <a:p>
            <a:r>
              <a:rPr lang="en-US" sz="2000" dirty="0">
                <a:solidFill>
                  <a:srgbClr val="FFFFFF"/>
                </a:solidFill>
                <a:latin typeface="Arial" panose="020B0604020202020204" pitchFamily="34" charset="0"/>
                <a:ea typeface="Arial Bold"/>
                <a:cs typeface="Arial" panose="020B0604020202020204" pitchFamily="34" charset="0"/>
                <a:sym typeface="Arial Bold"/>
              </a:rPr>
              <a:t>	1. Common law;</a:t>
            </a:r>
          </a:p>
          <a:p>
            <a:r>
              <a:rPr lang="en-US" sz="2000" dirty="0">
                <a:solidFill>
                  <a:srgbClr val="FFFFFF"/>
                </a:solidFill>
                <a:latin typeface="Arial" panose="020B0604020202020204" pitchFamily="34" charset="0"/>
                <a:ea typeface="Arial Bold"/>
                <a:cs typeface="Arial" panose="020B0604020202020204" pitchFamily="34" charset="0"/>
                <a:sym typeface="Arial Bold"/>
              </a:rPr>
              <a:t>	2. Constitutional; and </a:t>
            </a:r>
          </a:p>
          <a:p>
            <a:r>
              <a:rPr lang="en-US" sz="2000" dirty="0">
                <a:solidFill>
                  <a:srgbClr val="FFFFFF"/>
                </a:solidFill>
                <a:latin typeface="Arial" panose="020B0604020202020204" pitchFamily="34" charset="0"/>
                <a:ea typeface="Arial Bold"/>
                <a:cs typeface="Arial" panose="020B0604020202020204" pitchFamily="34" charset="0"/>
                <a:sym typeface="Arial Bold"/>
              </a:rPr>
              <a:t>	3. Statutory – i.e. </a:t>
            </a:r>
            <a:r>
              <a:rPr lang="en-US" sz="2000" i="1" dirty="0">
                <a:solidFill>
                  <a:srgbClr val="FFFFFF"/>
                </a:solidFill>
                <a:latin typeface="Arial" panose="020B0604020202020204" pitchFamily="34" charset="0"/>
                <a:ea typeface="Arial Bold"/>
                <a:cs typeface="Arial" panose="020B0604020202020204" pitchFamily="34" charset="0"/>
                <a:sym typeface="Arial Bold"/>
              </a:rPr>
              <a:t>Administrative 	Decisions (Judicial Review) Act 1977 (	</a:t>
            </a:r>
            <a:r>
              <a:rPr lang="en-US" sz="2000" i="1" dirty="0" err="1">
                <a:solidFill>
                  <a:srgbClr val="FFFFFF"/>
                </a:solidFill>
                <a:latin typeface="Arial" panose="020B0604020202020204" pitchFamily="34" charset="0"/>
                <a:ea typeface="Arial Bold"/>
                <a:cs typeface="Arial" panose="020B0604020202020204" pitchFamily="34" charset="0"/>
                <a:sym typeface="Arial Bold"/>
              </a:rPr>
              <a:t>Cth</a:t>
            </a:r>
            <a:r>
              <a:rPr lang="en-US" sz="2000" i="1" dirty="0">
                <a:solidFill>
                  <a:srgbClr val="FFFFFF"/>
                </a:solidFill>
                <a:latin typeface="Arial" panose="020B0604020202020204" pitchFamily="34" charset="0"/>
                <a:ea typeface="Arial Bold"/>
                <a:cs typeface="Arial" panose="020B0604020202020204" pitchFamily="34" charset="0"/>
                <a:sym typeface="Arial Bold"/>
              </a:rPr>
              <a:t>) </a:t>
            </a:r>
            <a:r>
              <a:rPr lang="en-US" sz="2000" dirty="0">
                <a:solidFill>
                  <a:srgbClr val="FFFFFF"/>
                </a:solidFill>
                <a:latin typeface="Arial" panose="020B0604020202020204" pitchFamily="34" charset="0"/>
                <a:ea typeface="Arial Bold"/>
                <a:cs typeface="Arial" panose="020B0604020202020204" pitchFamily="34" charset="0"/>
                <a:sym typeface="Arial Bold"/>
              </a:rPr>
              <a:t>– aka ADJR Act</a:t>
            </a:r>
            <a:endParaRPr lang="en-GB" sz="2000"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76769EED-27BF-B7B2-501B-036747ECC3DF}"/>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8" name="Rectangle 7">
            <a:extLst>
              <a:ext uri="{FF2B5EF4-FFF2-40B4-BE49-F238E27FC236}">
                <a16:creationId xmlns:a16="http://schemas.microsoft.com/office/drawing/2014/main" id="{3047B0E2-77EF-74E8-60CE-DF4B9B56A72C}"/>
              </a:ext>
            </a:extLst>
          </p:cNvPr>
          <p:cNvSpPr/>
          <p:nvPr/>
        </p:nvSpPr>
        <p:spPr>
          <a:xfrm>
            <a:off x="6400800" y="0"/>
            <a:ext cx="57912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descr="A colorful words in a circle&#10;&#10;AI-generated content may be incorrect.">
            <a:extLst>
              <a:ext uri="{FF2B5EF4-FFF2-40B4-BE49-F238E27FC236}">
                <a16:creationId xmlns:a16="http://schemas.microsoft.com/office/drawing/2014/main" id="{72BB6C92-E077-C3C0-68F0-12B2D17A23E6}"/>
              </a:ext>
            </a:extLst>
          </p:cNvPr>
          <p:cNvPicPr>
            <a:picLocks noChangeAspect="1"/>
          </p:cNvPicPr>
          <p:nvPr/>
        </p:nvPicPr>
        <p:blipFill>
          <a:blip r:embed="rId2">
            <a:extLst>
              <a:ext uri="{28A0092B-C50C-407E-A947-70E740481C1C}">
                <a14:useLocalDpi xmlns:a14="http://schemas.microsoft.com/office/drawing/2010/main" val="0"/>
              </a:ext>
            </a:extLst>
          </a:blip>
          <a:srcRect l="11809" r="12171" b="17593"/>
          <a:stretch/>
        </p:blipFill>
        <p:spPr>
          <a:xfrm>
            <a:off x="6553200" y="982668"/>
            <a:ext cx="5578264" cy="4656132"/>
          </a:xfrm>
          <a:prstGeom prst="rect">
            <a:avLst/>
          </a:prstGeom>
        </p:spPr>
      </p:pic>
    </p:spTree>
    <p:extLst>
      <p:ext uri="{BB962C8B-B14F-4D97-AF65-F5344CB8AC3E}">
        <p14:creationId xmlns:p14="http://schemas.microsoft.com/office/powerpoint/2010/main" val="3981090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2E5DEB48-01CE-DB0B-F453-267134C2934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2670E6-99F4-7BA2-67DA-208C5093F8C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663281A7-3FE4-8247-6966-44B8A74A4821}"/>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93D3BDBE-3A9D-B337-8121-63845B8CEF47}"/>
              </a:ext>
            </a:extLst>
          </p:cNvPr>
          <p:cNvSpPr txBox="1"/>
          <p:nvPr/>
        </p:nvSpPr>
        <p:spPr>
          <a:xfrm>
            <a:off x="392084" y="560536"/>
            <a:ext cx="7170696" cy="409471"/>
          </a:xfrm>
          <a:prstGeom prst="rect">
            <a:avLst/>
          </a:prstGeom>
        </p:spPr>
        <p:txBody>
          <a:bodyPr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Judicial Review What is It?</a:t>
            </a:r>
          </a:p>
        </p:txBody>
      </p:sp>
      <p:sp>
        <p:nvSpPr>
          <p:cNvPr id="9" name="TextBox 9">
            <a:extLst>
              <a:ext uri="{FF2B5EF4-FFF2-40B4-BE49-F238E27FC236}">
                <a16:creationId xmlns:a16="http://schemas.microsoft.com/office/drawing/2014/main" id="{33BCD94C-C6F4-ED2C-E3CB-D2B30C37451F}"/>
              </a:ext>
            </a:extLst>
          </p:cNvPr>
          <p:cNvSpPr txBox="1"/>
          <p:nvPr/>
        </p:nvSpPr>
        <p:spPr>
          <a:xfrm>
            <a:off x="381000" y="1524000"/>
            <a:ext cx="5410200" cy="4770537"/>
          </a:xfrm>
          <a:prstGeom prst="rect">
            <a:avLst/>
          </a:prstGeom>
        </p:spPr>
        <p:txBody>
          <a:bodyPr wrap="square" lIns="0" tIns="0" rIns="0" bIns="0" rtlCol="0" anchor="t">
            <a:spAutoFit/>
          </a:bodyPr>
          <a:lstStyle/>
          <a:p>
            <a:r>
              <a:rPr lang="en-US" dirty="0">
                <a:solidFill>
                  <a:srgbClr val="FFFFFF"/>
                </a:solidFill>
                <a:latin typeface="Arial" panose="020B0604020202020204" pitchFamily="34" charset="0"/>
                <a:ea typeface="Arial Bold"/>
                <a:cs typeface="Arial" panose="020B0604020202020204" pitchFamily="34" charset="0"/>
                <a:sym typeface="Arial Bold"/>
              </a:rPr>
              <a:t>Historically courts took a limited approach</a:t>
            </a:r>
          </a:p>
          <a:p>
            <a:endParaRPr lang="en-US"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dirty="0">
                <a:solidFill>
                  <a:srgbClr val="FFFFFF"/>
                </a:solidFill>
                <a:latin typeface="Arial" panose="020B0604020202020204" pitchFamily="34" charset="0"/>
                <a:ea typeface="Arial Bold"/>
                <a:cs typeface="Arial" panose="020B0604020202020204" pitchFamily="34" charset="0"/>
                <a:sym typeface="Arial Bold"/>
              </a:rPr>
              <a:t>Certain prerogative writs available at common law and constitutionally </a:t>
            </a:r>
          </a:p>
          <a:p>
            <a:pPr marL="285750" indent="-285750">
              <a:buFont typeface="Arial" panose="020B0604020202020204" pitchFamily="34" charset="0"/>
              <a:buChar char="•"/>
            </a:pPr>
            <a:endParaRPr lang="en-US" dirty="0">
              <a:solidFill>
                <a:srgbClr val="FFFFFF"/>
              </a:solidFill>
              <a:latin typeface="Arial" panose="020B0604020202020204" pitchFamily="34" charset="0"/>
              <a:ea typeface="Arial Bold"/>
              <a:cs typeface="Arial" panose="020B0604020202020204" pitchFamily="34" charset="0"/>
              <a:sym typeface="Arial Bold"/>
            </a:endParaRPr>
          </a:p>
          <a:p>
            <a:pPr marL="742950" lvl="1" indent="-285750">
              <a:spcAft>
                <a:spcPts val="1200"/>
              </a:spcAft>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Certiorari – quashing a decision</a:t>
            </a:r>
          </a:p>
          <a:p>
            <a:pPr marL="742950" lvl="1" indent="-285750">
              <a:spcAft>
                <a:spcPts val="1200"/>
              </a:spcAft>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Mandamus – mandate the making of a decision</a:t>
            </a:r>
          </a:p>
          <a:p>
            <a:pPr marL="742950" lvl="1" indent="-285750">
              <a:spcAft>
                <a:spcPts val="1200"/>
              </a:spcAft>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Prohibition – prevent the making of a wrongful decision</a:t>
            </a:r>
          </a:p>
          <a:p>
            <a:pPr marL="742950" lvl="1" indent="-285750">
              <a:buFont typeface="Arial" panose="020B0604020202020204" pitchFamily="34" charset="0"/>
              <a:buChar char="•"/>
            </a:pPr>
            <a:endParaRPr lang="en-US"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dirty="0">
                <a:solidFill>
                  <a:srgbClr val="FFFFFF"/>
                </a:solidFill>
                <a:latin typeface="Arial" panose="020B0604020202020204" pitchFamily="34" charset="0"/>
                <a:ea typeface="Arial Bold"/>
                <a:cs typeface="Arial" panose="020B0604020202020204" pitchFamily="34" charset="0"/>
                <a:sym typeface="Arial Bold"/>
              </a:rPr>
              <a:t>Also equitable remedies derived from private law</a:t>
            </a:r>
          </a:p>
          <a:p>
            <a:pPr marL="285750" indent="-285750">
              <a:buFont typeface="Arial" panose="020B0604020202020204" pitchFamily="34" charset="0"/>
              <a:buChar char="•"/>
            </a:pPr>
            <a:endParaRPr lang="en-US" dirty="0">
              <a:solidFill>
                <a:srgbClr val="FFFFFF"/>
              </a:solidFill>
              <a:latin typeface="Arial" panose="020B0604020202020204" pitchFamily="34" charset="0"/>
              <a:ea typeface="Arial Bold"/>
              <a:cs typeface="Arial" panose="020B0604020202020204" pitchFamily="34" charset="0"/>
              <a:sym typeface="Arial Bold"/>
            </a:endParaRPr>
          </a:p>
          <a:p>
            <a:pPr marL="742950" lvl="1" indent="-285750">
              <a:spcAft>
                <a:spcPts val="1200"/>
              </a:spcAft>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Injunctions</a:t>
            </a:r>
          </a:p>
          <a:p>
            <a:pPr marL="742950" lvl="1" indent="-285750">
              <a:spcAft>
                <a:spcPts val="1200"/>
              </a:spcAft>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Declaration</a:t>
            </a:r>
            <a:endParaRPr lang="en-GB"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583B6D2A-E664-356C-AD00-DC69D2479F08}"/>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4" name="TextBox 3">
            <a:extLst>
              <a:ext uri="{FF2B5EF4-FFF2-40B4-BE49-F238E27FC236}">
                <a16:creationId xmlns:a16="http://schemas.microsoft.com/office/drawing/2014/main" id="{C401BDB9-4C95-864B-7BCD-4DF254CEF1F7}"/>
              </a:ext>
            </a:extLst>
          </p:cNvPr>
          <p:cNvSpPr txBox="1"/>
          <p:nvPr/>
        </p:nvSpPr>
        <p:spPr>
          <a:xfrm>
            <a:off x="8153400" y="2514600"/>
            <a:ext cx="1433085" cy="369332"/>
          </a:xfrm>
          <a:prstGeom prst="rect">
            <a:avLst/>
          </a:prstGeom>
          <a:noFill/>
        </p:spPr>
        <p:txBody>
          <a:bodyPr wrap="none" rtlCol="0">
            <a:spAutoFit/>
          </a:bodyPr>
          <a:lstStyle/>
          <a:p>
            <a:r>
              <a:rPr lang="en-US" dirty="0">
                <a:solidFill>
                  <a:schemeClr val="bg1"/>
                </a:solidFill>
              </a:rPr>
              <a:t>Image of writ</a:t>
            </a:r>
            <a:endParaRPr lang="en-AU" dirty="0">
              <a:solidFill>
                <a:schemeClr val="bg1"/>
              </a:solidFill>
            </a:endParaRPr>
          </a:p>
        </p:txBody>
      </p:sp>
      <p:pic>
        <p:nvPicPr>
          <p:cNvPr id="6" name="Picture 2" descr="Image result for equity chancery">
            <a:extLst>
              <a:ext uri="{FF2B5EF4-FFF2-40B4-BE49-F238E27FC236}">
                <a16:creationId xmlns:a16="http://schemas.microsoft.com/office/drawing/2014/main" id="{68431058-F185-2947-7880-9E07A9CA31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554119"/>
            <a:ext cx="3246549" cy="559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81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EEAEE68-0A95-3C47-5DD0-4E5BD85B01F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3E0E8D1-38DB-5A07-AE66-BF72178A8E0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87EC7CA-B50F-A107-10A4-CD00B73E15E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8058D9B7-4D8F-C283-CDC3-CAAD3E50BF4B}"/>
              </a:ext>
            </a:extLst>
          </p:cNvPr>
          <p:cNvSpPr txBox="1"/>
          <p:nvPr/>
        </p:nvSpPr>
        <p:spPr>
          <a:xfrm>
            <a:off x="392084" y="560536"/>
            <a:ext cx="7170696" cy="409471"/>
          </a:xfrm>
          <a:prstGeom prst="rect">
            <a:avLst/>
          </a:prstGeom>
        </p:spPr>
        <p:txBody>
          <a:bodyPr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Judicial Review – Grounds of Review</a:t>
            </a:r>
          </a:p>
        </p:txBody>
      </p:sp>
      <p:sp>
        <p:nvSpPr>
          <p:cNvPr id="9" name="TextBox 9">
            <a:extLst>
              <a:ext uri="{FF2B5EF4-FFF2-40B4-BE49-F238E27FC236}">
                <a16:creationId xmlns:a16="http://schemas.microsoft.com/office/drawing/2014/main" id="{887AA845-C7FA-8F27-1990-E3D334CFE6F5}"/>
              </a:ext>
            </a:extLst>
          </p:cNvPr>
          <p:cNvSpPr txBox="1"/>
          <p:nvPr/>
        </p:nvSpPr>
        <p:spPr>
          <a:xfrm>
            <a:off x="381000" y="1524000"/>
            <a:ext cx="5410200" cy="4128374"/>
          </a:xfrm>
          <a:prstGeom prst="rect">
            <a:avLst/>
          </a:prstGeom>
        </p:spPr>
        <p:txBody>
          <a:bodyPr wrap="square" lIns="0" tIns="0" rIns="0" bIns="0" rtlCol="0" anchor="t">
            <a:spAutoFit/>
          </a:bodyPr>
          <a:lstStyle/>
          <a:p>
            <a:r>
              <a:rPr lang="en-US" b="1" dirty="0">
                <a:solidFill>
                  <a:srgbClr val="FFFFFF"/>
                </a:solidFill>
                <a:latin typeface="Arial" panose="020B0604020202020204" pitchFamily="34" charset="0"/>
                <a:ea typeface="Arial Bold"/>
                <a:cs typeface="Arial" panose="020B0604020202020204" pitchFamily="34" charset="0"/>
                <a:sym typeface="Arial Bold"/>
              </a:rPr>
              <a:t>Ultra vires </a:t>
            </a:r>
          </a:p>
          <a:p>
            <a:endParaRPr lang="en-US"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Improper purpose</a:t>
            </a: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Unreasonableness</a:t>
            </a: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Uncertainty</a:t>
            </a: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Unlawful delegation</a:t>
            </a: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Failure to consider a relevant consideration</a:t>
            </a:r>
          </a:p>
          <a:p>
            <a:endParaRPr lang="en-US" dirty="0">
              <a:solidFill>
                <a:srgbClr val="FFFFFF"/>
              </a:solidFill>
              <a:latin typeface="Arial" panose="020B0604020202020204" pitchFamily="34" charset="0"/>
              <a:ea typeface="Arial Bold"/>
              <a:cs typeface="Arial" panose="020B0604020202020204" pitchFamily="34" charset="0"/>
              <a:sym typeface="Arial Bold"/>
            </a:endParaRPr>
          </a:p>
          <a:p>
            <a:r>
              <a:rPr lang="en-US" b="1" dirty="0">
                <a:solidFill>
                  <a:srgbClr val="FFFFFF"/>
                </a:solidFill>
                <a:latin typeface="Arial" panose="020B0604020202020204" pitchFamily="34" charset="0"/>
                <a:ea typeface="Arial Bold"/>
                <a:cs typeface="Arial" panose="020B0604020202020204" pitchFamily="34" charset="0"/>
                <a:sym typeface="Arial Bold"/>
              </a:rPr>
              <a:t>Denial of natural justice/procedural fairness</a:t>
            </a:r>
          </a:p>
          <a:p>
            <a:pPr marL="285750" indent="-285750">
              <a:buFont typeface="Wingdings" panose="05000000000000000000" pitchFamily="2" charset="2"/>
              <a:buChar char="§"/>
            </a:pPr>
            <a:endParaRPr lang="en-US"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Hearing</a:t>
            </a: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Bias</a:t>
            </a: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Jurisdictional error</a:t>
            </a:r>
          </a:p>
          <a:p>
            <a:pPr marL="285750" indent="-285750">
              <a:buFont typeface="Wingdings" panose="05000000000000000000" pitchFamily="2" charset="2"/>
              <a:buChar char="§"/>
            </a:pPr>
            <a:r>
              <a:rPr lang="en-US" dirty="0">
                <a:solidFill>
                  <a:srgbClr val="FFFFFF"/>
                </a:solidFill>
                <a:latin typeface="Arial" panose="020B0604020202020204" pitchFamily="34" charset="0"/>
                <a:ea typeface="Arial Bold"/>
                <a:cs typeface="Arial" panose="020B0604020202020204" pitchFamily="34" charset="0"/>
                <a:sym typeface="Arial Bold"/>
              </a:rPr>
              <a:t>Error of law on the face of the record</a:t>
            </a:r>
          </a:p>
          <a:p>
            <a:pPr marL="285750" indent="-285750">
              <a:buFont typeface="Arial" panose="020B0604020202020204" pitchFamily="34" charset="0"/>
              <a:buChar char="•"/>
            </a:pPr>
            <a:endParaRPr lang="en-GB"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03FEF575-683D-47A4-1B5F-B6F2B8C5D064}"/>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4" name="TextBox 3">
            <a:extLst>
              <a:ext uri="{FF2B5EF4-FFF2-40B4-BE49-F238E27FC236}">
                <a16:creationId xmlns:a16="http://schemas.microsoft.com/office/drawing/2014/main" id="{AF9D95E6-CF74-A80B-E338-8E537683C1FE}"/>
              </a:ext>
            </a:extLst>
          </p:cNvPr>
          <p:cNvSpPr txBox="1"/>
          <p:nvPr/>
        </p:nvSpPr>
        <p:spPr>
          <a:xfrm>
            <a:off x="8153401" y="2514600"/>
            <a:ext cx="1219200" cy="646331"/>
          </a:xfrm>
          <a:prstGeom prst="rect">
            <a:avLst/>
          </a:prstGeom>
          <a:noFill/>
        </p:spPr>
        <p:txBody>
          <a:bodyPr wrap="square" rtlCol="0">
            <a:spAutoFit/>
          </a:bodyPr>
          <a:lstStyle/>
          <a:p>
            <a:r>
              <a:rPr lang="en-US" dirty="0">
                <a:solidFill>
                  <a:schemeClr val="bg1"/>
                </a:solidFill>
              </a:rPr>
              <a:t>Case image?</a:t>
            </a:r>
            <a:endParaRPr lang="en-AU" dirty="0">
              <a:solidFill>
                <a:schemeClr val="bg1"/>
              </a:solidFill>
            </a:endParaRPr>
          </a:p>
        </p:txBody>
      </p:sp>
      <p:pic>
        <p:nvPicPr>
          <p:cNvPr id="7170" name="Picture 2" descr="First High Court of Australia, National Portrait Gallery">
            <a:extLst>
              <a:ext uri="{FF2B5EF4-FFF2-40B4-BE49-F238E27FC236}">
                <a16:creationId xmlns:a16="http://schemas.microsoft.com/office/drawing/2014/main" id="{7880647A-A448-CFE4-F4C4-631332749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3520" y="1676400"/>
            <a:ext cx="4398962" cy="32073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F7800A-48A5-19D1-A1E7-B4505B504629}"/>
              </a:ext>
            </a:extLst>
          </p:cNvPr>
          <p:cNvSpPr txBox="1"/>
          <p:nvPr/>
        </p:nvSpPr>
        <p:spPr>
          <a:xfrm>
            <a:off x="7010400" y="5050795"/>
            <a:ext cx="3684022" cy="261610"/>
          </a:xfrm>
          <a:prstGeom prst="rect">
            <a:avLst/>
          </a:prstGeom>
          <a:noFill/>
        </p:spPr>
        <p:txBody>
          <a:bodyPr wrap="none" rtlCol="0">
            <a:spAutoFit/>
          </a:bodyPr>
          <a:lstStyle/>
          <a:p>
            <a:r>
              <a:rPr lang="en-US" sz="1100" dirty="0">
                <a:solidFill>
                  <a:schemeClr val="bg1"/>
                </a:solidFill>
              </a:rPr>
              <a:t>First High Court of Australia: Source: National Portrait Gallery</a:t>
            </a:r>
            <a:endParaRPr lang="en-AU" sz="1100" dirty="0">
              <a:solidFill>
                <a:schemeClr val="bg1"/>
              </a:solidFill>
            </a:endParaRPr>
          </a:p>
        </p:txBody>
      </p:sp>
    </p:spTree>
    <p:extLst>
      <p:ext uri="{BB962C8B-B14F-4D97-AF65-F5344CB8AC3E}">
        <p14:creationId xmlns:p14="http://schemas.microsoft.com/office/powerpoint/2010/main" val="1092906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3E973B8-3B12-2200-8729-753D1A72F1D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2B5225-A9E9-6A92-456C-18F5C97571D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47593DB-833D-10DF-C84D-715E83378D8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5E914C7E-481A-6022-3247-89F134BD8907}"/>
              </a:ext>
            </a:extLst>
          </p:cNvPr>
          <p:cNvSpPr txBox="1"/>
          <p:nvPr/>
        </p:nvSpPr>
        <p:spPr>
          <a:xfrm>
            <a:off x="392084" y="560536"/>
            <a:ext cx="7170696" cy="409471"/>
          </a:xfrm>
          <a:prstGeom prst="rect">
            <a:avLst/>
          </a:prstGeom>
        </p:spPr>
        <p:txBody>
          <a:bodyPr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Judicial Review vs Merits Review</a:t>
            </a:r>
          </a:p>
        </p:txBody>
      </p:sp>
      <p:sp>
        <p:nvSpPr>
          <p:cNvPr id="9" name="TextBox 9">
            <a:extLst>
              <a:ext uri="{FF2B5EF4-FFF2-40B4-BE49-F238E27FC236}">
                <a16:creationId xmlns:a16="http://schemas.microsoft.com/office/drawing/2014/main" id="{260B32CA-326E-46E7-4F40-DC73ED45D02E}"/>
              </a:ext>
            </a:extLst>
          </p:cNvPr>
          <p:cNvSpPr txBox="1"/>
          <p:nvPr/>
        </p:nvSpPr>
        <p:spPr>
          <a:xfrm>
            <a:off x="381000" y="1524000"/>
            <a:ext cx="5410200" cy="4616648"/>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This is not merits review – i.e. putting court or tribunal in shoes of the decision maker. </a:t>
            </a:r>
          </a:p>
          <a:p>
            <a:pPr marL="285750" indent="-285750">
              <a:buFont typeface="Arial" panose="020B0604020202020204" pitchFamily="34" charset="0"/>
              <a:buChar char="•"/>
            </a:pPr>
            <a:endParaRPr lang="en-US" sz="2000"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Judicial review makes sure the decision is not ‘tainted’ in some way </a:t>
            </a:r>
          </a:p>
          <a:p>
            <a:pPr marL="285750" indent="-285750">
              <a:buFont typeface="Arial" panose="020B0604020202020204" pitchFamily="34" charset="0"/>
              <a:buChar char="•"/>
            </a:pPr>
            <a:endParaRPr lang="en-US" sz="2000" dirty="0">
              <a:solidFill>
                <a:srgbClr val="FFFFFF"/>
              </a:solidFill>
              <a:latin typeface="Arial" panose="020B0604020202020204" pitchFamily="34" charset="0"/>
              <a:ea typeface="Arial Bold"/>
              <a:cs typeface="Arial" panose="020B0604020202020204" pitchFamily="34" charset="0"/>
              <a:sym typeface="Arial Bold"/>
            </a:endParaRPr>
          </a:p>
          <a:p>
            <a:pPr marL="742950" lvl="1" indent="-285750">
              <a:buFont typeface="Wingdings" panose="05000000000000000000" pitchFamily="2" charset="2"/>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Was this decision within the Minister’s power? </a:t>
            </a:r>
          </a:p>
          <a:p>
            <a:pPr marL="742950" lvl="1" indent="-285750">
              <a:buFont typeface="Wingdings" panose="05000000000000000000" pitchFamily="2" charset="2"/>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Was it invalid due to an irrelevant consideration?</a:t>
            </a:r>
          </a:p>
          <a:p>
            <a:pPr marL="285750" indent="-285750">
              <a:buFont typeface="Arial" panose="020B0604020202020204" pitchFamily="34" charset="0"/>
              <a:buChar char="•"/>
            </a:pPr>
            <a:endParaRPr lang="en-US" sz="2000"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Judicial review looks at the legality of the decision i.e. whether it was made according to the law and not whether it was the right or preferable decision.</a:t>
            </a:r>
            <a:endParaRPr lang="en-GB" sz="2000"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F695AF13-A648-F89B-DA19-8526D624D06C}"/>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4" name="TextBox 3">
            <a:extLst>
              <a:ext uri="{FF2B5EF4-FFF2-40B4-BE49-F238E27FC236}">
                <a16:creationId xmlns:a16="http://schemas.microsoft.com/office/drawing/2014/main" id="{9B96230F-1CDF-D954-C6FC-8F4D18C0493E}"/>
              </a:ext>
            </a:extLst>
          </p:cNvPr>
          <p:cNvSpPr txBox="1"/>
          <p:nvPr/>
        </p:nvSpPr>
        <p:spPr>
          <a:xfrm>
            <a:off x="7848600" y="1678152"/>
            <a:ext cx="2842188" cy="369332"/>
          </a:xfrm>
          <a:prstGeom prst="rect">
            <a:avLst/>
          </a:prstGeom>
          <a:noFill/>
        </p:spPr>
        <p:txBody>
          <a:bodyPr wrap="square" rtlCol="0">
            <a:spAutoFit/>
          </a:bodyPr>
          <a:lstStyle/>
          <a:p>
            <a:r>
              <a:rPr lang="en-US" dirty="0">
                <a:solidFill>
                  <a:schemeClr val="bg1"/>
                </a:solidFill>
              </a:rPr>
              <a:t>Recall Slide from week 4</a:t>
            </a:r>
            <a:endParaRPr lang="en-AU" dirty="0">
              <a:solidFill>
                <a:schemeClr val="bg1"/>
              </a:solidFill>
            </a:endParaRPr>
          </a:p>
        </p:txBody>
      </p:sp>
      <p:pic>
        <p:nvPicPr>
          <p:cNvPr id="11" name="Picture 10">
            <a:extLst>
              <a:ext uri="{FF2B5EF4-FFF2-40B4-BE49-F238E27FC236}">
                <a16:creationId xmlns:a16="http://schemas.microsoft.com/office/drawing/2014/main" id="{0497B1A5-4807-9418-30CB-0F7C4D29BF92}"/>
              </a:ext>
            </a:extLst>
          </p:cNvPr>
          <p:cNvPicPr>
            <a:picLocks noChangeAspect="1"/>
          </p:cNvPicPr>
          <p:nvPr/>
        </p:nvPicPr>
        <p:blipFill>
          <a:blip r:embed="rId2"/>
          <a:stretch>
            <a:fillRect/>
          </a:stretch>
        </p:blipFill>
        <p:spPr>
          <a:xfrm>
            <a:off x="6629400" y="2313880"/>
            <a:ext cx="5136024" cy="2853776"/>
          </a:xfrm>
          <a:prstGeom prst="rect">
            <a:avLst/>
          </a:prstGeom>
          <a:ln w="12700">
            <a:solidFill>
              <a:schemeClr val="bg1"/>
            </a:solidFill>
          </a:ln>
        </p:spPr>
      </p:pic>
    </p:spTree>
    <p:extLst>
      <p:ext uri="{BB962C8B-B14F-4D97-AF65-F5344CB8AC3E}">
        <p14:creationId xmlns:p14="http://schemas.microsoft.com/office/powerpoint/2010/main" val="2180236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2028C95-DB11-7149-4781-A96B40D5D94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5E3F7FE-A0D0-ADAC-8BF6-3765E12E586F}"/>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700182B-0259-1EC1-306D-C892D08A994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C0D525C8-E15B-E124-956F-10F98A44CD92}"/>
              </a:ext>
            </a:extLst>
          </p:cNvPr>
          <p:cNvSpPr txBox="1"/>
          <p:nvPr/>
        </p:nvSpPr>
        <p:spPr>
          <a:xfrm>
            <a:off x="392084" y="560536"/>
            <a:ext cx="11190316" cy="858312"/>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Judicial vs Merits - </a:t>
            </a:r>
            <a:r>
              <a:rPr lang="en-US" sz="2496" b="1" i="1" dirty="0">
                <a:solidFill>
                  <a:srgbClr val="FFFFFF"/>
                </a:solidFill>
                <a:latin typeface="Arial Bold"/>
                <a:ea typeface="Arial Bold"/>
                <a:cs typeface="Arial Bold"/>
                <a:sym typeface="Arial Bold"/>
              </a:rPr>
              <a:t>Attorney-General (NSW) v Quin </a:t>
            </a:r>
            <a:r>
              <a:rPr lang="en-US" sz="2496" b="1" dirty="0">
                <a:solidFill>
                  <a:srgbClr val="FFFFFF"/>
                </a:solidFill>
                <a:latin typeface="Arial Bold"/>
                <a:ea typeface="Arial Bold"/>
                <a:cs typeface="Arial Bold"/>
                <a:sym typeface="Arial Bold"/>
              </a:rPr>
              <a:t>(1990) 170 CLR </a:t>
            </a:r>
          </a:p>
          <a:p>
            <a:pPr algn="l">
              <a:lnSpc>
                <a:spcPts val="3494"/>
              </a:lnSpc>
            </a:pPr>
            <a:endParaRPr lang="en-US" sz="2496" b="1" dirty="0">
              <a:solidFill>
                <a:srgbClr val="FFFFFF"/>
              </a:solidFill>
              <a:latin typeface="Arial Bold"/>
              <a:ea typeface="Arial Bold"/>
              <a:cs typeface="Arial Bold"/>
              <a:sym typeface="Arial Bold"/>
            </a:endParaRPr>
          </a:p>
        </p:txBody>
      </p:sp>
      <p:sp>
        <p:nvSpPr>
          <p:cNvPr id="9" name="TextBox 9">
            <a:extLst>
              <a:ext uri="{FF2B5EF4-FFF2-40B4-BE49-F238E27FC236}">
                <a16:creationId xmlns:a16="http://schemas.microsoft.com/office/drawing/2014/main" id="{79539379-AFE0-83EE-1B21-8B3929EB7740}"/>
              </a:ext>
            </a:extLst>
          </p:cNvPr>
          <p:cNvSpPr txBox="1"/>
          <p:nvPr/>
        </p:nvSpPr>
        <p:spPr>
          <a:xfrm>
            <a:off x="381000" y="1524000"/>
            <a:ext cx="5410200" cy="4507003"/>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Former magistrate Quin unhappy about losing job in transition to a new system of Local Courts in 1980s.</a:t>
            </a: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Quin challenges decision only to let him reapply as part of merits-based selection process. </a:t>
            </a: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Policy change was not for the court to question. </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Brennan J [18]:</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i="1" dirty="0">
                <a:solidFill>
                  <a:srgbClr val="FFFFFF"/>
                </a:solidFill>
                <a:latin typeface="Arial" panose="020B0604020202020204" pitchFamily="34" charset="0"/>
                <a:ea typeface="Arial Bold"/>
                <a:cs typeface="Arial" panose="020B0604020202020204" pitchFamily="34" charset="0"/>
                <a:sym typeface="Arial Bold"/>
              </a:rPr>
              <a:t>‘[T]he scope of judicial review must be defined not in terms of the protection of individual interests but in </a:t>
            </a:r>
          </a:p>
          <a:p>
            <a:pPr marL="285750" indent="-285750">
              <a:buFont typeface="Arial" panose="020B0604020202020204" pitchFamily="34" charset="0"/>
              <a:buChar char="•"/>
            </a:pPr>
            <a:r>
              <a:rPr lang="en-US" sz="1627" i="1" dirty="0">
                <a:solidFill>
                  <a:srgbClr val="FFFFFF"/>
                </a:solidFill>
                <a:latin typeface="Arial" panose="020B0604020202020204" pitchFamily="34" charset="0"/>
                <a:ea typeface="Arial Bold"/>
                <a:cs typeface="Arial" panose="020B0604020202020204" pitchFamily="34" charset="0"/>
                <a:sym typeface="Arial Bold"/>
              </a:rPr>
              <a:t>terms of the extent of power and the legality of its exercise. In Australia, the modern development and </a:t>
            </a:r>
          </a:p>
          <a:p>
            <a:pPr marL="285750" indent="-285750">
              <a:buFont typeface="Arial" panose="020B0604020202020204" pitchFamily="34" charset="0"/>
              <a:buChar char="•"/>
            </a:pPr>
            <a:r>
              <a:rPr lang="en-US" sz="1627" i="1" dirty="0">
                <a:solidFill>
                  <a:srgbClr val="FFFFFF"/>
                </a:solidFill>
                <a:latin typeface="Arial" panose="020B0604020202020204" pitchFamily="34" charset="0"/>
                <a:ea typeface="Arial Bold"/>
                <a:cs typeface="Arial" panose="020B0604020202020204" pitchFamily="34" charset="0"/>
                <a:sym typeface="Arial Bold"/>
              </a:rPr>
              <a:t>expansion of the law of judicial review of administrative action have been achieved by an increasingly </a:t>
            </a:r>
          </a:p>
          <a:p>
            <a:pPr marL="285750" indent="-285750">
              <a:buFont typeface="Arial" panose="020B0604020202020204" pitchFamily="34" charset="0"/>
              <a:buChar char="•"/>
            </a:pPr>
            <a:r>
              <a:rPr lang="en-US" sz="1627" i="1" dirty="0">
                <a:solidFill>
                  <a:srgbClr val="FFFFFF"/>
                </a:solidFill>
                <a:latin typeface="Arial" panose="020B0604020202020204" pitchFamily="34" charset="0"/>
                <a:ea typeface="Arial Bold"/>
                <a:cs typeface="Arial" panose="020B0604020202020204" pitchFamily="34" charset="0"/>
                <a:sym typeface="Arial Bold"/>
              </a:rPr>
              <a:t>sophisticated exposition of implied limitations on the extent or the exercise of statutory power, but those </a:t>
            </a:r>
          </a:p>
          <a:p>
            <a:pPr marL="285750" indent="-285750">
              <a:buFont typeface="Arial" panose="020B0604020202020204" pitchFamily="34" charset="0"/>
              <a:buChar char="•"/>
            </a:pPr>
            <a:r>
              <a:rPr lang="en-US" sz="1627" i="1" dirty="0">
                <a:solidFill>
                  <a:srgbClr val="FFFFFF"/>
                </a:solidFill>
                <a:latin typeface="Arial" panose="020B0604020202020204" pitchFamily="34" charset="0"/>
                <a:ea typeface="Arial Bold"/>
                <a:cs typeface="Arial" panose="020B0604020202020204" pitchFamily="34" charset="0"/>
                <a:sym typeface="Arial Bold"/>
              </a:rPr>
              <a:t>limitations are not calculated to secure judicial scrutiny of the merits of a particular case”</a:t>
            </a:r>
            <a:endParaRPr lang="en-GB" sz="1627" i="1"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5B4036D6-B73C-FE9C-A256-88422F78C5B9}"/>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4" name="TextBox 3">
            <a:extLst>
              <a:ext uri="{FF2B5EF4-FFF2-40B4-BE49-F238E27FC236}">
                <a16:creationId xmlns:a16="http://schemas.microsoft.com/office/drawing/2014/main" id="{858C7FBA-ED2A-E467-674C-2FDF8FBB481A}"/>
              </a:ext>
            </a:extLst>
          </p:cNvPr>
          <p:cNvSpPr txBox="1"/>
          <p:nvPr/>
        </p:nvSpPr>
        <p:spPr>
          <a:xfrm>
            <a:off x="8153401" y="2514600"/>
            <a:ext cx="1219200" cy="646331"/>
          </a:xfrm>
          <a:prstGeom prst="rect">
            <a:avLst/>
          </a:prstGeom>
          <a:noFill/>
        </p:spPr>
        <p:txBody>
          <a:bodyPr wrap="square" rtlCol="0">
            <a:spAutoFit/>
          </a:bodyPr>
          <a:lstStyle/>
          <a:p>
            <a:r>
              <a:rPr lang="en-US" dirty="0">
                <a:solidFill>
                  <a:schemeClr val="bg1"/>
                </a:solidFill>
              </a:rPr>
              <a:t>Image from case?</a:t>
            </a:r>
            <a:endParaRPr lang="en-AU" dirty="0">
              <a:solidFill>
                <a:schemeClr val="bg1"/>
              </a:solidFill>
            </a:endParaRPr>
          </a:p>
        </p:txBody>
      </p:sp>
      <p:pic>
        <p:nvPicPr>
          <p:cNvPr id="1026" name="Picture 2" descr="NHS Continuing Healthcare assessments | Care To Be Different">
            <a:extLst>
              <a:ext uri="{FF2B5EF4-FFF2-40B4-BE49-F238E27FC236}">
                <a16:creationId xmlns:a16="http://schemas.microsoft.com/office/drawing/2014/main" id="{9A7E3B2C-1F9B-F132-89DB-FCB615D5C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1524000"/>
            <a:ext cx="4419600" cy="34914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rnews - The Honourable Sir Francis Gerard Brennan AC KBE GBS (1928-2022).  Tenth Chief Justice of the High Court of Australia">
            <a:extLst>
              <a:ext uri="{FF2B5EF4-FFF2-40B4-BE49-F238E27FC236}">
                <a16:creationId xmlns:a16="http://schemas.microsoft.com/office/drawing/2014/main" id="{ACFFBC58-5915-BAE2-30A5-3E0BFB9639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3951084"/>
            <a:ext cx="2076450" cy="2765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35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5E8F44D6-44AA-3216-42A4-FA0EFCA154E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91C6127-0210-0A74-647B-07F41DC3441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C341711-4829-3755-DE6C-A4483BF8217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55DFB97B-2C81-31D4-716C-3912B012804B}"/>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Common Law Judicial Review</a:t>
            </a:r>
          </a:p>
        </p:txBody>
      </p:sp>
      <p:sp>
        <p:nvSpPr>
          <p:cNvPr id="9" name="TextBox 9">
            <a:extLst>
              <a:ext uri="{FF2B5EF4-FFF2-40B4-BE49-F238E27FC236}">
                <a16:creationId xmlns:a16="http://schemas.microsoft.com/office/drawing/2014/main" id="{AD3A2801-FE9A-7E8D-DAAC-94777C36AD72}"/>
              </a:ext>
            </a:extLst>
          </p:cNvPr>
          <p:cNvSpPr txBox="1"/>
          <p:nvPr/>
        </p:nvSpPr>
        <p:spPr>
          <a:xfrm>
            <a:off x="381000" y="1524000"/>
            <a:ext cx="5410200" cy="4757393"/>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Supreme Courts in Australia inherited powers from UK, Including common law judicial review</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 system that grew out of prerogative writs and the procedures required by the courts over the years to access them</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Driven by remedies referred to as prerogative writs (common law remedies)</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742950" lvl="1" indent="-285750">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Certiorari – quashing a decision</a:t>
            </a:r>
          </a:p>
          <a:p>
            <a:pPr marL="742950" lvl="1" indent="-285750">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Mandamus – mandate the making of a decision</a:t>
            </a:r>
          </a:p>
          <a:p>
            <a:pPr marL="742950" lvl="1" indent="-285750">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Prohibition – prevent the making of a wrongful decision</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Also equitable remedies derived from private law</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742950" lvl="1" indent="-285750">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Injunctions</a:t>
            </a:r>
          </a:p>
          <a:p>
            <a:pPr marL="742950" lvl="1" indent="-285750">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Declarations</a:t>
            </a:r>
            <a:endParaRPr lang="en-GB" sz="1627" i="1"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7203B6E1-BC0A-B58C-5427-68C7262AA9F7}"/>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4" name="TextBox 3">
            <a:extLst>
              <a:ext uri="{FF2B5EF4-FFF2-40B4-BE49-F238E27FC236}">
                <a16:creationId xmlns:a16="http://schemas.microsoft.com/office/drawing/2014/main" id="{6C2D351A-FADB-EA14-3C7C-87930C32979A}"/>
              </a:ext>
            </a:extLst>
          </p:cNvPr>
          <p:cNvSpPr txBox="1"/>
          <p:nvPr/>
        </p:nvSpPr>
        <p:spPr>
          <a:xfrm>
            <a:off x="8153401" y="2514600"/>
            <a:ext cx="1219200" cy="646331"/>
          </a:xfrm>
          <a:prstGeom prst="rect">
            <a:avLst/>
          </a:prstGeom>
          <a:noFill/>
        </p:spPr>
        <p:txBody>
          <a:bodyPr wrap="square" rtlCol="0">
            <a:spAutoFit/>
          </a:bodyPr>
          <a:lstStyle/>
          <a:p>
            <a:r>
              <a:rPr lang="en-US" dirty="0">
                <a:solidFill>
                  <a:schemeClr val="bg1"/>
                </a:solidFill>
              </a:rPr>
              <a:t>Image from case?</a:t>
            </a:r>
            <a:endParaRPr lang="en-AU" dirty="0">
              <a:solidFill>
                <a:schemeClr val="bg1"/>
              </a:solidFill>
            </a:endParaRPr>
          </a:p>
        </p:txBody>
      </p:sp>
      <p:pic>
        <p:nvPicPr>
          <p:cNvPr id="2050" name="Picture 2">
            <a:extLst>
              <a:ext uri="{FF2B5EF4-FFF2-40B4-BE49-F238E27FC236}">
                <a16:creationId xmlns:a16="http://schemas.microsoft.com/office/drawing/2014/main" id="{A2920B76-7ADD-DE8B-A68D-7BB13DE33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4665" y="685800"/>
            <a:ext cx="3271341" cy="51948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4455C61-E5A1-83D6-2EC1-B311DFBFDF87}"/>
              </a:ext>
            </a:extLst>
          </p:cNvPr>
          <p:cNvSpPr txBox="1"/>
          <p:nvPr/>
        </p:nvSpPr>
        <p:spPr>
          <a:xfrm>
            <a:off x="7025185" y="6062751"/>
            <a:ext cx="3514104" cy="261610"/>
          </a:xfrm>
          <a:prstGeom prst="rect">
            <a:avLst/>
          </a:prstGeom>
          <a:noFill/>
        </p:spPr>
        <p:txBody>
          <a:bodyPr wrap="none" rtlCol="0">
            <a:spAutoFit/>
          </a:bodyPr>
          <a:lstStyle/>
          <a:p>
            <a:r>
              <a:rPr lang="en-US" sz="1100" dirty="0">
                <a:solidFill>
                  <a:schemeClr val="bg1"/>
                </a:solidFill>
              </a:rPr>
              <a:t>Court of King’s Bench 1460 – Source: Inner Temple Library</a:t>
            </a:r>
            <a:endParaRPr lang="en-AU" sz="1100" dirty="0">
              <a:solidFill>
                <a:schemeClr val="bg1"/>
              </a:solidFill>
            </a:endParaRPr>
          </a:p>
        </p:txBody>
      </p:sp>
    </p:spTree>
    <p:extLst>
      <p:ext uri="{BB962C8B-B14F-4D97-AF65-F5344CB8AC3E}">
        <p14:creationId xmlns:p14="http://schemas.microsoft.com/office/powerpoint/2010/main" val="3069867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216B43A-4D43-EA40-FC2C-51D19F2301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74CEA7-A127-7B47-A87B-52DCC62C005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60D5D56A-F69C-7749-81FC-857BB3C0629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13128017-EC5E-4D34-64DA-F7FD9AE956D5}"/>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Constitutional judicial review – High Court’s jurisdiction</a:t>
            </a:r>
          </a:p>
        </p:txBody>
      </p:sp>
      <p:sp>
        <p:nvSpPr>
          <p:cNvPr id="9" name="TextBox 9">
            <a:extLst>
              <a:ext uri="{FF2B5EF4-FFF2-40B4-BE49-F238E27FC236}">
                <a16:creationId xmlns:a16="http://schemas.microsoft.com/office/drawing/2014/main" id="{667C8A31-B359-AC66-70A9-505194960E6F}"/>
              </a:ext>
            </a:extLst>
          </p:cNvPr>
          <p:cNvSpPr txBox="1"/>
          <p:nvPr/>
        </p:nvSpPr>
        <p:spPr>
          <a:xfrm>
            <a:off x="381000" y="1524000"/>
            <a:ext cx="5410200" cy="3505447"/>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Chapter III of the Australian </a:t>
            </a:r>
            <a:r>
              <a:rPr lang="en-US" sz="1627" i="1" dirty="0">
                <a:solidFill>
                  <a:srgbClr val="FFFFFF"/>
                </a:solidFill>
                <a:latin typeface="Arial" panose="020B0604020202020204" pitchFamily="34" charset="0"/>
                <a:ea typeface="Arial Bold"/>
                <a:cs typeface="Arial" panose="020B0604020202020204" pitchFamily="34" charset="0"/>
                <a:sym typeface="Arial Bold"/>
              </a:rPr>
              <a:t>Constitution</a:t>
            </a:r>
            <a:r>
              <a:rPr lang="en-US" sz="1627" dirty="0">
                <a:solidFill>
                  <a:srgbClr val="FFFFFF"/>
                </a:solidFill>
                <a:latin typeface="Arial" panose="020B0604020202020204" pitchFamily="34" charset="0"/>
                <a:ea typeface="Arial Bold"/>
                <a:cs typeface="Arial" panose="020B0604020202020204" pitchFamily="34" charset="0"/>
                <a:sym typeface="Arial Bold"/>
              </a:rPr>
              <a:t> deals with the Judiciary</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Section 75 deals with the original (as opposed to appellate) jurisdiction of the High Court</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Section 75(v) Australian Constitution sets out the original jurisdiction of the High Court to grant a writ of mandamus, prohibition or an injunction.</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742950" lvl="1"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Cf jurisdiction of Supreme Court of Victoria - s 85 of Victorian Constitution (inherent jurisdiction to grant prerogative writs and equitable remedies) see common law judicial review</a:t>
            </a:r>
            <a:endParaRPr lang="en-GB" sz="1627" i="1"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988E6643-086A-8C4B-2055-C41D65764B9D}"/>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
        <p:nvSpPr>
          <p:cNvPr id="4" name="TextBox 3">
            <a:extLst>
              <a:ext uri="{FF2B5EF4-FFF2-40B4-BE49-F238E27FC236}">
                <a16:creationId xmlns:a16="http://schemas.microsoft.com/office/drawing/2014/main" id="{CED59283-0A2C-1866-0BE9-C946A55A2253}"/>
              </a:ext>
            </a:extLst>
          </p:cNvPr>
          <p:cNvSpPr txBox="1"/>
          <p:nvPr/>
        </p:nvSpPr>
        <p:spPr>
          <a:xfrm>
            <a:off x="8153401" y="2514600"/>
            <a:ext cx="1219200" cy="923330"/>
          </a:xfrm>
          <a:prstGeom prst="rect">
            <a:avLst/>
          </a:prstGeom>
          <a:noFill/>
        </p:spPr>
        <p:txBody>
          <a:bodyPr wrap="square" rtlCol="0">
            <a:spAutoFit/>
          </a:bodyPr>
          <a:lstStyle/>
          <a:p>
            <a:r>
              <a:rPr lang="en-US" dirty="0">
                <a:solidFill>
                  <a:schemeClr val="bg1"/>
                </a:solidFill>
              </a:rPr>
              <a:t>Separation of powers ?</a:t>
            </a:r>
            <a:endParaRPr lang="en-AU" dirty="0">
              <a:solidFill>
                <a:schemeClr val="bg1"/>
              </a:solidFill>
            </a:endParaRPr>
          </a:p>
        </p:txBody>
      </p:sp>
      <p:pic>
        <p:nvPicPr>
          <p:cNvPr id="6" name="Picture 5">
            <a:extLst>
              <a:ext uri="{FF2B5EF4-FFF2-40B4-BE49-F238E27FC236}">
                <a16:creationId xmlns:a16="http://schemas.microsoft.com/office/drawing/2014/main" id="{66DFDD40-9D4F-851E-77A0-407A8B8261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0" y="1293352"/>
            <a:ext cx="2971800" cy="4731106"/>
          </a:xfrm>
          <a:prstGeom prst="rect">
            <a:avLst/>
          </a:prstGeom>
        </p:spPr>
      </p:pic>
    </p:spTree>
    <p:extLst>
      <p:ext uri="{BB962C8B-B14F-4D97-AF65-F5344CB8AC3E}">
        <p14:creationId xmlns:p14="http://schemas.microsoft.com/office/powerpoint/2010/main" val="3894837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00E499C-0384-E998-87F8-3FC09CA2EC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53810C-56D8-284C-76E9-338D8D74F7CF}"/>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8F077FF-C878-A7BB-ED54-69FAC40EF8E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2EBE5E10-A034-13ED-590D-D4A93CB2D9C1}"/>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Section 75 – Original jurisdiction of High Court</a:t>
            </a:r>
          </a:p>
        </p:txBody>
      </p:sp>
      <p:sp>
        <p:nvSpPr>
          <p:cNvPr id="9" name="TextBox 9">
            <a:extLst>
              <a:ext uri="{FF2B5EF4-FFF2-40B4-BE49-F238E27FC236}">
                <a16:creationId xmlns:a16="http://schemas.microsoft.com/office/drawing/2014/main" id="{2523A14E-5E64-DEA1-E3FD-70077AC81053}"/>
              </a:ext>
            </a:extLst>
          </p:cNvPr>
          <p:cNvSpPr txBox="1"/>
          <p:nvPr/>
        </p:nvSpPr>
        <p:spPr>
          <a:xfrm>
            <a:off x="392084" y="1295400"/>
            <a:ext cx="5322916" cy="4006225"/>
          </a:xfrm>
          <a:prstGeom prst="rect">
            <a:avLst/>
          </a:prstGeom>
        </p:spPr>
        <p:txBody>
          <a:bodyPr wrap="square" lIns="0" tIns="0" rIns="0" bIns="0" rtlCol="0" anchor="t">
            <a:spAutoFit/>
          </a:bodyPr>
          <a:lstStyle/>
          <a:p>
            <a:r>
              <a:rPr lang="en-US" sz="1627" dirty="0">
                <a:solidFill>
                  <a:srgbClr val="FFFFFF"/>
                </a:solidFill>
                <a:latin typeface="Arial" panose="020B0604020202020204" pitchFamily="34" charset="0"/>
                <a:ea typeface="Arial Bold"/>
                <a:cs typeface="Arial" panose="020B0604020202020204" pitchFamily="34" charset="0"/>
                <a:sym typeface="Arial Bold"/>
              </a:rPr>
              <a:t>In all matters:</a:t>
            </a:r>
          </a:p>
          <a:p>
            <a:pPr lvl="1"/>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lvl="1"/>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err="1">
                <a:solidFill>
                  <a:srgbClr val="FFFFFF"/>
                </a:solidFill>
                <a:latin typeface="Arial" panose="020B0604020202020204" pitchFamily="34" charset="0"/>
                <a:ea typeface="Arial Bold"/>
                <a:cs typeface="Arial" panose="020B0604020202020204" pitchFamily="34" charset="0"/>
                <a:sym typeface="Arial Bold"/>
              </a:rPr>
              <a:t>i</a:t>
            </a:r>
            <a:r>
              <a:rPr lang="en-US" sz="1627" dirty="0">
                <a:solidFill>
                  <a:srgbClr val="FFFFFF"/>
                </a:solidFill>
                <a:latin typeface="Arial" panose="020B0604020202020204" pitchFamily="34" charset="0"/>
                <a:ea typeface="Arial Bold"/>
                <a:cs typeface="Arial" panose="020B0604020202020204" pitchFamily="34" charset="0"/>
                <a:sym typeface="Arial Bold"/>
              </a:rPr>
              <a:t>) arising under any treaty;</a:t>
            </a:r>
          </a:p>
          <a:p>
            <a:pPr lvl="1"/>
            <a:r>
              <a:rPr lang="en-US" sz="1627" dirty="0">
                <a:solidFill>
                  <a:srgbClr val="FFFFFF"/>
                </a:solidFill>
                <a:latin typeface="Arial" panose="020B0604020202020204" pitchFamily="34" charset="0"/>
                <a:ea typeface="Arial Bold"/>
                <a:cs typeface="Arial" panose="020B0604020202020204" pitchFamily="34" charset="0"/>
                <a:sym typeface="Arial Bold"/>
              </a:rPr>
              <a:t>	(ii) affecting consuls or other representatives of 	other countries;</a:t>
            </a:r>
          </a:p>
          <a:p>
            <a:r>
              <a:rPr lang="en-US" sz="1627" dirty="0">
                <a:solidFill>
                  <a:srgbClr val="FFFFFF"/>
                </a:solidFill>
                <a:latin typeface="Arial" panose="020B0604020202020204" pitchFamily="34" charset="0"/>
                <a:ea typeface="Arial Bold"/>
                <a:cs typeface="Arial" panose="020B0604020202020204" pitchFamily="34" charset="0"/>
                <a:sym typeface="Arial Bold"/>
              </a:rPr>
              <a:t>	(iii) in which the Commonwealth, or a person 	suing or being sued on behalf of the 	Commonwealth, is a party;	</a:t>
            </a:r>
          </a:p>
          <a:p>
            <a:r>
              <a:rPr lang="en-US" sz="1627" dirty="0">
                <a:solidFill>
                  <a:srgbClr val="FFFFFF"/>
                </a:solidFill>
                <a:latin typeface="Arial" panose="020B0604020202020204" pitchFamily="34" charset="0"/>
                <a:ea typeface="Arial Bold"/>
                <a:cs typeface="Arial" panose="020B0604020202020204" pitchFamily="34" charset="0"/>
                <a:sym typeface="Arial Bold"/>
              </a:rPr>
              <a:t>	(iv) between States, or between residents of 	different States, or between a State and a 	resident of another State;</a:t>
            </a:r>
          </a:p>
          <a:p>
            <a:r>
              <a:rPr lang="en-US" sz="1627" dirty="0">
                <a:solidFill>
                  <a:srgbClr val="FFFFFF"/>
                </a:solidFill>
                <a:latin typeface="Arial" panose="020B0604020202020204" pitchFamily="34" charset="0"/>
                <a:ea typeface="Arial Bold"/>
                <a:cs typeface="Arial" panose="020B0604020202020204" pitchFamily="34" charset="0"/>
                <a:sym typeface="Arial Bold"/>
              </a:rPr>
              <a:t>	(v) in which a writ of mandamus or prohibition or 	an injunction is sought against an officer of the 	Commonwealth;</a:t>
            </a:r>
          </a:p>
          <a:p>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r>
              <a:rPr lang="en-US" sz="1627" dirty="0">
                <a:solidFill>
                  <a:srgbClr val="FFFFFF"/>
                </a:solidFill>
                <a:latin typeface="Arial" panose="020B0604020202020204" pitchFamily="34" charset="0"/>
                <a:ea typeface="Arial Bold"/>
                <a:cs typeface="Arial" panose="020B0604020202020204" pitchFamily="34" charset="0"/>
                <a:sym typeface="Arial Bold"/>
              </a:rPr>
              <a:t>the High Court shall have original jurisdiction.</a:t>
            </a:r>
            <a:endParaRPr lang="en-GB" sz="1627" i="1"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13B3660D-0D1D-C701-9728-0001C2D7415E}"/>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6" name="Picture 5">
            <a:extLst>
              <a:ext uri="{FF2B5EF4-FFF2-40B4-BE49-F238E27FC236}">
                <a16:creationId xmlns:a16="http://schemas.microsoft.com/office/drawing/2014/main" id="{6877A023-58D4-DA21-C170-70D14923371B}"/>
              </a:ext>
            </a:extLst>
          </p:cNvPr>
          <p:cNvPicPr>
            <a:picLocks noChangeAspect="1"/>
          </p:cNvPicPr>
          <p:nvPr/>
        </p:nvPicPr>
        <p:blipFill>
          <a:blip r:embed="rId2"/>
          <a:stretch>
            <a:fillRect/>
          </a:stretch>
        </p:blipFill>
        <p:spPr>
          <a:xfrm>
            <a:off x="6477002" y="2165569"/>
            <a:ext cx="5046133" cy="2838450"/>
          </a:xfrm>
          <a:prstGeom prst="rect">
            <a:avLst/>
          </a:prstGeom>
        </p:spPr>
      </p:pic>
    </p:spTree>
    <p:extLst>
      <p:ext uri="{BB962C8B-B14F-4D97-AF65-F5344CB8AC3E}">
        <p14:creationId xmlns:p14="http://schemas.microsoft.com/office/powerpoint/2010/main" val="637649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771BF66-628C-014F-B68A-5E39FE631B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4A3300-A44E-69B1-5948-69AF73B0E8F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D25A83F-D381-9ABD-C57E-91B3851103C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FB26260B-99B6-635C-3E83-350342A73764}"/>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Common law judicial review – High Court Jurisdiction</a:t>
            </a:r>
          </a:p>
        </p:txBody>
      </p:sp>
      <p:sp>
        <p:nvSpPr>
          <p:cNvPr id="9" name="TextBox 9">
            <a:extLst>
              <a:ext uri="{FF2B5EF4-FFF2-40B4-BE49-F238E27FC236}">
                <a16:creationId xmlns:a16="http://schemas.microsoft.com/office/drawing/2014/main" id="{6671FA92-D098-6E34-BAC2-A53018E7F972}"/>
              </a:ext>
            </a:extLst>
          </p:cNvPr>
          <p:cNvSpPr txBox="1"/>
          <p:nvPr/>
        </p:nvSpPr>
        <p:spPr>
          <a:xfrm>
            <a:off x="392084" y="1295400"/>
            <a:ext cx="10961716" cy="4297330"/>
          </a:xfrm>
          <a:prstGeom prst="rect">
            <a:avLst/>
          </a:prstGeom>
        </p:spPr>
        <p:txBody>
          <a:bodyPr wrap="square" lIns="0" tIns="0" rIns="0" bIns="0" rtlCol="0" anchor="t">
            <a:spAutoFit/>
          </a:bodyPr>
          <a:lstStyle/>
          <a:p>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lvl="1"/>
            <a:r>
              <a:rPr lang="en-US" sz="1627" dirty="0">
                <a:solidFill>
                  <a:srgbClr val="FFFFFF"/>
                </a:solidFill>
                <a:latin typeface="Arial" panose="020B0604020202020204" pitchFamily="34" charset="0"/>
                <a:ea typeface="Arial Bold"/>
                <a:cs typeface="Arial" panose="020B0604020202020204" pitchFamily="34" charset="0"/>
                <a:sym typeface="Arial Bold"/>
              </a:rPr>
              <a:t>S. 32 </a:t>
            </a:r>
            <a:r>
              <a:rPr lang="en-US" sz="1627" i="1" dirty="0">
                <a:solidFill>
                  <a:srgbClr val="FFFFFF"/>
                </a:solidFill>
                <a:latin typeface="Arial" panose="020B0604020202020204" pitchFamily="34" charset="0"/>
                <a:ea typeface="Arial Bold"/>
                <a:cs typeface="Arial" panose="020B0604020202020204" pitchFamily="34" charset="0"/>
                <a:sym typeface="Arial Bold"/>
              </a:rPr>
              <a:t>Judiciary Act 1903 </a:t>
            </a:r>
            <a:r>
              <a:rPr lang="en-US" sz="1627" dirty="0">
                <a:solidFill>
                  <a:srgbClr val="FFFFFF"/>
                </a:solidFill>
                <a:latin typeface="Arial" panose="020B0604020202020204" pitchFamily="34" charset="0"/>
                <a:ea typeface="Arial Bold"/>
                <a:cs typeface="Arial" panose="020B0604020202020204" pitchFamily="34" charset="0"/>
                <a:sym typeface="Arial Bold"/>
              </a:rPr>
              <a:t>(</a:t>
            </a:r>
            <a:r>
              <a:rPr lang="en-US" sz="1627"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dirty="0">
                <a:solidFill>
                  <a:srgbClr val="FFFFFF"/>
                </a:solidFill>
                <a:latin typeface="Arial" panose="020B0604020202020204" pitchFamily="34" charset="0"/>
                <a:ea typeface="Arial Bold"/>
                <a:cs typeface="Arial" panose="020B0604020202020204" pitchFamily="34" charset="0"/>
                <a:sym typeface="Arial Bold"/>
              </a:rPr>
              <a:t>) gives HC power to grant:</a:t>
            </a:r>
          </a:p>
          <a:p>
            <a:pPr lvl="1"/>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lvl="1"/>
            <a:r>
              <a:rPr lang="en-US" sz="1627" i="1" dirty="0">
                <a:solidFill>
                  <a:srgbClr val="FFFFFF"/>
                </a:solidFill>
                <a:latin typeface="Arial" panose="020B0604020202020204" pitchFamily="34" charset="0"/>
                <a:ea typeface="Arial Bold"/>
                <a:cs typeface="Arial" panose="020B0604020202020204" pitchFamily="34" charset="0"/>
                <a:sym typeface="Arial Bold"/>
              </a:rPr>
              <a:t>“The High Court in the exercise of its original jurisdiction in any cause or matter pending before it, whether originated in the High Court or removed into it from another Court, shall have power to grant, and shall grant, either absolutely or on such terms and conditions as are just, all such remedies whatsoever as any of the parties thereto are entitled to in respect of any legal or equitable claim properly brought forward by them respectively in the cause or matter; so that as far as possible all matters in controversy between the parties regarding the cause of action, or arising out of or connected with the cause of action, may be completely and finally determined, and all multiplicity of legal proceedings concerning any of such matters may be avoided.”</a:t>
            </a:r>
            <a:br>
              <a:rPr lang="en-US" sz="1627" dirty="0">
                <a:solidFill>
                  <a:srgbClr val="FFFFFF"/>
                </a:solidFill>
                <a:latin typeface="Arial" panose="020B0604020202020204" pitchFamily="34" charset="0"/>
                <a:ea typeface="Arial Bold"/>
                <a:cs typeface="Arial" panose="020B0604020202020204" pitchFamily="34" charset="0"/>
                <a:sym typeface="Arial Bold"/>
              </a:rPr>
            </a:b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lvl="1"/>
            <a:r>
              <a:rPr lang="en-US" sz="2800" dirty="0">
                <a:solidFill>
                  <a:srgbClr val="FFFFFF"/>
                </a:solidFill>
                <a:latin typeface="Arial" panose="020B0604020202020204" pitchFamily="34" charset="0"/>
                <a:ea typeface="Arial Bold"/>
                <a:cs typeface="Arial" panose="020B0604020202020204" pitchFamily="34" charset="0"/>
                <a:sym typeface="Arial Bold"/>
              </a:rPr>
              <a:t>Therefore, Constitution + Judiciary Act give HC power to grant any of the prerogative writs not mentioned in s. 75(v) e.g. certiorari and declaration. </a:t>
            </a:r>
          </a:p>
          <a:p>
            <a:pPr lvl="1"/>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A9E49CE3-7C1E-3E41-B116-059451A4D83F}"/>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2896632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498712D-A60A-B1BC-4F61-959879A06D0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894AF9-5432-9D31-9707-C6B2E5FB23E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5805BFC-9DF6-C820-3F39-5A1FBFE24CE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F0EF98FC-AE52-85BC-2809-27920F8B396B}"/>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Judicial review – Federal Court jurisdiction</a:t>
            </a:r>
          </a:p>
        </p:txBody>
      </p:sp>
      <p:sp>
        <p:nvSpPr>
          <p:cNvPr id="9" name="TextBox 9">
            <a:extLst>
              <a:ext uri="{FF2B5EF4-FFF2-40B4-BE49-F238E27FC236}">
                <a16:creationId xmlns:a16="http://schemas.microsoft.com/office/drawing/2014/main" id="{DE7292BF-59F6-D37F-6E17-65705F52AD24}"/>
              </a:ext>
            </a:extLst>
          </p:cNvPr>
          <p:cNvSpPr txBox="1"/>
          <p:nvPr/>
        </p:nvSpPr>
        <p:spPr>
          <a:xfrm>
            <a:off x="392084" y="1295400"/>
            <a:ext cx="11190316" cy="2754280"/>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Section 39B(1) of the </a:t>
            </a:r>
            <a:r>
              <a:rPr lang="en-US" sz="1627" i="1" dirty="0">
                <a:solidFill>
                  <a:srgbClr val="FFFFFF"/>
                </a:solidFill>
                <a:latin typeface="Arial" panose="020B0604020202020204" pitchFamily="34" charset="0"/>
                <a:ea typeface="Arial Bold"/>
                <a:cs typeface="Arial" panose="020B0604020202020204" pitchFamily="34" charset="0"/>
                <a:sym typeface="Arial Bold"/>
              </a:rPr>
              <a:t>Judiciary Act</a:t>
            </a:r>
            <a:r>
              <a:rPr lang="en-US" sz="1627" dirty="0">
                <a:solidFill>
                  <a:srgbClr val="FFFFFF"/>
                </a:solidFill>
                <a:latin typeface="Arial" panose="020B0604020202020204" pitchFamily="34" charset="0"/>
                <a:ea typeface="Arial Bold"/>
                <a:cs typeface="Arial" panose="020B0604020202020204" pitchFamily="34" charset="0"/>
                <a:sym typeface="Arial Bold"/>
              </a:rPr>
              <a:t> 1903 (</a:t>
            </a:r>
            <a:r>
              <a:rPr lang="en-US" sz="1627"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dirty="0">
                <a:solidFill>
                  <a:srgbClr val="FFFFFF"/>
                </a:solidFill>
                <a:latin typeface="Arial" panose="020B0604020202020204" pitchFamily="34" charset="0"/>
                <a:ea typeface="Arial Bold"/>
                <a:cs typeface="Arial" panose="020B0604020202020204" pitchFamily="34" charset="0"/>
                <a:sym typeface="Arial Bold"/>
              </a:rPr>
              <a:t>) provides</a:t>
            </a:r>
          </a:p>
          <a:p>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r>
              <a:rPr lang="en-US" sz="1627" dirty="0">
                <a:solidFill>
                  <a:srgbClr val="FFFFFF"/>
                </a:solidFill>
                <a:latin typeface="Arial" panose="020B0604020202020204" pitchFamily="34" charset="0"/>
                <a:ea typeface="Arial Bold"/>
                <a:cs typeface="Arial" panose="020B0604020202020204" pitchFamily="34" charset="0"/>
                <a:sym typeface="Arial Bold"/>
              </a:rPr>
              <a:t>	“Subject to subsections (1B), (1C) and (1EA), the original jurisdiction of the Federal Court of </a:t>
            </a:r>
          </a:p>
          <a:p>
            <a:r>
              <a:rPr lang="en-US" sz="1627" dirty="0">
                <a:solidFill>
                  <a:srgbClr val="FFFFFF"/>
                </a:solidFill>
                <a:latin typeface="Arial" panose="020B0604020202020204" pitchFamily="34" charset="0"/>
                <a:ea typeface="Arial Bold"/>
                <a:cs typeface="Arial" panose="020B0604020202020204" pitchFamily="34" charset="0"/>
                <a:sym typeface="Arial Bold"/>
              </a:rPr>
              <a:t>	Australia includes jurisdiction with respect to any matter in which a writ of mandamus or </a:t>
            </a:r>
          </a:p>
          <a:p>
            <a:r>
              <a:rPr lang="en-US" sz="1627" dirty="0">
                <a:solidFill>
                  <a:srgbClr val="FFFFFF"/>
                </a:solidFill>
                <a:latin typeface="Arial" panose="020B0604020202020204" pitchFamily="34" charset="0"/>
                <a:ea typeface="Arial Bold"/>
                <a:cs typeface="Arial" panose="020B0604020202020204" pitchFamily="34" charset="0"/>
                <a:sym typeface="Arial Bold"/>
              </a:rPr>
              <a:t>	prohibition or an injunction is sought against an officer or officers of the Commonwealth.” </a:t>
            </a:r>
          </a:p>
          <a:p>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Section 44 (1A) also provides for jurisdiction over matters ‘arising under any laws made by the </a:t>
            </a:r>
          </a:p>
          <a:p>
            <a:r>
              <a:rPr lang="en-US" sz="1627" dirty="0">
                <a:solidFill>
                  <a:srgbClr val="FFFFFF"/>
                </a:solidFill>
                <a:latin typeface="Arial" panose="020B0604020202020204" pitchFamily="34" charset="0"/>
                <a:ea typeface="Arial Bold"/>
                <a:cs typeface="Arial" panose="020B0604020202020204" pitchFamily="34" charset="0"/>
                <a:sym typeface="Arial Bold"/>
              </a:rPr>
              <a:t>Parliament’ and s 44(2A) of the Judiciary Act allows HCA to remit any case it is able to hear to the </a:t>
            </a:r>
          </a:p>
          <a:p>
            <a:r>
              <a:rPr lang="en-US" sz="1627" dirty="0">
                <a:solidFill>
                  <a:srgbClr val="FFFFFF"/>
                </a:solidFill>
                <a:latin typeface="Arial" panose="020B0604020202020204" pitchFamily="34" charset="0"/>
                <a:ea typeface="Arial Bold"/>
                <a:cs typeface="Arial" panose="020B0604020202020204" pitchFamily="34" charset="0"/>
                <a:sym typeface="Arial Bold"/>
              </a:rPr>
              <a:t>Federal Court</a:t>
            </a:r>
          </a:p>
          <a:p>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Original jurisdiction of these courts is available even when ADJR Act review is unavailable/excluded</a:t>
            </a:r>
            <a:endParaRPr lang="en-GB" sz="1627" i="1"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6CA26323-B8A0-F2F0-5EA9-4F9B25933E11}"/>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Image result for federal court melbourne">
            <a:extLst>
              <a:ext uri="{FF2B5EF4-FFF2-40B4-BE49-F238E27FC236}">
                <a16:creationId xmlns:a16="http://schemas.microsoft.com/office/drawing/2014/main" id="{3F0F6DA1-C49D-C8E7-5D8A-D660BF3CD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526912"/>
            <a:ext cx="4079776" cy="2014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848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9FE457C-C7B0-E3B4-DD19-6DDDA13038D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4587B1E-7774-C4C3-C4D8-C477D35710BC}"/>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70C4D2A-77AC-F4E8-19A4-EEED3DCABAA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7DACE344-B6C7-49DC-D6DD-9058B10A5EB5}"/>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Judicial review – Federal Court jurisdiction</a:t>
            </a:r>
          </a:p>
        </p:txBody>
      </p:sp>
      <p:sp>
        <p:nvSpPr>
          <p:cNvPr id="9" name="TextBox 9">
            <a:extLst>
              <a:ext uri="{FF2B5EF4-FFF2-40B4-BE49-F238E27FC236}">
                <a16:creationId xmlns:a16="http://schemas.microsoft.com/office/drawing/2014/main" id="{97BB2876-9B48-39A3-4C9B-A609116E0976}"/>
              </a:ext>
            </a:extLst>
          </p:cNvPr>
          <p:cNvSpPr txBox="1"/>
          <p:nvPr/>
        </p:nvSpPr>
        <p:spPr>
          <a:xfrm>
            <a:off x="392084" y="1295400"/>
            <a:ext cx="5551516" cy="3004669"/>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Migration cases have become increasingly higher proportion of Fed </a:t>
            </a:r>
            <a:r>
              <a:rPr lang="en-US" sz="1627" dirty="0" err="1">
                <a:solidFill>
                  <a:srgbClr val="FFFFFF"/>
                </a:solidFill>
                <a:latin typeface="Arial" panose="020B0604020202020204" pitchFamily="34" charset="0"/>
                <a:ea typeface="Arial Bold"/>
                <a:cs typeface="Arial" panose="020B0604020202020204" pitchFamily="34" charset="0"/>
                <a:sym typeface="Arial Bold"/>
              </a:rPr>
              <a:t>Cts’</a:t>
            </a:r>
            <a:r>
              <a:rPr lang="en-US" sz="1627" dirty="0">
                <a:solidFill>
                  <a:srgbClr val="FFFFFF"/>
                </a:solidFill>
                <a:latin typeface="Arial" panose="020B0604020202020204" pitchFamily="34" charset="0"/>
                <a:ea typeface="Arial Bold"/>
                <a:cs typeface="Arial" panose="020B0604020202020204" pitchFamily="34" charset="0"/>
                <a:sym typeface="Arial Bold"/>
              </a:rPr>
              <a:t> caseload </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Part 8 of the </a:t>
            </a:r>
            <a:r>
              <a:rPr lang="en-US" sz="1627" i="1" dirty="0">
                <a:solidFill>
                  <a:srgbClr val="FFFFFF"/>
                </a:solidFill>
                <a:latin typeface="Arial" panose="020B0604020202020204" pitchFamily="34" charset="0"/>
                <a:ea typeface="Arial Bold"/>
                <a:cs typeface="Arial" panose="020B0604020202020204" pitchFamily="34" charset="0"/>
                <a:sym typeface="Arial Bold"/>
              </a:rPr>
              <a:t>Migration Act </a:t>
            </a:r>
            <a:r>
              <a:rPr lang="en-US" sz="1627" dirty="0">
                <a:solidFill>
                  <a:srgbClr val="FFFFFF"/>
                </a:solidFill>
                <a:latin typeface="Arial" panose="020B0604020202020204" pitchFamily="34" charset="0"/>
                <a:ea typeface="Arial Bold"/>
                <a:cs typeface="Arial" panose="020B0604020202020204" pitchFamily="34" charset="0"/>
                <a:sym typeface="Arial Bold"/>
              </a:rPr>
              <a:t>(beginning at s 474) is all about judicial review of these cases. Its principal effect is to direct most of them (approx. 90%) to the Federal Circuit and Family Court of Australia (FCFCOA) with appeal to Federal Court. </a:t>
            </a:r>
          </a:p>
          <a:p>
            <a:pPr marL="285750" indent="-285750">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Review grounds are more restricted than ADJR Act too. One consequence of these restrictions was increasing use of s 75(v) to go straight to HCA </a:t>
            </a:r>
          </a:p>
        </p:txBody>
      </p:sp>
      <p:sp>
        <p:nvSpPr>
          <p:cNvPr id="10" name="TextBox 10">
            <a:extLst>
              <a:ext uri="{FF2B5EF4-FFF2-40B4-BE49-F238E27FC236}">
                <a16:creationId xmlns:a16="http://schemas.microsoft.com/office/drawing/2014/main" id="{1895BCAF-E90F-0E1C-0212-8DFF8593EFD0}"/>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6146" name="Picture 2" descr="Image result for federal circuit cou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74150" y="1668417"/>
            <a:ext cx="3171456" cy="3171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402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AA3E3B1D-12D3-8646-527B-8EE18319336E}"/>
            </a:ext>
          </a:extLst>
        </p:cNvPr>
        <p:cNvGrpSpPr/>
        <p:nvPr/>
      </p:nvGrpSpPr>
      <p:grpSpPr>
        <a:xfrm>
          <a:off x="0" y="0"/>
          <a:ext cx="0" cy="0"/>
          <a:chOff x="0" y="0"/>
          <a:chExt cx="0" cy="0"/>
        </a:xfrm>
      </p:grpSpPr>
      <p:pic>
        <p:nvPicPr>
          <p:cNvPr id="8194" name="Picture 2" descr="HIGH COURT OF AUSTRALIA">
            <a:extLst>
              <a:ext uri="{FF2B5EF4-FFF2-40B4-BE49-F238E27FC236}">
                <a16:creationId xmlns:a16="http://schemas.microsoft.com/office/drawing/2014/main" id="{454F24F5-BA39-2E05-4AC4-C22EA455D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 y="-12661"/>
            <a:ext cx="12201144" cy="811930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2">
            <a:extLst>
              <a:ext uri="{FF2B5EF4-FFF2-40B4-BE49-F238E27FC236}">
                <a16:creationId xmlns:a16="http://schemas.microsoft.com/office/drawing/2014/main" id="{90CFEB24-7507-DC4A-4A33-010E3CF1D32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A195367F-B427-365B-1636-AD3419B548D1}"/>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2A30AE3-CC81-D529-00F6-7EE629FFF89A}"/>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effectLst/>
                <a:uLnTx/>
                <a:uFillTx/>
                <a:latin typeface="Arial Bold"/>
                <a:ea typeface="Arial Bold"/>
                <a:cs typeface="Arial Bold"/>
                <a:sym typeface="Arial Bold"/>
              </a:rPr>
              <a:t>Recap of Judicial Review</a:t>
            </a:r>
          </a:p>
        </p:txBody>
      </p:sp>
      <p:sp>
        <p:nvSpPr>
          <p:cNvPr id="10" name="TextBox 10">
            <a:extLst>
              <a:ext uri="{FF2B5EF4-FFF2-40B4-BE49-F238E27FC236}">
                <a16:creationId xmlns:a16="http://schemas.microsoft.com/office/drawing/2014/main" id="{DC8E4CD0-098F-B3B4-397C-AD08948FC0D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189423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759042A-512C-3F3E-3512-D3A6665992A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2CE0B3E-522E-22C0-E6AB-9E18B11A1EB1}"/>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0728CB9-DDBC-1964-E5CF-5829BE842FA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F3CFABA6-DF06-15CD-3D11-DB2818D35234}"/>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Statutory judicial review – legislation</a:t>
            </a:r>
          </a:p>
        </p:txBody>
      </p:sp>
      <p:sp>
        <p:nvSpPr>
          <p:cNvPr id="9" name="TextBox 9">
            <a:extLst>
              <a:ext uri="{FF2B5EF4-FFF2-40B4-BE49-F238E27FC236}">
                <a16:creationId xmlns:a16="http://schemas.microsoft.com/office/drawing/2014/main" id="{E0E4666F-6AC8-E2BB-65FA-9D4BCF262CA9}"/>
              </a:ext>
            </a:extLst>
          </p:cNvPr>
          <p:cNvSpPr txBox="1"/>
          <p:nvPr/>
        </p:nvSpPr>
        <p:spPr>
          <a:xfrm>
            <a:off x="392084" y="1295400"/>
            <a:ext cx="4865716" cy="3022943"/>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ADJR Act codifies and simplifies the common law and constitutional review – systems sit in parallel</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ADJR Act provides an alternative method of judicial review with following advantages:</a:t>
            </a:r>
          </a:p>
          <a:p>
            <a:pPr marL="742950" lvl="1" indent="-285750">
              <a:spcAft>
                <a:spcPts val="1200"/>
              </a:spcAft>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Right to reasons (s 13)</a:t>
            </a:r>
          </a:p>
          <a:p>
            <a:pPr marL="742950" lvl="1" indent="-285750">
              <a:spcAft>
                <a:spcPts val="1200"/>
              </a:spcAft>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Less complex procedures (ss 11, 15, 15A)</a:t>
            </a:r>
          </a:p>
          <a:p>
            <a:pPr marL="742950" lvl="1" indent="-285750">
              <a:spcAft>
                <a:spcPts val="1200"/>
              </a:spcAft>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More flexible remedies (s 16)</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If statutory review not available, may still be able to make original jurisdiction application  </a:t>
            </a:r>
          </a:p>
        </p:txBody>
      </p:sp>
      <p:sp>
        <p:nvSpPr>
          <p:cNvPr id="10" name="TextBox 10">
            <a:extLst>
              <a:ext uri="{FF2B5EF4-FFF2-40B4-BE49-F238E27FC236}">
                <a16:creationId xmlns:a16="http://schemas.microsoft.com/office/drawing/2014/main" id="{D091108B-6F09-4E99-700C-2915258E70A4}"/>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3074" name="Picture 2" descr="Administrative Decisions (Judicial Review) Act 1977 (Australia) (2018 Edition)">
            <a:extLst>
              <a:ext uri="{FF2B5EF4-FFF2-40B4-BE49-F238E27FC236}">
                <a16:creationId xmlns:a16="http://schemas.microsoft.com/office/drawing/2014/main" id="{BB48C359-06CD-A8C5-FC24-4D60BE502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1133733"/>
            <a:ext cx="3476625"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255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79CB3E2-F5A8-2F8A-A136-B4BC939BD2D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F94691-E4FD-DE7A-EE4E-759B0A790B41}"/>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DEB00F7-ED2C-18CC-608E-B3A107505B1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63657390-BEE3-9D83-B643-54117DC1BE82}"/>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Statutory judicial review – legislation</a:t>
            </a:r>
          </a:p>
        </p:txBody>
      </p:sp>
      <p:sp>
        <p:nvSpPr>
          <p:cNvPr id="9" name="TextBox 9">
            <a:extLst>
              <a:ext uri="{FF2B5EF4-FFF2-40B4-BE49-F238E27FC236}">
                <a16:creationId xmlns:a16="http://schemas.microsoft.com/office/drawing/2014/main" id="{8A7F440A-3FDD-1C17-AD7D-D84F732CC392}"/>
              </a:ext>
            </a:extLst>
          </p:cNvPr>
          <p:cNvSpPr txBox="1"/>
          <p:nvPr/>
        </p:nvSpPr>
        <p:spPr>
          <a:xfrm>
            <a:off x="392084" y="1295400"/>
            <a:ext cx="4637116" cy="3176832"/>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Section 5 (read in light of definitions in s. 3): </a:t>
            </a:r>
          </a:p>
          <a:p>
            <a:pPr marL="742950" lvl="1" indent="-285750">
              <a:spcAft>
                <a:spcPts val="1200"/>
              </a:spcAft>
              <a:buFont typeface="Arial" panose="020B0604020202020204" pitchFamily="34" charset="0"/>
              <a:buChar char="•"/>
            </a:pPr>
            <a:r>
              <a:rPr lang="en-US" sz="1627" b="1" u="sng" dirty="0">
                <a:solidFill>
                  <a:srgbClr val="FFFFFF"/>
                </a:solidFill>
                <a:latin typeface="Arial" panose="020B0604020202020204" pitchFamily="34" charset="0"/>
                <a:ea typeface="Arial Bold"/>
                <a:cs typeface="Arial" panose="020B0604020202020204" pitchFamily="34" charset="0"/>
                <a:sym typeface="Arial Bold"/>
              </a:rPr>
              <a:t>A person </a:t>
            </a:r>
            <a:r>
              <a:rPr lang="en-US" sz="1627" dirty="0">
                <a:solidFill>
                  <a:srgbClr val="FFFFFF"/>
                </a:solidFill>
                <a:latin typeface="Arial" panose="020B0604020202020204" pitchFamily="34" charset="0"/>
                <a:ea typeface="Arial Bold"/>
                <a:cs typeface="Arial" panose="020B0604020202020204" pitchFamily="34" charset="0"/>
                <a:sym typeface="Arial Bold"/>
              </a:rPr>
              <a:t>(individual or body corporate)</a:t>
            </a:r>
          </a:p>
          <a:p>
            <a:pPr marL="742950" lvl="1" indent="-285750">
              <a:spcAft>
                <a:spcPts val="1200"/>
              </a:spcAft>
              <a:buFont typeface="Arial" panose="020B0604020202020204" pitchFamily="34" charset="0"/>
              <a:buChar char="•"/>
            </a:pPr>
            <a:r>
              <a:rPr lang="en-US" sz="1627" b="1" u="sng" dirty="0">
                <a:solidFill>
                  <a:srgbClr val="FFFFFF"/>
                </a:solidFill>
                <a:latin typeface="Arial" panose="020B0604020202020204" pitchFamily="34" charset="0"/>
                <a:ea typeface="Arial Bold"/>
                <a:cs typeface="Arial" panose="020B0604020202020204" pitchFamily="34" charset="0"/>
                <a:sym typeface="Arial Bold"/>
              </a:rPr>
              <a:t>aggrieved</a:t>
            </a:r>
            <a:r>
              <a:rPr lang="en-US" sz="1627" b="1"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a:solidFill>
                  <a:srgbClr val="FFFFFF"/>
                </a:solidFill>
                <a:latin typeface="Arial" panose="020B0604020202020204" pitchFamily="34" charset="0"/>
                <a:ea typeface="Arial Bold"/>
                <a:cs typeface="Arial" panose="020B0604020202020204" pitchFamily="34" charset="0"/>
                <a:sym typeface="Arial Bold"/>
              </a:rPr>
              <a:t>by </a:t>
            </a:r>
          </a:p>
          <a:p>
            <a:pPr marL="742950" lvl="1" indent="-285750">
              <a:spcAft>
                <a:spcPts val="1200"/>
              </a:spcAft>
              <a:buFont typeface="Arial" panose="020B0604020202020204" pitchFamily="34" charset="0"/>
              <a:buChar char="•"/>
            </a:pPr>
            <a:r>
              <a:rPr lang="en-US" sz="1627" b="1" u="sng" dirty="0">
                <a:solidFill>
                  <a:srgbClr val="FFFFFF"/>
                </a:solidFill>
                <a:latin typeface="Arial" panose="020B0604020202020204" pitchFamily="34" charset="0"/>
                <a:ea typeface="Arial Bold"/>
                <a:cs typeface="Arial" panose="020B0604020202020204" pitchFamily="34" charset="0"/>
                <a:sym typeface="Arial Bold"/>
              </a:rPr>
              <a:t>a decision to which this Act applies </a:t>
            </a:r>
          </a:p>
          <a:p>
            <a:pPr marL="742950" lvl="1"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may apply to Federal Court or the Federal Circuit Court </a:t>
            </a:r>
          </a:p>
          <a:p>
            <a:pPr marL="742950" lvl="1" indent="-285750">
              <a:spcAft>
                <a:spcPts val="1200"/>
              </a:spcAft>
              <a:buFont typeface="Arial" panose="020B0604020202020204" pitchFamily="34" charset="0"/>
              <a:buChar char="•"/>
            </a:pPr>
            <a:r>
              <a:rPr lang="en-US" sz="1627" b="1" u="sng" dirty="0">
                <a:solidFill>
                  <a:srgbClr val="FFFFFF"/>
                </a:solidFill>
                <a:latin typeface="Arial" panose="020B0604020202020204" pitchFamily="34" charset="0"/>
                <a:ea typeface="Arial Bold"/>
                <a:cs typeface="Arial" panose="020B0604020202020204" pitchFamily="34" charset="0"/>
                <a:sym typeface="Arial Bold"/>
              </a:rPr>
              <a:t>order of review </a:t>
            </a:r>
          </a:p>
          <a:p>
            <a:pPr marL="742950" lvl="1"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on any one or more of the following grounds (grounds on next slide) </a:t>
            </a:r>
          </a:p>
        </p:txBody>
      </p:sp>
      <p:sp>
        <p:nvSpPr>
          <p:cNvPr id="10" name="TextBox 10">
            <a:extLst>
              <a:ext uri="{FF2B5EF4-FFF2-40B4-BE49-F238E27FC236}">
                <a16:creationId xmlns:a16="http://schemas.microsoft.com/office/drawing/2014/main" id="{15102998-FA17-ECE1-048E-4305241C0CAE}"/>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6" name="Picture 5">
            <a:extLst>
              <a:ext uri="{FF2B5EF4-FFF2-40B4-BE49-F238E27FC236}">
                <a16:creationId xmlns:a16="http://schemas.microsoft.com/office/drawing/2014/main" id="{1AA605D1-A769-1F00-2A3A-75DCC4798265}"/>
              </a:ext>
            </a:extLst>
          </p:cNvPr>
          <p:cNvPicPr>
            <a:picLocks noChangeAspect="1"/>
          </p:cNvPicPr>
          <p:nvPr/>
        </p:nvPicPr>
        <p:blipFill>
          <a:blip r:embed="rId2"/>
          <a:stretch>
            <a:fillRect/>
          </a:stretch>
        </p:blipFill>
        <p:spPr>
          <a:xfrm>
            <a:off x="6161116" y="1137189"/>
            <a:ext cx="5638800" cy="3870775"/>
          </a:xfrm>
          <a:prstGeom prst="rect">
            <a:avLst/>
          </a:prstGeom>
        </p:spPr>
      </p:pic>
    </p:spTree>
    <p:extLst>
      <p:ext uri="{BB962C8B-B14F-4D97-AF65-F5344CB8AC3E}">
        <p14:creationId xmlns:p14="http://schemas.microsoft.com/office/powerpoint/2010/main" val="2298517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D881EF5-D457-BAB3-A5F8-87A84CAAE2C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DCBC8CD-4F3C-6FA9-8ACD-3F6CF419CCF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68C977B-B2FB-669C-21EC-47910F0C9FE1}"/>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DF5066AD-F4A8-9DED-5B3F-31AE4A6A2928}"/>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ADJR Act – Section 3 - Interpretation</a:t>
            </a:r>
          </a:p>
        </p:txBody>
      </p:sp>
      <p:sp>
        <p:nvSpPr>
          <p:cNvPr id="9" name="TextBox 9">
            <a:extLst>
              <a:ext uri="{FF2B5EF4-FFF2-40B4-BE49-F238E27FC236}">
                <a16:creationId xmlns:a16="http://schemas.microsoft.com/office/drawing/2014/main" id="{7C1CECD8-34AA-F1DB-7C73-732153548D41}"/>
              </a:ext>
            </a:extLst>
          </p:cNvPr>
          <p:cNvSpPr txBox="1"/>
          <p:nvPr/>
        </p:nvSpPr>
        <p:spPr>
          <a:xfrm>
            <a:off x="337106" y="1295400"/>
            <a:ext cx="9894916" cy="3427220"/>
          </a:xfrm>
          <a:prstGeom prst="rect">
            <a:avLst/>
          </a:prstGeom>
        </p:spPr>
        <p:txBody>
          <a:bodyPr wrap="square" lIns="0" tIns="0" rIns="0" bIns="0" rtlCol="0" anchor="t">
            <a:spAutoFit/>
          </a:bodyPr>
          <a:lstStyle/>
          <a:p>
            <a:pPr>
              <a:spcAft>
                <a:spcPts val="1200"/>
              </a:spcAft>
            </a:pPr>
            <a:r>
              <a:rPr lang="en-US" sz="1627" b="1" i="1" u="sng" dirty="0">
                <a:solidFill>
                  <a:srgbClr val="FFFFFF"/>
                </a:solidFill>
                <a:latin typeface="Arial" panose="020B0604020202020204" pitchFamily="34" charset="0"/>
                <a:ea typeface="Arial Bold"/>
                <a:cs typeface="Arial" panose="020B0604020202020204" pitchFamily="34" charset="0"/>
                <a:sym typeface="Arial Bold"/>
              </a:rPr>
              <a:t>decision to which this Act applies </a:t>
            </a:r>
            <a:r>
              <a:rPr lang="en-US" sz="1627" dirty="0">
                <a:solidFill>
                  <a:srgbClr val="FFFFFF"/>
                </a:solidFill>
                <a:latin typeface="Arial" panose="020B0604020202020204" pitchFamily="34" charset="0"/>
                <a:ea typeface="Arial Bold"/>
                <a:cs typeface="Arial" panose="020B0604020202020204" pitchFamily="34" charset="0"/>
                <a:sym typeface="Arial Bold"/>
              </a:rPr>
              <a:t>"means a decision of an administrative character made, proposed to be made, or required to be made (whether in the exercise of a discretion or not and whether before or after the commencement of this definition):</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  under an enactment referred to in paragraph   (a), (b), (c), (d) or (e) of the definition of enactment ; or</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(b)  by a Commonwealth authority or an officer of the Commonwealth under an enactment referred to in paragraph   (ca), (</a:t>
            </a:r>
            <a:r>
              <a:rPr lang="en-US" sz="1627" dirty="0" err="1">
                <a:solidFill>
                  <a:srgbClr val="FFFFFF"/>
                </a:solidFill>
                <a:latin typeface="Arial" panose="020B0604020202020204" pitchFamily="34" charset="0"/>
                <a:ea typeface="Arial Bold"/>
                <a:cs typeface="Arial" panose="020B0604020202020204" pitchFamily="34" charset="0"/>
                <a:sym typeface="Arial Bold"/>
              </a:rPr>
              <a:t>cb</a:t>
            </a:r>
            <a:r>
              <a:rPr lang="en-US" sz="1627" dirty="0">
                <a:solidFill>
                  <a:srgbClr val="FFFFFF"/>
                </a:solidFill>
                <a:latin typeface="Arial" panose="020B0604020202020204" pitchFamily="34" charset="0"/>
                <a:ea typeface="Arial Bold"/>
                <a:cs typeface="Arial" panose="020B0604020202020204" pitchFamily="34" charset="0"/>
                <a:sym typeface="Arial Bold"/>
              </a:rPr>
              <a:t>) or (f) of the definition of enactment ;</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other than:</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(c)  a decision by the Governor - General; or</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(d)  a decision included in any of the classes of decisions set out in Schedule   1.</a:t>
            </a:r>
          </a:p>
          <a:p>
            <a:pPr marL="742950" lvl="1" indent="-285750">
              <a:spcAft>
                <a:spcPts val="1200"/>
              </a:spcAft>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C1883ACD-B6A2-1607-3C3F-0A2C87096E8B}"/>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847361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C86DAD5-6CF2-166C-2DE1-6F63847BE9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EF4ECDD-CAF3-6128-C579-F412D6025B6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1F8597F-D49B-4BF3-0932-DF09FD80110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1DFBC168-C38E-9D5E-F6E0-9DBEE88DAF69}"/>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Statutory judicial review – ADJR Act</a:t>
            </a:r>
          </a:p>
        </p:txBody>
      </p:sp>
      <p:sp>
        <p:nvSpPr>
          <p:cNvPr id="9" name="TextBox 9">
            <a:extLst>
              <a:ext uri="{FF2B5EF4-FFF2-40B4-BE49-F238E27FC236}">
                <a16:creationId xmlns:a16="http://schemas.microsoft.com/office/drawing/2014/main" id="{14F2CA5C-08FD-916E-580B-43DEC664D53A}"/>
              </a:ext>
            </a:extLst>
          </p:cNvPr>
          <p:cNvSpPr txBox="1"/>
          <p:nvPr/>
        </p:nvSpPr>
        <p:spPr>
          <a:xfrm>
            <a:off x="392084" y="1295400"/>
            <a:ext cx="9894916" cy="5352106"/>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Section 5(1) – Grounds:</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Breach of rules of natural justice</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Required procedures not observed</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No jurisdiction (jurisdictional error)</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Decision not </a:t>
            </a:r>
            <a:r>
              <a:rPr lang="en-US" sz="1627" dirty="0" err="1">
                <a:solidFill>
                  <a:srgbClr val="FFFFFF"/>
                </a:solidFill>
                <a:latin typeface="Arial" panose="020B0604020202020204" pitchFamily="34" charset="0"/>
                <a:ea typeface="Arial Bold"/>
                <a:cs typeface="Arial" panose="020B0604020202020204" pitchFamily="34" charset="0"/>
                <a:sym typeface="Arial Bold"/>
              </a:rPr>
              <a:t>authorised</a:t>
            </a:r>
            <a:r>
              <a:rPr lang="en-US" sz="1627" dirty="0">
                <a:solidFill>
                  <a:srgbClr val="FFFFFF"/>
                </a:solidFill>
                <a:latin typeface="Arial" panose="020B0604020202020204" pitchFamily="34" charset="0"/>
                <a:ea typeface="Arial Bold"/>
                <a:cs typeface="Arial" panose="020B0604020202020204" pitchFamily="34" charset="0"/>
                <a:sym typeface="Arial Bold"/>
              </a:rPr>
              <a:t> by the enactment</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Improper exercise of power (see further s 5(2))</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Error of law whether or not on the record</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Fraud</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No evidence (see further s 5(3))</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j)    Contrary to law</a:t>
            </a:r>
          </a:p>
          <a:p>
            <a:pPr>
              <a:spcAft>
                <a:spcPts val="1200"/>
              </a:spcAft>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There is no (</a:t>
            </a:r>
            <a:r>
              <a:rPr lang="en-US" sz="1627" dirty="0" err="1">
                <a:solidFill>
                  <a:srgbClr val="FFFFFF"/>
                </a:solidFill>
                <a:latin typeface="Arial" panose="020B0604020202020204" pitchFamily="34" charset="0"/>
                <a:ea typeface="Arial Bold"/>
                <a:cs typeface="Arial" panose="020B0604020202020204" pitchFamily="34" charset="0"/>
                <a:sym typeface="Arial Bold"/>
              </a:rPr>
              <a:t>i</a:t>
            </a:r>
            <a:r>
              <a:rPr lang="en-US" sz="1627" dirty="0">
                <a:solidFill>
                  <a:srgbClr val="FFFFFF"/>
                </a:solidFill>
                <a:latin typeface="Arial" panose="020B0604020202020204" pitchFamily="34" charset="0"/>
                <a:ea typeface="Arial Bold"/>
                <a:cs typeface="Arial" panose="020B0604020202020204" pitchFamily="34" charset="0"/>
                <a:sym typeface="Arial Bold"/>
              </a:rPr>
              <a:t>)! This appears to have been a quirk in the drafting process – it wasn’t removed by an amendment – appears it simply never existed.</a:t>
            </a:r>
          </a:p>
          <a:p>
            <a:pPr marL="742950" lvl="1" indent="-285750">
              <a:spcAft>
                <a:spcPts val="1200"/>
              </a:spcAft>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A598FE82-0BBB-E04F-4274-DE5B5A0223DA}"/>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5122" name="Picture 2" descr="Image result for no i in team">
            <a:extLst>
              <a:ext uri="{FF2B5EF4-FFF2-40B4-BE49-F238E27FC236}">
                <a16:creationId xmlns:a16="http://schemas.microsoft.com/office/drawing/2014/main" id="{27E86F32-A634-7795-8EA6-A7A470E0D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96400" y="2216768"/>
            <a:ext cx="2286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20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5A19D9F-3961-2738-B44F-A608AD0D389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631079-EFED-8026-DBDB-EB616A99CCA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853C6C7-109E-1A65-C4E2-CD517BFF905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156A0EB1-28A5-6450-B46E-48C7D991C890}"/>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Statutory judicial review – ADJR Act</a:t>
            </a:r>
          </a:p>
        </p:txBody>
      </p:sp>
      <p:sp>
        <p:nvSpPr>
          <p:cNvPr id="9" name="TextBox 9">
            <a:extLst>
              <a:ext uri="{FF2B5EF4-FFF2-40B4-BE49-F238E27FC236}">
                <a16:creationId xmlns:a16="http://schemas.microsoft.com/office/drawing/2014/main" id="{6E9CE5FD-7314-9FDC-3B68-530E41126A88}"/>
              </a:ext>
            </a:extLst>
          </p:cNvPr>
          <p:cNvSpPr txBox="1"/>
          <p:nvPr/>
        </p:nvSpPr>
        <p:spPr>
          <a:xfrm>
            <a:off x="392084" y="1295400"/>
            <a:ext cx="9894916" cy="4293163"/>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Section 5(2) – Improper exercise of power</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Irrelevant consideration(s)</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Failure to take into account relevant consideration(s)</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Purpose other than statutory one</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Bad faith</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Exercise of personal discretionary power under direction of another</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Failing to take into account merits of particular case</a:t>
            </a:r>
          </a:p>
          <a:p>
            <a:pPr marL="342900" indent="-342900">
              <a:spcAft>
                <a:spcPts val="1200"/>
              </a:spcAft>
              <a:buFont typeface="+mj-lt"/>
              <a:buAutoNum type="alphaLcParenR"/>
            </a:pPr>
            <a:r>
              <a:rPr lang="en-US" sz="1627" dirty="0" err="1">
                <a:solidFill>
                  <a:srgbClr val="FFFFFF"/>
                </a:solidFill>
                <a:latin typeface="Arial" panose="020B0604020202020204" pitchFamily="34" charset="0"/>
                <a:ea typeface="Arial Bold"/>
                <a:cs typeface="Arial" panose="020B0604020202020204" pitchFamily="34" charset="0"/>
                <a:sym typeface="Arial Bold"/>
              </a:rPr>
              <a:t>Wednesbury</a:t>
            </a:r>
            <a:r>
              <a:rPr lang="en-US" sz="1627" dirty="0">
                <a:solidFill>
                  <a:srgbClr val="FFFFFF"/>
                </a:solidFill>
                <a:latin typeface="Arial" panose="020B0604020202020204" pitchFamily="34" charset="0"/>
                <a:ea typeface="Arial Bold"/>
                <a:cs typeface="Arial" panose="020B0604020202020204" pitchFamily="34" charset="0"/>
                <a:sym typeface="Arial Bold"/>
              </a:rPr>
              <a:t> unreasonableness</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Uncertain result</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j)    “Any other exercise of a power in a way that constitutes abuse of the power”</a:t>
            </a:r>
          </a:p>
          <a:p>
            <a:pPr marL="742950" lvl="1" indent="-285750">
              <a:spcAft>
                <a:spcPts val="1200"/>
              </a:spcAft>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CC287E56-BF9F-68CE-521F-5B3A0EF79777}"/>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098" name="Picture 2">
            <a:extLst>
              <a:ext uri="{FF2B5EF4-FFF2-40B4-BE49-F238E27FC236}">
                <a16:creationId xmlns:a16="http://schemas.microsoft.com/office/drawing/2014/main" id="{D4567BB8-2B92-D049-2D00-35F13F2D22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0" y="1078078"/>
            <a:ext cx="3581400" cy="292242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5AB4A68-13D0-8951-1542-C871110FB5A5}"/>
              </a:ext>
            </a:extLst>
          </p:cNvPr>
          <p:cNvSpPr txBox="1"/>
          <p:nvPr/>
        </p:nvSpPr>
        <p:spPr>
          <a:xfrm>
            <a:off x="8305800" y="4325893"/>
            <a:ext cx="3190297" cy="261610"/>
          </a:xfrm>
          <a:prstGeom prst="rect">
            <a:avLst/>
          </a:prstGeom>
          <a:noFill/>
        </p:spPr>
        <p:txBody>
          <a:bodyPr wrap="none" rtlCol="0">
            <a:spAutoFit/>
          </a:bodyPr>
          <a:lstStyle/>
          <a:p>
            <a:r>
              <a:rPr lang="en-US" sz="1100" dirty="0">
                <a:solidFill>
                  <a:schemeClr val="bg1"/>
                </a:solidFill>
              </a:rPr>
              <a:t>Former </a:t>
            </a:r>
            <a:r>
              <a:rPr lang="en-US" sz="1100" dirty="0" err="1">
                <a:solidFill>
                  <a:schemeClr val="bg1"/>
                </a:solidFill>
              </a:rPr>
              <a:t>Wednesbury</a:t>
            </a:r>
            <a:r>
              <a:rPr lang="en-US" sz="1100" dirty="0">
                <a:solidFill>
                  <a:schemeClr val="bg1"/>
                </a:solidFill>
              </a:rPr>
              <a:t> Cinema (</a:t>
            </a:r>
            <a:r>
              <a:rPr lang="en-US" sz="1100" dirty="0" err="1">
                <a:solidFill>
                  <a:schemeClr val="bg1"/>
                </a:solidFill>
              </a:rPr>
              <a:t>Source:Wikicommons</a:t>
            </a:r>
            <a:r>
              <a:rPr lang="en-US" sz="1100" dirty="0">
                <a:solidFill>
                  <a:schemeClr val="bg1"/>
                </a:solidFill>
              </a:rPr>
              <a:t>)</a:t>
            </a:r>
            <a:endParaRPr lang="en-AU" sz="1100" dirty="0">
              <a:solidFill>
                <a:schemeClr val="bg1"/>
              </a:solidFill>
            </a:endParaRPr>
          </a:p>
        </p:txBody>
      </p:sp>
    </p:spTree>
    <p:extLst>
      <p:ext uri="{BB962C8B-B14F-4D97-AF65-F5344CB8AC3E}">
        <p14:creationId xmlns:p14="http://schemas.microsoft.com/office/powerpoint/2010/main" val="3810542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B835892-6C64-25E5-32C0-EFF3C378D4B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72D3B3D-5C68-BFD8-D304-8763407E01EF}"/>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972ADEC-C69F-F124-A075-DBB82109148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24781035-8757-F689-674F-24FFA19C210C}"/>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Statutory judicial review – ADJR Act</a:t>
            </a:r>
          </a:p>
        </p:txBody>
      </p:sp>
      <p:sp>
        <p:nvSpPr>
          <p:cNvPr id="9" name="TextBox 9">
            <a:extLst>
              <a:ext uri="{FF2B5EF4-FFF2-40B4-BE49-F238E27FC236}">
                <a16:creationId xmlns:a16="http://schemas.microsoft.com/office/drawing/2014/main" id="{7F8C893D-9128-00A5-A63E-1B4E23823209}"/>
              </a:ext>
            </a:extLst>
          </p:cNvPr>
          <p:cNvSpPr txBox="1"/>
          <p:nvPr/>
        </p:nvSpPr>
        <p:spPr>
          <a:xfrm>
            <a:off x="392084" y="1295400"/>
            <a:ext cx="9894916" cy="1058944"/>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Section 5(3) – No Evidence</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No evidence from which administrator can be reasonably satisfied that ‘particular matter was established’</a:t>
            </a:r>
          </a:p>
          <a:p>
            <a:pPr marL="342900" indent="-342900">
              <a:spcAft>
                <a:spcPts val="1200"/>
              </a:spcAft>
              <a:buFont typeface="+mj-lt"/>
              <a:buAutoNum type="alphaLcParenR"/>
            </a:pPr>
            <a:r>
              <a:rPr lang="en-US" sz="1627" dirty="0">
                <a:solidFill>
                  <a:srgbClr val="FFFFFF"/>
                </a:solidFill>
                <a:latin typeface="Arial" panose="020B0604020202020204" pitchFamily="34" charset="0"/>
                <a:ea typeface="Arial Bold"/>
                <a:cs typeface="Arial" panose="020B0604020202020204" pitchFamily="34" charset="0"/>
                <a:sym typeface="Arial Bold"/>
              </a:rPr>
              <a:t>Decision based on evidence of fact that did not exist</a:t>
            </a:r>
          </a:p>
        </p:txBody>
      </p:sp>
      <p:sp>
        <p:nvSpPr>
          <p:cNvPr id="10" name="TextBox 10">
            <a:extLst>
              <a:ext uri="{FF2B5EF4-FFF2-40B4-BE49-F238E27FC236}">
                <a16:creationId xmlns:a16="http://schemas.microsoft.com/office/drawing/2014/main" id="{4E4FBB60-8276-EA15-9A84-ABD262B3B45D}"/>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Image result for unicorn">
            <a:extLst>
              <a:ext uri="{FF2B5EF4-FFF2-40B4-BE49-F238E27FC236}">
                <a16:creationId xmlns:a16="http://schemas.microsoft.com/office/drawing/2014/main" id="{3B25A95E-F1AE-023D-A653-A8967052F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084" y="2895600"/>
            <a:ext cx="4408516" cy="3343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6196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75569291-6F03-698B-3571-BA27068279D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BD686D-3108-8B79-8155-A218F3482F8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9101161-4AB2-9863-B259-AEB694DC1CE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06333ED3-56D2-3599-8D6A-88EE3A5E651D}"/>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Statutory judicial review – ADJR Act – Other key provisions</a:t>
            </a:r>
          </a:p>
        </p:txBody>
      </p:sp>
      <p:sp>
        <p:nvSpPr>
          <p:cNvPr id="9" name="TextBox 9">
            <a:extLst>
              <a:ext uri="{FF2B5EF4-FFF2-40B4-BE49-F238E27FC236}">
                <a16:creationId xmlns:a16="http://schemas.microsoft.com/office/drawing/2014/main" id="{E81ACC94-C0A6-71D7-6F5D-6FBCFD8859A6}"/>
              </a:ext>
            </a:extLst>
          </p:cNvPr>
          <p:cNvSpPr txBox="1"/>
          <p:nvPr/>
        </p:nvSpPr>
        <p:spPr>
          <a:xfrm>
            <a:off x="392084" y="1295400"/>
            <a:ext cx="11952316" cy="1867499"/>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Section 6 – Applications for review of conduct related to making of decisions</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Section 7 – Applications in respect of failures to make decisions</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Section 10 – Rights conferred by the AD(JR) to be in addition to other rights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under common law)</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Section 13 – Reasons for decision may be obtained (within 28 days of request)</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Section 13A – Certain information not required to be disclosed (relating to personal or business affairs of  another person)</a:t>
            </a:r>
          </a:p>
        </p:txBody>
      </p:sp>
      <p:sp>
        <p:nvSpPr>
          <p:cNvPr id="10" name="TextBox 10">
            <a:extLst>
              <a:ext uri="{FF2B5EF4-FFF2-40B4-BE49-F238E27FC236}">
                <a16:creationId xmlns:a16="http://schemas.microsoft.com/office/drawing/2014/main" id="{6C025DB7-3814-2584-5FB3-CD132D1CF37F}"/>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026" name="Picture 2" descr="procrastination">
            <a:extLst>
              <a:ext uri="{FF2B5EF4-FFF2-40B4-BE49-F238E27FC236}">
                <a16:creationId xmlns:a16="http://schemas.microsoft.com/office/drawing/2014/main" id="{DD0DCF9F-7768-8F7E-62CF-DB0633B0A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3528403"/>
            <a:ext cx="4229100" cy="2819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542914-6377-65EA-6AF4-4D21C8A40CA5}"/>
              </a:ext>
            </a:extLst>
          </p:cNvPr>
          <p:cNvSpPr txBox="1"/>
          <p:nvPr/>
        </p:nvSpPr>
        <p:spPr>
          <a:xfrm>
            <a:off x="4381327" y="6418169"/>
            <a:ext cx="2629246" cy="261610"/>
          </a:xfrm>
          <a:prstGeom prst="rect">
            <a:avLst/>
          </a:prstGeom>
          <a:noFill/>
        </p:spPr>
        <p:txBody>
          <a:bodyPr wrap="none" rtlCol="0">
            <a:spAutoFit/>
          </a:bodyPr>
          <a:lstStyle/>
          <a:p>
            <a:r>
              <a:rPr lang="en-US" sz="1100" dirty="0">
                <a:solidFill>
                  <a:schemeClr val="bg1"/>
                </a:solidFill>
              </a:rPr>
              <a:t>Source:  Creative Commons (Nic </a:t>
            </a:r>
            <a:r>
              <a:rPr lang="en-US" sz="1100" dirty="0" err="1">
                <a:solidFill>
                  <a:schemeClr val="bg1"/>
                </a:solidFill>
              </a:rPr>
              <a:t>Joungson</a:t>
            </a:r>
            <a:r>
              <a:rPr lang="en-US" sz="1100" dirty="0">
                <a:solidFill>
                  <a:schemeClr val="bg1"/>
                </a:solidFill>
              </a:rPr>
              <a:t>)</a:t>
            </a:r>
            <a:endParaRPr lang="en-AU" sz="1100" dirty="0">
              <a:solidFill>
                <a:schemeClr val="bg1"/>
              </a:solidFill>
            </a:endParaRPr>
          </a:p>
        </p:txBody>
      </p:sp>
    </p:spTree>
    <p:extLst>
      <p:ext uri="{BB962C8B-B14F-4D97-AF65-F5344CB8AC3E}">
        <p14:creationId xmlns:p14="http://schemas.microsoft.com/office/powerpoint/2010/main" val="1343448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5678B88B-3A3C-3563-A5CE-62E1C9A5099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D6C4747-41EA-47C5-10B6-B26D50928DB7}"/>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131D7D5-2BB0-03C9-290F-DC3555AFED1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A2AD2E82-FCBD-C8D9-3BA3-9214B12E96BF}"/>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Statutory judicial review – </a:t>
            </a:r>
            <a:r>
              <a:rPr lang="en-US" sz="2496" b="1" dirty="0" err="1">
                <a:solidFill>
                  <a:srgbClr val="FFFFFF"/>
                </a:solidFill>
                <a:latin typeface="Arial Bold"/>
                <a:ea typeface="Arial Bold"/>
                <a:cs typeface="Arial Bold"/>
                <a:sym typeface="Arial Bold"/>
              </a:rPr>
              <a:t>Cth</a:t>
            </a:r>
            <a:r>
              <a:rPr lang="en-US" sz="2496" b="1" dirty="0">
                <a:solidFill>
                  <a:srgbClr val="FFFFFF"/>
                </a:solidFill>
                <a:latin typeface="Arial Bold"/>
                <a:ea typeface="Arial Bold"/>
                <a:cs typeface="Arial Bold"/>
                <a:sym typeface="Arial Bold"/>
              </a:rPr>
              <a:t> legislation</a:t>
            </a:r>
          </a:p>
        </p:txBody>
      </p:sp>
      <p:sp>
        <p:nvSpPr>
          <p:cNvPr id="9" name="TextBox 9">
            <a:extLst>
              <a:ext uri="{FF2B5EF4-FFF2-40B4-BE49-F238E27FC236}">
                <a16:creationId xmlns:a16="http://schemas.microsoft.com/office/drawing/2014/main" id="{4A96CEE8-B692-4E7D-E4CA-891C44C03A00}"/>
              </a:ext>
            </a:extLst>
          </p:cNvPr>
          <p:cNvSpPr txBox="1"/>
          <p:nvPr/>
        </p:nvSpPr>
        <p:spPr>
          <a:xfrm>
            <a:off x="392084" y="1295400"/>
            <a:ext cx="9132916" cy="3734997"/>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‘Decision’ (s.3 ) and ‘conduct’ (s. 6)</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Australian Broadcasting Tribunal v Bond </a:t>
            </a:r>
            <a:r>
              <a:rPr lang="en-US" sz="1627" dirty="0">
                <a:solidFill>
                  <a:srgbClr val="FFFFFF"/>
                </a:solidFill>
                <a:latin typeface="Arial" panose="020B0604020202020204" pitchFamily="34" charset="0"/>
                <a:ea typeface="Arial Bold"/>
                <a:cs typeface="Arial" panose="020B0604020202020204" pitchFamily="34" charset="0"/>
                <a:sym typeface="Arial Bold"/>
              </a:rPr>
              <a:t>(1990) 110 CLR 321</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Edelsten v Health Insurance Commission </a:t>
            </a:r>
            <a:r>
              <a:rPr lang="en-US" sz="1627" dirty="0">
                <a:solidFill>
                  <a:srgbClr val="FFFFFF"/>
                </a:solidFill>
                <a:latin typeface="Arial" panose="020B0604020202020204" pitchFamily="34" charset="0"/>
                <a:ea typeface="Arial Bold"/>
                <a:cs typeface="Arial" panose="020B0604020202020204" pitchFamily="34" charset="0"/>
                <a:sym typeface="Arial Bold"/>
              </a:rPr>
              <a:t>(1990) 96 ALR 673</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Kelson v Forward</a:t>
            </a:r>
            <a:r>
              <a:rPr lang="en-US" sz="1627" dirty="0">
                <a:solidFill>
                  <a:srgbClr val="FFFFFF"/>
                </a:solidFill>
                <a:latin typeface="Arial" panose="020B0604020202020204" pitchFamily="34" charset="0"/>
                <a:ea typeface="Arial Bold"/>
                <a:cs typeface="Arial" panose="020B0604020202020204" pitchFamily="34" charset="0"/>
                <a:sym typeface="Arial Bold"/>
              </a:rPr>
              <a:t> (1995) 60 FCR 39</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‘Administrative character’ (s. 3)</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Federal Airports Corporation v Aerolineas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Argentinas</a:t>
            </a:r>
            <a:r>
              <a:rPr lang="en-US" sz="1627" i="1"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a:solidFill>
                  <a:srgbClr val="FFFFFF"/>
                </a:solidFill>
                <a:latin typeface="Arial" panose="020B0604020202020204" pitchFamily="34" charset="0"/>
                <a:ea typeface="Arial Bold"/>
                <a:cs typeface="Arial" panose="020B0604020202020204" pitchFamily="34" charset="0"/>
                <a:sym typeface="Arial Bold"/>
              </a:rPr>
              <a:t>(1997) 147 ALR 649</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Roche Products Pty Ltd v National Drugs and Poisons Schedule Committee </a:t>
            </a:r>
            <a:r>
              <a:rPr lang="en-US" sz="1627" dirty="0">
                <a:solidFill>
                  <a:srgbClr val="FFFFFF"/>
                </a:solidFill>
                <a:latin typeface="Arial" panose="020B0604020202020204" pitchFamily="34" charset="0"/>
                <a:ea typeface="Arial Bold"/>
                <a:cs typeface="Arial" panose="020B0604020202020204" pitchFamily="34" charset="0"/>
                <a:sym typeface="Arial Bold"/>
              </a:rPr>
              <a:t>(2007) 163 	FCR 451</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‘Under an enactment’ (s. 3)</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Griffith University v Tang </a:t>
            </a:r>
            <a:r>
              <a:rPr lang="en-US" sz="1627" dirty="0">
                <a:solidFill>
                  <a:srgbClr val="FFFFFF"/>
                </a:solidFill>
                <a:latin typeface="Arial" panose="020B0604020202020204" pitchFamily="34" charset="0"/>
                <a:ea typeface="Arial Bold"/>
                <a:cs typeface="Arial" panose="020B0604020202020204" pitchFamily="34" charset="0"/>
                <a:sym typeface="Arial Bold"/>
              </a:rPr>
              <a:t>(2005) 221 CLR 99</a:t>
            </a:r>
          </a:p>
        </p:txBody>
      </p:sp>
      <p:sp>
        <p:nvSpPr>
          <p:cNvPr id="10" name="TextBox 10">
            <a:extLst>
              <a:ext uri="{FF2B5EF4-FFF2-40B4-BE49-F238E27FC236}">
                <a16:creationId xmlns:a16="http://schemas.microsoft.com/office/drawing/2014/main" id="{EA82AB68-797F-612A-DD91-35DE39AA1D1C}"/>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Image result for alan bond broadcasting tribunal">
            <a:extLst>
              <a:ext uri="{FF2B5EF4-FFF2-40B4-BE49-F238E27FC236}">
                <a16:creationId xmlns:a16="http://schemas.microsoft.com/office/drawing/2014/main" id="{1B74C407-22FB-0955-3691-7762E94FCE6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963" y="375944"/>
            <a:ext cx="3731037" cy="23308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 result for geoffrey edelsten">
            <a:extLst>
              <a:ext uri="{FF2B5EF4-FFF2-40B4-BE49-F238E27FC236}">
                <a16:creationId xmlns:a16="http://schemas.microsoft.com/office/drawing/2014/main" id="{A1B6C876-14CD-432C-4F15-6B1868A363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0963" y="4105526"/>
            <a:ext cx="3731037" cy="23877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789A202-32B5-C4E9-8585-6B3BE54C33AF}"/>
              </a:ext>
            </a:extLst>
          </p:cNvPr>
          <p:cNvSpPr txBox="1"/>
          <p:nvPr/>
        </p:nvSpPr>
        <p:spPr>
          <a:xfrm>
            <a:off x="9862562" y="2852142"/>
            <a:ext cx="1146468" cy="369332"/>
          </a:xfrm>
          <a:prstGeom prst="rect">
            <a:avLst/>
          </a:prstGeom>
          <a:noFill/>
        </p:spPr>
        <p:txBody>
          <a:bodyPr wrap="none" rtlCol="0">
            <a:spAutoFit/>
          </a:bodyPr>
          <a:lstStyle/>
          <a:p>
            <a:r>
              <a:rPr lang="en-US" dirty="0">
                <a:solidFill>
                  <a:schemeClr val="bg1"/>
                </a:solidFill>
              </a:rPr>
              <a:t>Alan Bond</a:t>
            </a:r>
            <a:endParaRPr lang="en-AU" dirty="0">
              <a:solidFill>
                <a:schemeClr val="bg1"/>
              </a:solidFill>
            </a:endParaRPr>
          </a:p>
        </p:txBody>
      </p:sp>
      <p:sp>
        <p:nvSpPr>
          <p:cNvPr id="8" name="TextBox 7">
            <a:extLst>
              <a:ext uri="{FF2B5EF4-FFF2-40B4-BE49-F238E27FC236}">
                <a16:creationId xmlns:a16="http://schemas.microsoft.com/office/drawing/2014/main" id="{5EC1E5A9-A61B-5E8B-AD5C-0E4D91D92AB2}"/>
              </a:ext>
            </a:extLst>
          </p:cNvPr>
          <p:cNvSpPr txBox="1"/>
          <p:nvPr/>
        </p:nvSpPr>
        <p:spPr>
          <a:xfrm>
            <a:off x="9753247" y="6481008"/>
            <a:ext cx="1852623" cy="369332"/>
          </a:xfrm>
          <a:prstGeom prst="rect">
            <a:avLst/>
          </a:prstGeom>
          <a:noFill/>
        </p:spPr>
        <p:txBody>
          <a:bodyPr wrap="none" rtlCol="0">
            <a:spAutoFit/>
          </a:bodyPr>
          <a:lstStyle/>
          <a:p>
            <a:r>
              <a:rPr lang="en-US" dirty="0">
                <a:solidFill>
                  <a:schemeClr val="bg1"/>
                </a:solidFill>
              </a:rPr>
              <a:t>Geoffrey Edelsten</a:t>
            </a:r>
            <a:endParaRPr lang="en-AU" dirty="0">
              <a:solidFill>
                <a:schemeClr val="bg1"/>
              </a:solidFill>
            </a:endParaRPr>
          </a:p>
        </p:txBody>
      </p:sp>
    </p:spTree>
    <p:extLst>
      <p:ext uri="{BB962C8B-B14F-4D97-AF65-F5344CB8AC3E}">
        <p14:creationId xmlns:p14="http://schemas.microsoft.com/office/powerpoint/2010/main" val="3695076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E20711A-78A7-148D-7E97-111338D404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8EB0555-BB25-4059-13E3-0ECEC1CA039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C301138-BCB6-D106-19A2-3BB886FFDCA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22188F97-CAFB-C056-962F-2462C3D3D152}"/>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ABT v Bond </a:t>
            </a:r>
            <a:r>
              <a:rPr lang="en-US" sz="2496" b="1" dirty="0">
                <a:solidFill>
                  <a:srgbClr val="FFFFFF"/>
                </a:solidFill>
                <a:latin typeface="Arial Bold"/>
                <a:ea typeface="Arial Bold"/>
                <a:cs typeface="Arial Bold"/>
                <a:sym typeface="Arial Bold"/>
              </a:rPr>
              <a:t>(1990) 110 CLR 321</a:t>
            </a:r>
          </a:p>
        </p:txBody>
      </p:sp>
      <p:sp>
        <p:nvSpPr>
          <p:cNvPr id="9" name="TextBox 9">
            <a:extLst>
              <a:ext uri="{FF2B5EF4-FFF2-40B4-BE49-F238E27FC236}">
                <a16:creationId xmlns:a16="http://schemas.microsoft.com/office/drawing/2014/main" id="{9B78C452-F48A-3684-99C8-0371099EB0AF}"/>
              </a:ext>
            </a:extLst>
          </p:cNvPr>
          <p:cNvSpPr txBox="1"/>
          <p:nvPr/>
        </p:nvSpPr>
        <p:spPr>
          <a:xfrm>
            <a:off x="267116" y="1219200"/>
            <a:ext cx="8611567" cy="5333832"/>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Before this case ‘decision’ and conduct were given broad construction, resulting in broad jurisdiction under ADJR Act –Bond investigated by ABT as someone who might not be ‘fit and proper person’ to hold broadcasting </a:t>
            </a:r>
            <a:r>
              <a:rPr lang="en-US" sz="1627" dirty="0" err="1">
                <a:solidFill>
                  <a:srgbClr val="FFFFFF"/>
                </a:solidFill>
                <a:latin typeface="Arial" panose="020B0604020202020204" pitchFamily="34" charset="0"/>
                <a:ea typeface="Arial Bold"/>
                <a:cs typeface="Arial" panose="020B0604020202020204" pitchFamily="34" charset="0"/>
                <a:sym typeface="Arial Bold"/>
              </a:rPr>
              <a:t>licence</a:t>
            </a:r>
            <a:r>
              <a:rPr lang="en-US" sz="1627" dirty="0">
                <a:solidFill>
                  <a:srgbClr val="FFFFFF"/>
                </a:solidFill>
                <a:latin typeface="Arial" panose="020B0604020202020204" pitchFamily="34" charset="0"/>
                <a:ea typeface="Arial Bold"/>
                <a:cs typeface="Arial" panose="020B0604020202020204" pitchFamily="34" charset="0"/>
                <a:sym typeface="Arial Bold"/>
              </a:rPr>
              <a:t> – had made public statements suggesting bribery and threats</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ABT published interim ‘Decision on Facts’ concluding that Bond (and, by extension, his companies who actually held the </a:t>
            </a:r>
            <a:r>
              <a:rPr lang="en-US" sz="1627" dirty="0" err="1">
                <a:solidFill>
                  <a:srgbClr val="FFFFFF"/>
                </a:solidFill>
                <a:latin typeface="Arial" panose="020B0604020202020204" pitchFamily="34" charset="0"/>
                <a:ea typeface="Arial Bold"/>
                <a:cs typeface="Arial" panose="020B0604020202020204" pitchFamily="34" charset="0"/>
                <a:sym typeface="Arial Bold"/>
              </a:rPr>
              <a:t>licences</a:t>
            </a:r>
            <a:r>
              <a:rPr lang="en-US" sz="1627" dirty="0">
                <a:solidFill>
                  <a:srgbClr val="FFFFFF"/>
                </a:solidFill>
                <a:latin typeface="Arial" panose="020B0604020202020204" pitchFamily="34" charset="0"/>
                <a:ea typeface="Arial Bold"/>
                <a:cs typeface="Arial" panose="020B0604020202020204" pitchFamily="34" charset="0"/>
                <a:sym typeface="Arial Bold"/>
              </a:rPr>
              <a:t>) was not a fit and proper person. No action yet taken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to cancel or modify </a:t>
            </a:r>
            <a:r>
              <a:rPr lang="en-US" sz="1627" dirty="0" err="1">
                <a:solidFill>
                  <a:srgbClr val="FFFFFF"/>
                </a:solidFill>
                <a:latin typeface="Arial" panose="020B0604020202020204" pitchFamily="34" charset="0"/>
                <a:ea typeface="Arial Bold"/>
                <a:cs typeface="Arial" panose="020B0604020202020204" pitchFamily="34" charset="0"/>
                <a:sym typeface="Arial Bold"/>
              </a:rPr>
              <a:t>licences</a:t>
            </a:r>
            <a:r>
              <a:rPr lang="en-US" sz="1627" dirty="0">
                <a:solidFill>
                  <a:srgbClr val="FFFFFF"/>
                </a:solidFill>
                <a:latin typeface="Arial" panose="020B0604020202020204" pitchFamily="34" charset="0"/>
                <a:ea typeface="Arial Bold"/>
                <a:cs typeface="Arial" panose="020B0604020202020204" pitchFamily="34" charset="0"/>
                <a:sym typeface="Arial Bold"/>
              </a:rPr>
              <a: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Bond sued ABT under ADJR Act in respect of 11 decisions and 7 instances of conduct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ABT argued that only 1 – the ‘not fit and proper’ finding – met ADJR Act definition</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HCA points out that subsections 3(2), 3(3) and 3(5) and indeed s 6 would be unnecessary if </a:t>
            </a:r>
            <a:r>
              <a:rPr lang="en-US" sz="1627" dirty="0" err="1">
                <a:solidFill>
                  <a:srgbClr val="FFFFFF"/>
                </a:solidFill>
                <a:latin typeface="Arial" panose="020B0604020202020204" pitchFamily="34" charset="0"/>
                <a:ea typeface="Arial Bold"/>
                <a:cs typeface="Arial" panose="020B0604020202020204" pitchFamily="34" charset="0"/>
                <a:sym typeface="Arial Bold"/>
              </a:rPr>
              <a:t>Parlament</a:t>
            </a:r>
            <a:r>
              <a:rPr lang="en-US" sz="1627" dirty="0">
                <a:solidFill>
                  <a:srgbClr val="FFFFFF"/>
                </a:solidFill>
                <a:latin typeface="Arial" panose="020B0604020202020204" pitchFamily="34" charset="0"/>
                <a:ea typeface="Arial Bold"/>
                <a:cs typeface="Arial" panose="020B0604020202020204" pitchFamily="34" charset="0"/>
                <a:sym typeface="Arial Bold"/>
              </a:rPr>
              <a:t> had not meant ‘decision’ to be interpreted relatively narrowly</a:t>
            </a:r>
          </a:p>
          <a:p>
            <a:pPr marL="285750" indent="-285750">
              <a:spcAft>
                <a:spcPts val="1200"/>
              </a:spcAft>
              <a:buFont typeface="Arial" panose="020B0604020202020204" pitchFamily="34" charset="0"/>
              <a:buChar char="•"/>
            </a:pPr>
            <a:r>
              <a:rPr lang="en-US" sz="1627" b="1" u="sng" dirty="0">
                <a:solidFill>
                  <a:srgbClr val="FFFFFF"/>
                </a:solidFill>
                <a:latin typeface="Arial" panose="020B0604020202020204" pitchFamily="34" charset="0"/>
                <a:ea typeface="Arial Bold"/>
                <a:cs typeface="Arial" panose="020B0604020202020204" pitchFamily="34" charset="0"/>
                <a:sym typeface="Arial Bold"/>
              </a:rPr>
              <a:t>Concluded that ‘decision’ must be ‘substantive’ and ‘final or operative and determinative’</a:t>
            </a:r>
          </a:p>
          <a:p>
            <a:pPr marL="285750" indent="-285750">
              <a:spcAft>
                <a:spcPts val="1200"/>
              </a:spcAft>
              <a:buFont typeface="Arial" panose="020B0604020202020204" pitchFamily="34" charset="0"/>
              <a:buChar char="•"/>
            </a:pPr>
            <a:r>
              <a:rPr lang="en-US" sz="1627" b="1" u="sng" dirty="0">
                <a:solidFill>
                  <a:srgbClr val="FFFFFF"/>
                </a:solidFill>
                <a:latin typeface="Arial" panose="020B0604020202020204" pitchFamily="34" charset="0"/>
                <a:ea typeface="Arial Bold"/>
                <a:cs typeface="Arial" panose="020B0604020202020204" pitchFamily="34" charset="0"/>
                <a:sym typeface="Arial Bold"/>
              </a:rPr>
              <a:t>‘Conduct’ refers to administrative activity preceding a decision that reveals a </a:t>
            </a:r>
            <a:br>
              <a:rPr lang="en-US" sz="1627" b="1" u="sng" dirty="0">
                <a:solidFill>
                  <a:srgbClr val="FFFFFF"/>
                </a:solidFill>
                <a:latin typeface="Arial" panose="020B0604020202020204" pitchFamily="34" charset="0"/>
                <a:ea typeface="Arial Bold"/>
                <a:cs typeface="Arial" panose="020B0604020202020204" pitchFamily="34" charset="0"/>
                <a:sym typeface="Arial Bold"/>
              </a:rPr>
            </a:br>
            <a:r>
              <a:rPr lang="en-US" sz="1627" b="1" u="sng" dirty="0">
                <a:solidFill>
                  <a:srgbClr val="FFFFFF"/>
                </a:solidFill>
                <a:latin typeface="Arial" panose="020B0604020202020204" pitchFamily="34" charset="0"/>
                <a:ea typeface="Arial Bold"/>
                <a:cs typeface="Arial" panose="020B0604020202020204" pitchFamily="34" charset="0"/>
                <a:sym typeface="Arial Bold"/>
              </a:rPr>
              <a:t>flawed administrative process</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In this case, findings </a:t>
            </a:r>
            <a:r>
              <a:rPr lang="en-US" sz="1627" dirty="0" err="1">
                <a:solidFill>
                  <a:srgbClr val="FFFFFF"/>
                </a:solidFill>
                <a:latin typeface="Arial" panose="020B0604020202020204" pitchFamily="34" charset="0"/>
                <a:ea typeface="Arial Bold"/>
                <a:cs typeface="Arial" panose="020B0604020202020204" pitchFamily="34" charset="0"/>
                <a:sym typeface="Arial Bold"/>
              </a:rPr>
              <a:t>wrt</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err="1">
                <a:solidFill>
                  <a:srgbClr val="FFFFFF"/>
                </a:solidFill>
                <a:latin typeface="Arial" panose="020B0604020202020204" pitchFamily="34" charset="0"/>
                <a:ea typeface="Arial Bold"/>
                <a:cs typeface="Arial" panose="020B0604020202020204" pitchFamily="34" charset="0"/>
                <a:sym typeface="Arial Bold"/>
              </a:rPr>
              <a:t>licencees</a:t>
            </a:r>
            <a:r>
              <a:rPr lang="en-US" sz="1627" dirty="0">
                <a:solidFill>
                  <a:srgbClr val="FFFFFF"/>
                </a:solidFill>
                <a:latin typeface="Arial" panose="020B0604020202020204" pitchFamily="34" charset="0"/>
                <a:ea typeface="Arial Bold"/>
                <a:cs typeface="Arial" panose="020B0604020202020204" pitchFamily="34" charset="0"/>
                <a:sym typeface="Arial Bold"/>
              </a:rPr>
              <a:t> were ‘decisions’, finding </a:t>
            </a:r>
            <a:r>
              <a:rPr lang="en-US" sz="1627" dirty="0" err="1">
                <a:solidFill>
                  <a:srgbClr val="FFFFFF"/>
                </a:solidFill>
                <a:latin typeface="Arial" panose="020B0604020202020204" pitchFamily="34" charset="0"/>
                <a:ea typeface="Arial Bold"/>
                <a:cs typeface="Arial" panose="020B0604020202020204" pitchFamily="34" charset="0"/>
                <a:sym typeface="Arial Bold"/>
              </a:rPr>
              <a:t>wrt</a:t>
            </a:r>
            <a:r>
              <a:rPr lang="en-US" sz="1627" dirty="0">
                <a:solidFill>
                  <a:srgbClr val="FFFFFF"/>
                </a:solidFill>
                <a:latin typeface="Arial" panose="020B0604020202020204" pitchFamily="34" charset="0"/>
                <a:ea typeface="Arial Bold"/>
                <a:cs typeface="Arial" panose="020B0604020202020204" pitchFamily="34" charset="0"/>
                <a:sym typeface="Arial Bold"/>
              </a:rPr>
              <a:t> Bond was not, </a:t>
            </a:r>
            <a:br>
              <a:rPr lang="en-US" sz="1627" dirty="0">
                <a:solidFill>
                  <a:srgbClr val="FFFFFF"/>
                </a:solidFill>
                <a:latin typeface="Arial" panose="020B0604020202020204" pitchFamily="34" charset="0"/>
                <a:ea typeface="Arial Bold"/>
                <a:cs typeface="Arial" panose="020B0604020202020204" pitchFamily="34" charset="0"/>
                <a:sym typeface="Arial Bold"/>
              </a:rPr>
            </a:br>
            <a:r>
              <a:rPr lang="en-US" sz="1627" dirty="0">
                <a:solidFill>
                  <a:srgbClr val="FFFFFF"/>
                </a:solidFill>
                <a:latin typeface="Arial" panose="020B0604020202020204" pitchFamily="34" charset="0"/>
                <a:ea typeface="Arial Bold"/>
                <a:cs typeface="Arial" panose="020B0604020202020204" pitchFamily="34" charset="0"/>
                <a:sym typeface="Arial Bold"/>
              </a:rPr>
              <a:t>but NB findings of fact generally not ‘decisions’ – )</a:t>
            </a:r>
          </a:p>
        </p:txBody>
      </p:sp>
      <p:sp>
        <p:nvSpPr>
          <p:cNvPr id="10" name="TextBox 10">
            <a:extLst>
              <a:ext uri="{FF2B5EF4-FFF2-40B4-BE49-F238E27FC236}">
                <a16:creationId xmlns:a16="http://schemas.microsoft.com/office/drawing/2014/main" id="{C32CE339-C709-1D03-FD04-666E3DA9261A}"/>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5122" name="Picture 2" descr="Alan Bond: The one and only | NT News">
            <a:extLst>
              <a:ext uri="{FF2B5EF4-FFF2-40B4-BE49-F238E27FC236}">
                <a16:creationId xmlns:a16="http://schemas.microsoft.com/office/drawing/2014/main" id="{C0798F5A-0C7A-B4AE-2706-BBF7F73BE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8683" y="4653599"/>
            <a:ext cx="2627201" cy="197040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Joh Bjelke-Petersen campaign poster, 1983 | Queensland Historical Atlas">
            <a:extLst>
              <a:ext uri="{FF2B5EF4-FFF2-40B4-BE49-F238E27FC236}">
                <a16:creationId xmlns:a16="http://schemas.microsoft.com/office/drawing/2014/main" id="{C21750DE-0305-7E3D-D18F-DF8A3E13E9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8745" y="957108"/>
            <a:ext cx="1803400" cy="26471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9C96E12-BBE8-D54E-C8A7-679A7F8F14E6}"/>
              </a:ext>
            </a:extLst>
          </p:cNvPr>
          <p:cNvSpPr txBox="1"/>
          <p:nvPr/>
        </p:nvSpPr>
        <p:spPr>
          <a:xfrm>
            <a:off x="9080447" y="3804242"/>
            <a:ext cx="2888878" cy="600164"/>
          </a:xfrm>
          <a:prstGeom prst="rect">
            <a:avLst/>
          </a:prstGeom>
          <a:noFill/>
        </p:spPr>
        <p:txBody>
          <a:bodyPr wrap="square" rtlCol="0">
            <a:spAutoFit/>
          </a:bodyPr>
          <a:lstStyle/>
          <a:p>
            <a:r>
              <a:rPr lang="en-US" sz="1100" dirty="0">
                <a:solidFill>
                  <a:schemeClr val="bg1"/>
                </a:solidFill>
              </a:rPr>
              <a:t>Case concerned Bond’s  settlement payment to Sir Joh: Campaign Poster: Source: Queensland Museum</a:t>
            </a:r>
            <a:endParaRPr lang="en-AU" sz="1100" dirty="0">
              <a:solidFill>
                <a:schemeClr val="bg1"/>
              </a:solidFill>
            </a:endParaRPr>
          </a:p>
        </p:txBody>
      </p:sp>
    </p:spTree>
    <p:extLst>
      <p:ext uri="{BB962C8B-B14F-4D97-AF65-F5344CB8AC3E}">
        <p14:creationId xmlns:p14="http://schemas.microsoft.com/office/powerpoint/2010/main" val="773770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9B15BF4-FA29-0AF5-488E-4C6ACFA105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A5E308C-2249-F5C6-11FB-3D6CB58CDC78}"/>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5B41D06-EB12-A5C0-05CD-20808146A24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B7205980-B09D-EC4A-DFF5-42E20A5F94D1}"/>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Edelsten v HIC </a:t>
            </a:r>
            <a:r>
              <a:rPr lang="en-US" sz="2496" b="1" dirty="0">
                <a:solidFill>
                  <a:srgbClr val="FFFFFF"/>
                </a:solidFill>
                <a:latin typeface="Arial Bold"/>
                <a:ea typeface="Arial Bold"/>
                <a:cs typeface="Arial Bold"/>
                <a:sym typeface="Arial Bold"/>
              </a:rPr>
              <a:t>(1990) 96 ALR 673</a:t>
            </a:r>
          </a:p>
        </p:txBody>
      </p:sp>
      <p:sp>
        <p:nvSpPr>
          <p:cNvPr id="9" name="TextBox 9">
            <a:extLst>
              <a:ext uri="{FF2B5EF4-FFF2-40B4-BE49-F238E27FC236}">
                <a16:creationId xmlns:a16="http://schemas.microsoft.com/office/drawing/2014/main" id="{EBACC8FB-9E9E-1F73-D8B5-675592EE9E13}"/>
              </a:ext>
            </a:extLst>
          </p:cNvPr>
          <p:cNvSpPr txBox="1"/>
          <p:nvPr/>
        </p:nvSpPr>
        <p:spPr>
          <a:xfrm>
            <a:off x="267116" y="1219200"/>
            <a:ext cx="5371684" cy="3062057"/>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Edelsten investigated under Health Insurance Commission Act 1973 for claiming excessively under Medicare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Sued Commission after HIC advisers Drs </a:t>
            </a:r>
            <a:r>
              <a:rPr lang="en-US" sz="1627" dirty="0" err="1">
                <a:solidFill>
                  <a:srgbClr val="FFFFFF"/>
                </a:solidFill>
                <a:latin typeface="Arial" panose="020B0604020202020204" pitchFamily="34" charset="0"/>
                <a:ea typeface="Arial Bold"/>
                <a:cs typeface="Arial" panose="020B0604020202020204" pitchFamily="34" charset="0"/>
                <a:sym typeface="Arial Bold"/>
              </a:rPr>
              <a:t>Nearhos</a:t>
            </a:r>
            <a:r>
              <a:rPr lang="en-US" sz="1627" dirty="0">
                <a:solidFill>
                  <a:srgbClr val="FFFFFF"/>
                </a:solidFill>
                <a:latin typeface="Arial" panose="020B0604020202020204" pitchFamily="34" charset="0"/>
                <a:ea typeface="Arial Bold"/>
                <a:cs typeface="Arial" panose="020B0604020202020204" pitchFamily="34" charset="0"/>
                <a:sym typeface="Arial Bold"/>
              </a:rPr>
              <a:t> and Dash conducted factual investigations and referred the matter to a disciplinary committee respectively</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Full Federal Court held that decisions which ‘have real impact upon a person’s rights, privileges or obligations’ should pass Bond test, whereas others will be ‘mere stepping stones which lead ultimately to the making of a decision which does not affect the person’s position’</a:t>
            </a:r>
          </a:p>
        </p:txBody>
      </p:sp>
      <p:sp>
        <p:nvSpPr>
          <p:cNvPr id="10" name="TextBox 10">
            <a:extLst>
              <a:ext uri="{FF2B5EF4-FFF2-40B4-BE49-F238E27FC236}">
                <a16:creationId xmlns:a16="http://schemas.microsoft.com/office/drawing/2014/main" id="{26610698-FBBC-2C1E-ECBB-2B130733330A}"/>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448366AE-7A73-0A90-D8A4-5542D83269C1}"/>
              </a:ext>
            </a:extLst>
          </p:cNvPr>
          <p:cNvPicPr>
            <a:picLocks noChangeAspect="1"/>
          </p:cNvPicPr>
          <p:nvPr/>
        </p:nvPicPr>
        <p:blipFill>
          <a:blip r:embed="rId2"/>
          <a:stretch>
            <a:fillRect/>
          </a:stretch>
        </p:blipFill>
        <p:spPr>
          <a:xfrm>
            <a:off x="6503498" y="1635310"/>
            <a:ext cx="4517724" cy="2652043"/>
          </a:xfrm>
          <a:prstGeom prst="rect">
            <a:avLst/>
          </a:prstGeom>
        </p:spPr>
      </p:pic>
    </p:spTree>
    <p:extLst>
      <p:ext uri="{BB962C8B-B14F-4D97-AF65-F5344CB8AC3E}">
        <p14:creationId xmlns:p14="http://schemas.microsoft.com/office/powerpoint/2010/main" val="38220356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3E2314C-0652-3C06-DC03-D4937AD4EC2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AB3FAF-E2F9-5910-CC81-403BE8F13B5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3A94C38-F192-2ED6-8DD1-FEB65384F51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CFAF9ECA-09B8-1919-2AC5-BE9AACB6153D}"/>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Kelson v Forward </a:t>
            </a:r>
            <a:r>
              <a:rPr lang="en-US" sz="2496" b="1" dirty="0">
                <a:solidFill>
                  <a:srgbClr val="FFFFFF"/>
                </a:solidFill>
                <a:latin typeface="Arial Bold"/>
                <a:ea typeface="Arial Bold"/>
                <a:cs typeface="Arial Bold"/>
                <a:sym typeface="Arial Bold"/>
              </a:rPr>
              <a:t>(1995) 60 FCR 39</a:t>
            </a:r>
          </a:p>
        </p:txBody>
      </p:sp>
      <p:sp>
        <p:nvSpPr>
          <p:cNvPr id="9" name="TextBox 9">
            <a:extLst>
              <a:ext uri="{FF2B5EF4-FFF2-40B4-BE49-F238E27FC236}">
                <a16:creationId xmlns:a16="http://schemas.microsoft.com/office/drawing/2014/main" id="{CD74C01D-BB80-E98E-02F9-CA2AC545B3F7}"/>
              </a:ext>
            </a:extLst>
          </p:cNvPr>
          <p:cNvSpPr txBox="1"/>
          <p:nvPr/>
        </p:nvSpPr>
        <p:spPr>
          <a:xfrm>
            <a:off x="267116" y="1219200"/>
            <a:ext cx="11702209" cy="2214389"/>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Merit Protection and Review Agency (MPRA) had power to inquire into and report to Minister about Commonwealth Government employment issues.</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Conducted inquiry into workplace harassment at the War Memorial and reported to Minister</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Director of War Memorial sued claiming breaches of natural justice and incorrect test of ‘harassment’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Federal Court held – NB after Bond – that the report was a reviewable ‘decision’ – stood alone as a ‘separate and discrete decision’ and did not ‘fragment’ the admin process; report was had ‘real impact’ on rights and was ‘substantive’ (citing Bond and Edelsten)</a:t>
            </a:r>
          </a:p>
        </p:txBody>
      </p:sp>
      <p:sp>
        <p:nvSpPr>
          <p:cNvPr id="10" name="TextBox 10">
            <a:extLst>
              <a:ext uri="{FF2B5EF4-FFF2-40B4-BE49-F238E27FC236}">
                <a16:creationId xmlns:a16="http://schemas.microsoft.com/office/drawing/2014/main" id="{E807866D-E3EB-18A6-0EA8-9B57328093D0}"/>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3074" name="Picture 2" descr="Image result for australian war memorial">
            <a:extLst>
              <a:ext uri="{FF2B5EF4-FFF2-40B4-BE49-F238E27FC236}">
                <a16:creationId xmlns:a16="http://schemas.microsoft.com/office/drawing/2014/main" id="{81DBC4CF-B025-2239-B1F9-4240D0B95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1955" y="3654604"/>
            <a:ext cx="4343401" cy="2895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561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287057B-10A0-95BB-16F1-871A2069B68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8DFBA8C-5EF6-8052-D2A0-C2913DF3F53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FD39E99-78BE-2676-C60A-137FA715E75E}"/>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05F67A8-A77C-4AEE-8D25-610161C51637}"/>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a:t>
            </a:r>
            <a:r>
              <a:rPr kumimoji="0" lang="en-US" sz="2496" b="1" i="0" u="none" strike="noStrike" kern="1200" cap="none" spc="0" normalizeH="0" baseline="0" noProof="0" dirty="0" err="1">
                <a:ln>
                  <a:noFill/>
                </a:ln>
                <a:solidFill>
                  <a:srgbClr val="FFFFFF"/>
                </a:solidFill>
                <a:effectLst/>
                <a:uLnTx/>
                <a:uFillTx/>
                <a:latin typeface="Arial Bold"/>
                <a:ea typeface="Arial Bold"/>
                <a:cs typeface="Arial Bold"/>
                <a:sym typeface="Arial Bold"/>
              </a:rPr>
              <a:t>Cth</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 legislation</a:t>
            </a:r>
          </a:p>
        </p:txBody>
      </p:sp>
      <p:sp>
        <p:nvSpPr>
          <p:cNvPr id="9" name="TextBox 9">
            <a:extLst>
              <a:ext uri="{FF2B5EF4-FFF2-40B4-BE49-F238E27FC236}">
                <a16:creationId xmlns:a16="http://schemas.microsoft.com/office/drawing/2014/main" id="{EF2E7306-C6C3-EDB2-0119-DC2BBFCA485C}"/>
              </a:ext>
            </a:extLst>
          </p:cNvPr>
          <p:cNvSpPr txBox="1"/>
          <p:nvPr/>
        </p:nvSpPr>
        <p:spPr>
          <a:xfrm>
            <a:off x="392084" y="1295400"/>
            <a:ext cx="9132916" cy="3734997"/>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(s.3 ) and ‘conduct’ (s. 6)</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Australian Broadcasting Tribunal v Bond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(1990) 110 CLR 321</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Edelsten v Health Insurance Commission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(1990) 96 ALR 673</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Kelson v Forward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(1995) 60 FCR 39</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‘Administrative character’ (s. 3)</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Federal Airports Corporation v Aerolineas </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Argentinas</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(1997) 147 ALR 649</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Roche Products Pty Ltd v National Drugs and Poisons Schedule Committee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(2007) 163 	FCR 451</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‘Under an enactment’ (s. 3)</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Griffith University v Tang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(2005) 221 CLR 99</a:t>
            </a:r>
          </a:p>
        </p:txBody>
      </p:sp>
      <p:sp>
        <p:nvSpPr>
          <p:cNvPr id="10" name="TextBox 10">
            <a:extLst>
              <a:ext uri="{FF2B5EF4-FFF2-40B4-BE49-F238E27FC236}">
                <a16:creationId xmlns:a16="http://schemas.microsoft.com/office/drawing/2014/main" id="{E7EBF657-6B39-CA2C-BFD0-22700D04189D}"/>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alan bond broadcasting tribunal">
            <a:extLst>
              <a:ext uri="{FF2B5EF4-FFF2-40B4-BE49-F238E27FC236}">
                <a16:creationId xmlns:a16="http://schemas.microsoft.com/office/drawing/2014/main" id="{543D3F56-B02C-52C2-50A9-7DE45174D6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963" y="375944"/>
            <a:ext cx="3731037" cy="23308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 result for geoffrey edelsten">
            <a:extLst>
              <a:ext uri="{FF2B5EF4-FFF2-40B4-BE49-F238E27FC236}">
                <a16:creationId xmlns:a16="http://schemas.microsoft.com/office/drawing/2014/main" id="{F35FFB0F-65B6-5C2B-6E5C-3DA33BBFA1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0963" y="4105526"/>
            <a:ext cx="3731037" cy="23877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6B0F80F-5B65-26C6-8599-253E8C24D74A}"/>
              </a:ext>
            </a:extLst>
          </p:cNvPr>
          <p:cNvSpPr txBox="1"/>
          <p:nvPr/>
        </p:nvSpPr>
        <p:spPr>
          <a:xfrm>
            <a:off x="9862562" y="2852142"/>
            <a:ext cx="11464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Alan Bond</a:t>
            </a: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8171C446-2DE0-8102-C140-D3B2C7B8B846}"/>
              </a:ext>
            </a:extLst>
          </p:cNvPr>
          <p:cNvSpPr txBox="1"/>
          <p:nvPr/>
        </p:nvSpPr>
        <p:spPr>
          <a:xfrm>
            <a:off x="9753247" y="6481008"/>
            <a:ext cx="185262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Geoffrey Edelsten</a:t>
            </a: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02163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FBA75B7C-2C98-C49D-FA7A-06F77073918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F6552C4-6EC9-B63F-2AAE-0D3F8E92B15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A9AE7BC-8E02-D611-C6A3-2998AFA4209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5C9F24CA-4D6C-CA5F-BFDD-0A165BD2E7E5}"/>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Federal Airports Corporation v Aerolineas </a:t>
            </a:r>
            <a:r>
              <a:rPr lang="en-US" sz="2496" b="1" i="1" dirty="0" err="1">
                <a:solidFill>
                  <a:srgbClr val="FFFFFF"/>
                </a:solidFill>
                <a:latin typeface="Arial Bold"/>
                <a:ea typeface="Arial Bold"/>
                <a:cs typeface="Arial Bold"/>
                <a:sym typeface="Arial Bold"/>
              </a:rPr>
              <a:t>Argentinas</a:t>
            </a:r>
            <a:r>
              <a:rPr lang="en-US" sz="2496" b="1" i="1" dirty="0">
                <a:solidFill>
                  <a:srgbClr val="FFFFFF"/>
                </a:solidFill>
                <a:latin typeface="Arial Bold"/>
                <a:ea typeface="Arial Bold"/>
                <a:cs typeface="Arial Bold"/>
                <a:sym typeface="Arial Bold"/>
              </a:rPr>
              <a:t> </a:t>
            </a:r>
            <a:r>
              <a:rPr lang="en-US" sz="2496" b="1" dirty="0">
                <a:solidFill>
                  <a:srgbClr val="FFFFFF"/>
                </a:solidFill>
                <a:latin typeface="Arial Bold"/>
                <a:ea typeface="Arial Bold"/>
                <a:cs typeface="Arial Bold"/>
                <a:sym typeface="Arial Bold"/>
              </a:rPr>
              <a:t>(1997) 147 ALR 649</a:t>
            </a:r>
          </a:p>
        </p:txBody>
      </p:sp>
      <p:sp>
        <p:nvSpPr>
          <p:cNvPr id="9" name="TextBox 9">
            <a:extLst>
              <a:ext uri="{FF2B5EF4-FFF2-40B4-BE49-F238E27FC236}">
                <a16:creationId xmlns:a16="http://schemas.microsoft.com/office/drawing/2014/main" id="{823F1254-9500-5133-8285-E0CCCC576B8E}"/>
              </a:ext>
            </a:extLst>
          </p:cNvPr>
          <p:cNvSpPr txBox="1"/>
          <p:nvPr/>
        </p:nvSpPr>
        <p:spPr>
          <a:xfrm>
            <a:off x="267116" y="1219200"/>
            <a:ext cx="11952316" cy="1867499"/>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Federal Airports Corporation was empowered to impose charges on those using airports</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AA challenged a landing fee for large aircraft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Since rule was ‘of general application’ – FAC contended that it was legislative in character rather than administrative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FAC’s hybrid govt/commercial nature was key consideration for Court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Concluded that the determination of a landing fee was part of the ‘execution or administration of the FAC Act’</a:t>
            </a:r>
          </a:p>
        </p:txBody>
      </p:sp>
      <p:sp>
        <p:nvSpPr>
          <p:cNvPr id="10" name="TextBox 10">
            <a:extLst>
              <a:ext uri="{FF2B5EF4-FFF2-40B4-BE49-F238E27FC236}">
                <a16:creationId xmlns:a16="http://schemas.microsoft.com/office/drawing/2014/main" id="{85E38345-C242-736F-22DB-17EAFACEA29F}"/>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026" name="Picture 2" descr="Image result for aerolineas argentinas">
            <a:extLst>
              <a:ext uri="{FF2B5EF4-FFF2-40B4-BE49-F238E27FC236}">
                <a16:creationId xmlns:a16="http://schemas.microsoft.com/office/drawing/2014/main" id="{1CACF2D7-51C4-15E0-59A2-A1486E9E59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4198" y="3864864"/>
            <a:ext cx="4047336" cy="2676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674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540A430E-9F66-314E-5CB3-3859BA5D9C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3D52F93-E2CA-A7C6-F87D-79A3D3E7A59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C0E7A89-78FE-213F-686C-4B8B1887984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6C200A56-18C0-CE23-7CC0-C7E0DF1304F8}"/>
              </a:ext>
            </a:extLst>
          </p:cNvPr>
          <p:cNvSpPr txBox="1"/>
          <p:nvPr/>
        </p:nvSpPr>
        <p:spPr>
          <a:xfrm>
            <a:off x="392084" y="560536"/>
            <a:ext cx="11190316" cy="858312"/>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Roche Products Pty Ltd v National Drugs and Poisons Schedule Committee </a:t>
            </a:r>
            <a:r>
              <a:rPr lang="en-US" sz="2496" b="1" dirty="0">
                <a:solidFill>
                  <a:srgbClr val="FFFFFF"/>
                </a:solidFill>
                <a:latin typeface="Arial Bold"/>
                <a:ea typeface="Arial Bold"/>
                <a:cs typeface="Arial Bold"/>
                <a:sym typeface="Arial Bold"/>
              </a:rPr>
              <a:t>(2007) 163 FCR 451</a:t>
            </a:r>
          </a:p>
        </p:txBody>
      </p:sp>
      <p:sp>
        <p:nvSpPr>
          <p:cNvPr id="9" name="TextBox 9">
            <a:extLst>
              <a:ext uri="{FF2B5EF4-FFF2-40B4-BE49-F238E27FC236}">
                <a16:creationId xmlns:a16="http://schemas.microsoft.com/office/drawing/2014/main" id="{75AA0419-79C3-1481-82B4-45094051DD18}"/>
              </a:ext>
            </a:extLst>
          </p:cNvPr>
          <p:cNvSpPr txBox="1"/>
          <p:nvPr/>
        </p:nvSpPr>
        <p:spPr>
          <a:xfrm>
            <a:off x="239684" y="1561501"/>
            <a:ext cx="11952316" cy="3523722"/>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TGA gave National Drugs &amp; Poisons Schedule Committee to determine which substances should be listed on the Poisons Standard – incl. in Appendix H drugs which could be sold over the counter (and advertised for direct sale)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Committee decided to remove weight control drug Orlistat from the relevant Appendix after complaints that it had been promoted on Australian Idol</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Fed Court held that the decision of the Committee to amend Appendix H was of a legislative character (</a:t>
            </a:r>
            <a:r>
              <a:rPr lang="en-US" sz="1627" dirty="0" err="1">
                <a:solidFill>
                  <a:srgbClr val="FFFFFF"/>
                </a:solidFill>
                <a:latin typeface="Arial" panose="020B0604020202020204" pitchFamily="34" charset="0"/>
                <a:ea typeface="Arial Bold"/>
                <a:cs typeface="Arial" panose="020B0604020202020204" pitchFamily="34" charset="0"/>
                <a:sym typeface="Arial Bold"/>
              </a:rPr>
              <a:t>ie</a:t>
            </a:r>
            <a:r>
              <a:rPr lang="en-US" sz="1627" dirty="0">
                <a:solidFill>
                  <a:srgbClr val="FFFFFF"/>
                </a:solidFill>
                <a:latin typeface="Arial" panose="020B0604020202020204" pitchFamily="34" charset="0"/>
                <a:ea typeface="Arial Bold"/>
                <a:cs typeface="Arial" panose="020B0604020202020204" pitchFamily="34" charset="0"/>
                <a:sym typeface="Arial Bold"/>
              </a:rPr>
              <a:t> not reviewable under ADJR Act)</a:t>
            </a:r>
          </a:p>
          <a:p>
            <a:pPr lvl="1">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‘The distinction is essentially between the creation or formulation of new rules of law having general application and the 	application of those general rules to particular cases’ (citing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i="1" dirty="0">
                <a:solidFill>
                  <a:srgbClr val="FFFFFF"/>
                </a:solidFill>
                <a:latin typeface="Arial" panose="020B0604020202020204" pitchFamily="34" charset="0"/>
                <a:ea typeface="Arial Bold"/>
                <a:cs typeface="Arial" panose="020B0604020202020204" pitchFamily="34" charset="0"/>
                <a:sym typeface="Arial Bold"/>
              </a:rPr>
              <a:t> v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Grunseit</a:t>
            </a:r>
            <a:r>
              <a:rPr lang="en-US" sz="1627" i="1"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a:solidFill>
                  <a:srgbClr val="FFFFFF"/>
                </a:solidFill>
                <a:latin typeface="Arial" panose="020B0604020202020204" pitchFamily="34" charset="0"/>
                <a:ea typeface="Arial Bold"/>
                <a:cs typeface="Arial" panose="020B0604020202020204" pitchFamily="34" charset="0"/>
                <a:sym typeface="Arial Bold"/>
              </a:rPr>
              <a:t>(1943) 67 CLR 58)</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Listed relevant factors incl. that rule applied to the substance behind Orlistat regardless of </a:t>
            </a:r>
            <a:r>
              <a:rPr lang="en-US" sz="1627" dirty="0" err="1">
                <a:solidFill>
                  <a:srgbClr val="FFFFFF"/>
                </a:solidFill>
                <a:latin typeface="Arial" panose="020B0604020202020204" pitchFamily="34" charset="0"/>
                <a:ea typeface="Arial Bold"/>
                <a:cs typeface="Arial" panose="020B0604020202020204" pitchFamily="34" charset="0"/>
                <a:sym typeface="Arial Bold"/>
              </a:rPr>
              <a:t>mfr</a:t>
            </a:r>
            <a:r>
              <a:rPr lang="en-US" sz="1627" dirty="0">
                <a:solidFill>
                  <a:srgbClr val="FFFFFF"/>
                </a:solidFill>
                <a:latin typeface="Arial" panose="020B0604020202020204" pitchFamily="34" charset="0"/>
                <a:ea typeface="Arial Bold"/>
                <a:cs typeface="Arial" panose="020B0604020202020204" pitchFamily="34" charset="0"/>
                <a:sym typeface="Arial Bold"/>
              </a:rPr>
              <a:t>; Poisons Standard was part of national legislative scheme; decisions of Committee </a:t>
            </a:r>
            <a:r>
              <a:rPr lang="en-US" sz="1627" dirty="0" err="1">
                <a:solidFill>
                  <a:srgbClr val="FFFFFF"/>
                </a:solidFill>
                <a:latin typeface="Arial" panose="020B0604020202020204" pitchFamily="34" charset="0"/>
                <a:ea typeface="Arial Bold"/>
                <a:cs typeface="Arial" panose="020B0604020202020204" pitchFamily="34" charset="0"/>
                <a:sym typeface="Arial Bold"/>
              </a:rPr>
              <a:t>gazetted</a:t>
            </a:r>
            <a:r>
              <a:rPr lang="en-US" sz="1627" dirty="0">
                <a:solidFill>
                  <a:srgbClr val="FFFFFF"/>
                </a:solidFill>
                <a:latin typeface="Arial" panose="020B0604020202020204" pitchFamily="34" charset="0"/>
                <a:ea typeface="Arial Bold"/>
                <a:cs typeface="Arial" panose="020B0604020202020204" pitchFamily="34" charset="0"/>
                <a:sym typeface="Arial Bold"/>
              </a:rPr>
              <a:t> and not subject to merits review </a:t>
            </a:r>
            <a:r>
              <a:rPr lang="en-US" sz="1627" dirty="0" err="1">
                <a:solidFill>
                  <a:srgbClr val="FFFFFF"/>
                </a:solidFill>
                <a:latin typeface="Arial" panose="020B0604020202020204" pitchFamily="34" charset="0"/>
                <a:ea typeface="Arial Bold"/>
                <a:cs typeface="Arial" panose="020B0604020202020204" pitchFamily="34" charset="0"/>
                <a:sym typeface="Arial Bold"/>
              </a:rPr>
              <a:t>etc</a:t>
            </a:r>
            <a:r>
              <a:rPr lang="en-US" sz="1627" dirty="0">
                <a:solidFill>
                  <a:srgbClr val="FFFFFF"/>
                </a:solidFill>
                <a:latin typeface="Arial" panose="020B0604020202020204" pitchFamily="34" charset="0"/>
                <a:ea typeface="Arial Bold"/>
                <a:cs typeface="Arial" panose="020B0604020202020204" pitchFamily="34" charset="0"/>
                <a:sym typeface="Arial Bold"/>
              </a:rPr>
              <a:t> (see further tb [2.4.40C])</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Consequence, due to lack of listing on FRLI, was invalidation of Standard! [2.4.41]</a:t>
            </a:r>
          </a:p>
        </p:txBody>
      </p:sp>
      <p:sp>
        <p:nvSpPr>
          <p:cNvPr id="10" name="TextBox 10">
            <a:extLst>
              <a:ext uri="{FF2B5EF4-FFF2-40B4-BE49-F238E27FC236}">
                <a16:creationId xmlns:a16="http://schemas.microsoft.com/office/drawing/2014/main" id="{3178C5AB-0F0B-4CD1-8932-693F9D22B413}"/>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6148" name="Picture 4">
            <a:extLst>
              <a:ext uri="{FF2B5EF4-FFF2-40B4-BE49-F238E27FC236}">
                <a16:creationId xmlns:a16="http://schemas.microsoft.com/office/drawing/2014/main" id="{908C2487-C17A-71BA-041B-4AFEE0AFF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0041" y="5085223"/>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314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7377B6D1-3C20-C3F2-C0DB-869ECFC3625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7C40B4-F9A0-7CF0-FCEF-18C157A5D71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1B0D69A-E5CC-BE17-262D-24A770A686F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F21845EE-F9E6-DD06-D765-3083C0309533}"/>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a:t>
            </a:r>
            <a:r>
              <a:rPr kumimoji="0" lang="en-US" sz="2496" b="1" i="0" u="none" strike="noStrike" kern="1200" cap="none" spc="0" normalizeH="0" baseline="0" noProof="0" dirty="0" err="1">
                <a:ln>
                  <a:noFill/>
                </a:ln>
                <a:solidFill>
                  <a:srgbClr val="FFFFFF"/>
                </a:solidFill>
                <a:effectLst/>
                <a:uLnTx/>
                <a:uFillTx/>
                <a:latin typeface="Arial Bold"/>
                <a:ea typeface="Arial Bold"/>
                <a:cs typeface="Arial Bold"/>
                <a:sym typeface="Arial Bold"/>
              </a:rPr>
              <a:t>Cth</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 legislation</a:t>
            </a:r>
          </a:p>
        </p:txBody>
      </p:sp>
      <p:sp>
        <p:nvSpPr>
          <p:cNvPr id="9" name="TextBox 9">
            <a:extLst>
              <a:ext uri="{FF2B5EF4-FFF2-40B4-BE49-F238E27FC236}">
                <a16:creationId xmlns:a16="http://schemas.microsoft.com/office/drawing/2014/main" id="{3271A8B1-642D-D970-01FD-56B5CCD80ABF}"/>
              </a:ext>
            </a:extLst>
          </p:cNvPr>
          <p:cNvSpPr txBox="1"/>
          <p:nvPr/>
        </p:nvSpPr>
        <p:spPr>
          <a:xfrm>
            <a:off x="392084" y="1295400"/>
            <a:ext cx="9132916" cy="3734997"/>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(s.3 ) and ‘conduct’ (s. 6)</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Australian Broadcasting Tribunal v Bond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(1990) 110 CLR 321</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Edelsten v Health Insurance Commission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(1990) 96 ALR 673</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Kelson v Forward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(1995) 60 FCR 39</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‘Administrative character’ (s. 3)</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Federal Airports Corporation v Aerolineas </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Argentinas</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(1997) 147 ALR 649</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Roche Products Pty Ltd v National Drugs and Poisons Schedule Committee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(2007) 163 	FCR 451</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‘Under an enactment’ (s. 3)</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Griffith University v Tang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(2005) 221 CLR 99</a:t>
            </a:r>
          </a:p>
        </p:txBody>
      </p:sp>
      <p:sp>
        <p:nvSpPr>
          <p:cNvPr id="10" name="TextBox 10">
            <a:extLst>
              <a:ext uri="{FF2B5EF4-FFF2-40B4-BE49-F238E27FC236}">
                <a16:creationId xmlns:a16="http://schemas.microsoft.com/office/drawing/2014/main" id="{E0888D4E-0139-4B4B-4EFC-45674A8D6D3C}"/>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alan bond broadcasting tribunal">
            <a:extLst>
              <a:ext uri="{FF2B5EF4-FFF2-40B4-BE49-F238E27FC236}">
                <a16:creationId xmlns:a16="http://schemas.microsoft.com/office/drawing/2014/main" id="{F3E1C864-A9BF-A14E-0307-9F029C5385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60963" y="375944"/>
            <a:ext cx="3731037" cy="23308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 result for geoffrey edelsten">
            <a:extLst>
              <a:ext uri="{FF2B5EF4-FFF2-40B4-BE49-F238E27FC236}">
                <a16:creationId xmlns:a16="http://schemas.microsoft.com/office/drawing/2014/main" id="{1D46B387-7B9C-FA9B-0575-CBC9A9ED66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0963" y="4105526"/>
            <a:ext cx="3731037" cy="23877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F7826F9-1FD5-4001-F7A6-1D10103DFD54}"/>
              </a:ext>
            </a:extLst>
          </p:cNvPr>
          <p:cNvSpPr txBox="1"/>
          <p:nvPr/>
        </p:nvSpPr>
        <p:spPr>
          <a:xfrm>
            <a:off x="9862562" y="2852142"/>
            <a:ext cx="11464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Alan Bond</a:t>
            </a: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C9FB837E-7019-1B5F-BE41-560154D220E7}"/>
              </a:ext>
            </a:extLst>
          </p:cNvPr>
          <p:cNvSpPr txBox="1"/>
          <p:nvPr/>
        </p:nvSpPr>
        <p:spPr>
          <a:xfrm>
            <a:off x="9753247" y="6481008"/>
            <a:ext cx="185262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Geoffrey Edelsten</a:t>
            </a: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08180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F4E1977-A85A-4D4A-2DAF-FB01ED1A09F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16E17DD-FBA3-65CA-C710-C8A4BDDDC9B5}"/>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B086DC5-7863-C785-1AA8-7149B42D8FD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79B00AD7-B7F0-C2DE-E322-F54148DD23D7}"/>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Griffith University v Tang </a:t>
            </a:r>
            <a:r>
              <a:rPr lang="en-US" sz="2496" b="1" dirty="0">
                <a:solidFill>
                  <a:srgbClr val="FFFFFF"/>
                </a:solidFill>
                <a:latin typeface="Arial Bold"/>
                <a:ea typeface="Arial Bold"/>
                <a:cs typeface="Arial Bold"/>
                <a:sym typeface="Arial Bold"/>
              </a:rPr>
              <a:t>(2005) 221 CLR 99</a:t>
            </a:r>
          </a:p>
        </p:txBody>
      </p:sp>
      <p:sp>
        <p:nvSpPr>
          <p:cNvPr id="9" name="TextBox 9">
            <a:extLst>
              <a:ext uri="{FF2B5EF4-FFF2-40B4-BE49-F238E27FC236}">
                <a16:creationId xmlns:a16="http://schemas.microsoft.com/office/drawing/2014/main" id="{55AAE503-9DD6-C86B-BC49-C15F92BF4233}"/>
              </a:ext>
            </a:extLst>
          </p:cNvPr>
          <p:cNvSpPr txBox="1"/>
          <p:nvPr/>
        </p:nvSpPr>
        <p:spPr>
          <a:xfrm>
            <a:off x="392084" y="1295400"/>
            <a:ext cx="11952316" cy="3677610"/>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 3 def. of ‘enactment’ = Commonwealth Act and any instrument made under such an Act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How broad is ‘instrument’ though?</a:t>
            </a:r>
          </a:p>
          <a:p>
            <a:pPr marL="285750" indent="-285750">
              <a:spcAft>
                <a:spcPts val="1200"/>
              </a:spcAft>
              <a:buFont typeface="Arial" panose="020B0604020202020204" pitchFamily="34" charset="0"/>
              <a:buChar char="•"/>
            </a:pPr>
            <a:r>
              <a:rPr lang="en-US" sz="1627" dirty="0" err="1">
                <a:solidFill>
                  <a:srgbClr val="FFFFFF"/>
                </a:solidFill>
                <a:latin typeface="Arial" panose="020B0604020202020204" pitchFamily="34" charset="0"/>
                <a:ea typeface="Arial Bold"/>
                <a:cs typeface="Arial" panose="020B0604020202020204" pitchFamily="34" charset="0"/>
                <a:sym typeface="Arial Bold"/>
              </a:rPr>
              <a:t>Ms</a:t>
            </a:r>
            <a:r>
              <a:rPr lang="en-US" sz="1627" dirty="0">
                <a:solidFill>
                  <a:srgbClr val="FFFFFF"/>
                </a:solidFill>
                <a:latin typeface="Arial" panose="020B0604020202020204" pitchFamily="34" charset="0"/>
                <a:ea typeface="Arial Bold"/>
                <a:cs typeface="Arial" panose="020B0604020202020204" pitchFamily="34" charset="0"/>
                <a:sym typeface="Arial Bold"/>
              </a:rPr>
              <a:t> Tang, postgrad student, challenges decision made by Uni committee that she had engaged in academic misconduct (falsified data for PhD) and ending her candidature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HCA held that the decision to terminate her candidature was not made under the </a:t>
            </a:r>
            <a:r>
              <a:rPr lang="en-US" sz="1627" i="1" dirty="0">
                <a:solidFill>
                  <a:srgbClr val="FFFFFF"/>
                </a:solidFill>
                <a:latin typeface="Arial" panose="020B0604020202020204" pitchFamily="34" charset="0"/>
                <a:ea typeface="Arial Bold"/>
                <a:cs typeface="Arial" panose="020B0604020202020204" pitchFamily="34" charset="0"/>
                <a:sym typeface="Arial Bold"/>
              </a:rPr>
              <a:t>Griffith University Act 1998 </a:t>
            </a:r>
            <a:r>
              <a:rPr lang="en-US" sz="1627" dirty="0">
                <a:solidFill>
                  <a:srgbClr val="FFFFFF"/>
                </a:solidFill>
                <a:latin typeface="Arial" panose="020B0604020202020204" pitchFamily="34" charset="0"/>
                <a:ea typeface="Arial Bold"/>
                <a:cs typeface="Arial" panose="020B0604020202020204" pitchFamily="34" charset="0"/>
                <a:sym typeface="Arial Bold"/>
              </a:rPr>
              <a:t>or university statutes; rather under a policy on misconduct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Test adopted by HCA is that a decision will only be ‘made under an enactment’ for ADJR purposes if it ‘derive[d] from the enactment the capacity to affect legal rights and obligations’ or ‘took its legal force or effect from statute’ </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NB power to make the decision can be implied by the enactment; need not be express</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Court noted that relationship between Tang and the university was ‘voluntary’ and involved no contractual relationship – decision made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to fire an academic would be different.</a:t>
            </a:r>
          </a:p>
        </p:txBody>
      </p:sp>
      <p:sp>
        <p:nvSpPr>
          <p:cNvPr id="10" name="TextBox 10">
            <a:extLst>
              <a:ext uri="{FF2B5EF4-FFF2-40B4-BE49-F238E27FC236}">
                <a16:creationId xmlns:a16="http://schemas.microsoft.com/office/drawing/2014/main" id="{E2040552-DC6F-0DDD-B399-7A63D1E62F70}"/>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Image result for griffith university">
            <a:extLst>
              <a:ext uri="{FF2B5EF4-FFF2-40B4-BE49-F238E27FC236}">
                <a16:creationId xmlns:a16="http://schemas.microsoft.com/office/drawing/2014/main" id="{A8C7F122-4140-5EBE-86D5-EE184ABE9D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8664" y="5105400"/>
            <a:ext cx="2970661" cy="1559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757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FF7B4F6-EBBF-02DB-39B3-1BFFD7EC13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5AF3FD3-C042-4D10-7ACA-E7B2378CCCA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F83BA41-3960-8383-91CF-9DB44A1669F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0898CA78-076B-B666-327B-29D16BC37D9C}"/>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Statutory judicial review – Vic legislation</a:t>
            </a:r>
          </a:p>
        </p:txBody>
      </p:sp>
      <p:sp>
        <p:nvSpPr>
          <p:cNvPr id="9" name="TextBox 9">
            <a:extLst>
              <a:ext uri="{FF2B5EF4-FFF2-40B4-BE49-F238E27FC236}">
                <a16:creationId xmlns:a16="http://schemas.microsoft.com/office/drawing/2014/main" id="{F58C2E34-3E78-B4F0-FF9B-867923AED512}"/>
              </a:ext>
            </a:extLst>
          </p:cNvPr>
          <p:cNvSpPr txBox="1"/>
          <p:nvPr/>
        </p:nvSpPr>
        <p:spPr>
          <a:xfrm>
            <a:off x="392084" y="1295400"/>
            <a:ext cx="6618316" cy="3466334"/>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i="1" dirty="0">
                <a:solidFill>
                  <a:srgbClr val="FFFFFF"/>
                </a:solidFill>
                <a:latin typeface="Arial" panose="020B0604020202020204" pitchFamily="34" charset="0"/>
                <a:ea typeface="Arial Bold"/>
                <a:cs typeface="Arial" panose="020B0604020202020204" pitchFamily="34" charset="0"/>
                <a:sym typeface="Arial Bold"/>
              </a:rPr>
              <a:t>Administrative Law Act 1978 (Vic) </a:t>
            </a:r>
            <a:r>
              <a:rPr lang="en-US" sz="1627" dirty="0">
                <a:solidFill>
                  <a:srgbClr val="FFFFFF"/>
                </a:solidFill>
                <a:latin typeface="Arial" panose="020B0604020202020204" pitchFamily="34" charset="0"/>
                <a:ea typeface="Arial Bold"/>
                <a:cs typeface="Arial" panose="020B0604020202020204" pitchFamily="34" charset="0"/>
                <a:sym typeface="Arial Bold"/>
              </a:rPr>
              <a:t>is similar to ADJR Act, with major difference being that it does not specify grounds on which the review may be granted</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Doesn’t independently specify the types of relief which may be granted either</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 3 –  </a:t>
            </a:r>
            <a:r>
              <a:rPr lang="en-US" sz="1627" i="1" dirty="0">
                <a:solidFill>
                  <a:srgbClr val="FFFFFF"/>
                </a:solidFill>
                <a:latin typeface="Arial" panose="020B0604020202020204" pitchFamily="34" charset="0"/>
                <a:ea typeface="Arial Bold"/>
                <a:cs typeface="Arial" panose="020B0604020202020204" pitchFamily="34" charset="0"/>
                <a:sym typeface="Arial Bold"/>
              </a:rPr>
              <a:t>Any person affected by a decision of a tribunal may make application (hereinafter called an application for review) to the Supreme Court for an order calling on the tribunal or the members thereof (hereinafter called an order for review) and also any party interested in maintaining the decision to show cause why the same should not be reviewed. </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Court determines the remedy to be applied</a:t>
            </a:r>
          </a:p>
        </p:txBody>
      </p:sp>
      <p:sp>
        <p:nvSpPr>
          <p:cNvPr id="10" name="TextBox 10">
            <a:extLst>
              <a:ext uri="{FF2B5EF4-FFF2-40B4-BE49-F238E27FC236}">
                <a16:creationId xmlns:a16="http://schemas.microsoft.com/office/drawing/2014/main" id="{E4842BF0-1C8A-49BA-2DA5-5772804AECA5}"/>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6" name="Picture 2" descr="Image result for state of victoria crest">
            <a:extLst>
              <a:ext uri="{FF2B5EF4-FFF2-40B4-BE49-F238E27FC236}">
                <a16:creationId xmlns:a16="http://schemas.microsoft.com/office/drawing/2014/main" id="{49C5459E-5FD1-3171-2E73-65605AC533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1752600"/>
            <a:ext cx="2895600" cy="3744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35047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8607B41-9FFA-B84E-B10A-6A161EA1E75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98037D-A88C-F4E6-306C-6E74089C738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363FE98-D2FE-7579-554B-9D2040E9865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E30EDE70-8116-97E6-CC13-4FA1E2E6CA54}"/>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Summary</a:t>
            </a:r>
          </a:p>
        </p:txBody>
      </p:sp>
      <p:sp>
        <p:nvSpPr>
          <p:cNvPr id="9" name="TextBox 9">
            <a:extLst>
              <a:ext uri="{FF2B5EF4-FFF2-40B4-BE49-F238E27FC236}">
                <a16:creationId xmlns:a16="http://schemas.microsoft.com/office/drawing/2014/main" id="{34EAD9BC-A06D-F50B-881B-825E70C0CFC2}"/>
              </a:ext>
            </a:extLst>
          </p:cNvPr>
          <p:cNvSpPr txBox="1"/>
          <p:nvPr/>
        </p:nvSpPr>
        <p:spPr>
          <a:xfrm>
            <a:off x="392084" y="1295400"/>
            <a:ext cx="11952316" cy="2769989"/>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2800" dirty="0">
                <a:solidFill>
                  <a:srgbClr val="FFFFFF"/>
                </a:solidFill>
                <a:latin typeface="Arial" panose="020B0604020202020204" pitchFamily="34" charset="0"/>
                <a:ea typeface="Arial Bold"/>
                <a:cs typeface="Arial" panose="020B0604020202020204" pitchFamily="34" charset="0"/>
                <a:sym typeface="Arial Bold"/>
              </a:rPr>
              <a:t>Judicial review of decisions – legality only</a:t>
            </a:r>
          </a:p>
          <a:p>
            <a:pPr marL="285750" indent="-285750">
              <a:spcAft>
                <a:spcPts val="1200"/>
              </a:spcAft>
              <a:buFont typeface="Arial" panose="020B0604020202020204" pitchFamily="34" charset="0"/>
              <a:buChar char="•"/>
            </a:pPr>
            <a:endParaRPr lang="en-US" sz="2800"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spcAft>
                <a:spcPts val="1200"/>
              </a:spcAft>
              <a:buFont typeface="Arial" panose="020B0604020202020204" pitchFamily="34" charset="0"/>
              <a:buChar char="•"/>
            </a:pPr>
            <a:r>
              <a:rPr lang="en-US" sz="2800" dirty="0">
                <a:solidFill>
                  <a:srgbClr val="FFFFFF"/>
                </a:solidFill>
                <a:latin typeface="Arial" panose="020B0604020202020204" pitchFamily="34" charset="0"/>
                <a:ea typeface="Arial Bold"/>
                <a:cs typeface="Arial" panose="020B0604020202020204" pitchFamily="34" charset="0"/>
                <a:sym typeface="Arial Bold"/>
              </a:rPr>
              <a:t>Justiciability in an important concept</a:t>
            </a:r>
          </a:p>
          <a:p>
            <a:pPr marL="285750" indent="-285750">
              <a:spcAft>
                <a:spcPts val="1200"/>
              </a:spcAft>
              <a:buFont typeface="Arial" panose="020B0604020202020204" pitchFamily="34" charset="0"/>
              <a:buChar char="•"/>
            </a:pPr>
            <a:endParaRPr lang="en-US" sz="2800"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spcAft>
                <a:spcPts val="1200"/>
              </a:spcAft>
              <a:buFont typeface="Arial" panose="020B0604020202020204" pitchFamily="34" charset="0"/>
              <a:buChar char="•"/>
            </a:pPr>
            <a:r>
              <a:rPr lang="en-US" sz="2800" dirty="0">
                <a:solidFill>
                  <a:srgbClr val="FFFFFF"/>
                </a:solidFill>
                <a:latin typeface="Arial" panose="020B0604020202020204" pitchFamily="34" charset="0"/>
                <a:ea typeface="Arial Bold"/>
                <a:cs typeface="Arial" panose="020B0604020202020204" pitchFamily="34" charset="0"/>
                <a:sym typeface="Arial Bold"/>
              </a:rPr>
              <a:t>Next we turn to questions of jurisdiction and jurisdictional error</a:t>
            </a:r>
          </a:p>
        </p:txBody>
      </p:sp>
      <p:sp>
        <p:nvSpPr>
          <p:cNvPr id="10" name="TextBox 10">
            <a:extLst>
              <a:ext uri="{FF2B5EF4-FFF2-40B4-BE49-F238E27FC236}">
                <a16:creationId xmlns:a16="http://schemas.microsoft.com/office/drawing/2014/main" id="{D23418C5-1967-7046-72CF-BEF07A3AA62B}"/>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3361402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17685EA-B7A0-F72A-2B8D-B001A232ED8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9E232AB-A78A-8497-EB58-733BF7B2611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6C03D42-41C9-18CE-C699-EE7B58E287D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129AF4A7-B235-D21B-8DF1-BE4491ABE452}"/>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Recap</a:t>
            </a:r>
          </a:p>
        </p:txBody>
      </p:sp>
      <p:sp>
        <p:nvSpPr>
          <p:cNvPr id="10" name="TextBox 10">
            <a:extLst>
              <a:ext uri="{FF2B5EF4-FFF2-40B4-BE49-F238E27FC236}">
                <a16:creationId xmlns:a16="http://schemas.microsoft.com/office/drawing/2014/main" id="{828FE1BA-60AC-6DC4-51E0-804D5F17C949}"/>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9220" name="Picture 4" descr="In quotes: The life and times of Alan Bond - ABC News">
            <a:extLst>
              <a:ext uri="{FF2B5EF4-FFF2-40B4-BE49-F238E27FC236}">
                <a16:creationId xmlns:a16="http://schemas.microsoft.com/office/drawing/2014/main" id="{14B65181-DD2F-BB2C-93F2-9592426DCD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 y="0"/>
            <a:ext cx="12259056" cy="689749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5">
            <a:extLst>
              <a:ext uri="{FF2B5EF4-FFF2-40B4-BE49-F238E27FC236}">
                <a16:creationId xmlns:a16="http://schemas.microsoft.com/office/drawing/2014/main" id="{D4AB67B3-4D1F-336B-ED2E-B6DD4A40C7DD}"/>
              </a:ext>
            </a:extLst>
          </p:cNvPr>
          <p:cNvSpPr txBox="1"/>
          <p:nvPr/>
        </p:nvSpPr>
        <p:spPr>
          <a:xfrm>
            <a:off x="544484" y="712936"/>
            <a:ext cx="111903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effectLst/>
                <a:uLnTx/>
                <a:uFillTx/>
                <a:latin typeface="Arial Bold"/>
                <a:ea typeface="Arial Bold"/>
                <a:cs typeface="Arial Bold"/>
                <a:sym typeface="Arial Bold"/>
              </a:rPr>
              <a:t>Recap of Statutory</a:t>
            </a:r>
          </a:p>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effectLst/>
                <a:uLnTx/>
                <a:uFillTx/>
                <a:latin typeface="Arial Bold"/>
                <a:ea typeface="Arial Bold"/>
                <a:cs typeface="Arial Bold"/>
                <a:sym typeface="Arial Bold"/>
              </a:rPr>
              <a:t>Judicial Review</a:t>
            </a:r>
          </a:p>
        </p:txBody>
      </p:sp>
    </p:spTree>
    <p:extLst>
      <p:ext uri="{BB962C8B-B14F-4D97-AF65-F5344CB8AC3E}">
        <p14:creationId xmlns:p14="http://schemas.microsoft.com/office/powerpoint/2010/main" val="853032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3999346-8406-8079-0E43-BBEC568153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7CBB4C-0139-B48B-3962-4F83CD7D559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CFC18D6-D6E3-A223-A790-91E6E900C83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6343B7CB-E31A-5488-2814-DC0700C1ACEB}"/>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Justiciability</a:t>
            </a:r>
          </a:p>
        </p:txBody>
      </p:sp>
      <p:sp>
        <p:nvSpPr>
          <p:cNvPr id="9" name="TextBox 9">
            <a:extLst>
              <a:ext uri="{FF2B5EF4-FFF2-40B4-BE49-F238E27FC236}">
                <a16:creationId xmlns:a16="http://schemas.microsoft.com/office/drawing/2014/main" id="{C36E045F-C48E-2B6D-6958-5F4DCF53B499}"/>
              </a:ext>
            </a:extLst>
          </p:cNvPr>
          <p:cNvSpPr txBox="1"/>
          <p:nvPr/>
        </p:nvSpPr>
        <p:spPr>
          <a:xfrm>
            <a:off x="392084" y="1295400"/>
            <a:ext cx="9894916" cy="2431435"/>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3200" dirty="0">
                <a:solidFill>
                  <a:srgbClr val="FFFFFF"/>
                </a:solidFill>
                <a:latin typeface="Arial" panose="020B0604020202020204" pitchFamily="34" charset="0"/>
                <a:ea typeface="Arial Bold"/>
                <a:cs typeface="Arial" panose="020B0604020202020204" pitchFamily="34" charset="0"/>
                <a:sym typeface="Arial Bold"/>
              </a:rPr>
              <a:t>What is it?</a:t>
            </a:r>
          </a:p>
          <a:p>
            <a:pPr marL="285750" indent="-285750">
              <a:spcAft>
                <a:spcPts val="1200"/>
              </a:spcAft>
              <a:buFont typeface="Arial" panose="020B0604020202020204" pitchFamily="34" charset="0"/>
              <a:buChar char="•"/>
            </a:pPr>
            <a:r>
              <a:rPr lang="en-US" sz="3200" dirty="0">
                <a:solidFill>
                  <a:srgbClr val="FFFFFF"/>
                </a:solidFill>
                <a:latin typeface="Arial" panose="020B0604020202020204" pitchFamily="34" charset="0"/>
                <a:ea typeface="Arial Bold"/>
                <a:cs typeface="Arial" panose="020B0604020202020204" pitchFamily="34" charset="0"/>
                <a:sym typeface="Arial Bold"/>
              </a:rPr>
              <a:t>When does it apply?</a:t>
            </a:r>
          </a:p>
          <a:p>
            <a:pPr marL="285750" indent="-285750">
              <a:spcAft>
                <a:spcPts val="1200"/>
              </a:spcAft>
              <a:buFont typeface="Arial" panose="020B0604020202020204" pitchFamily="34" charset="0"/>
              <a:buChar char="•"/>
            </a:pPr>
            <a:r>
              <a:rPr lang="en-US" sz="3200" dirty="0">
                <a:solidFill>
                  <a:srgbClr val="FFFFFF"/>
                </a:solidFill>
                <a:latin typeface="Arial" panose="020B0604020202020204" pitchFamily="34" charset="0"/>
                <a:ea typeface="Arial Bold"/>
                <a:cs typeface="Arial" panose="020B0604020202020204" pitchFamily="34" charset="0"/>
                <a:sym typeface="Arial Bold"/>
              </a:rPr>
              <a:t>What is the effect?</a:t>
            </a:r>
          </a:p>
          <a:p>
            <a:pPr marL="285750" indent="-285750">
              <a:spcAft>
                <a:spcPts val="1200"/>
              </a:spcAft>
              <a:buFont typeface="Arial" panose="020B0604020202020204" pitchFamily="34" charset="0"/>
              <a:buChar char="•"/>
            </a:pPr>
            <a:r>
              <a:rPr lang="en-US" sz="3200" dirty="0">
                <a:solidFill>
                  <a:srgbClr val="FFFFFF"/>
                </a:solidFill>
                <a:latin typeface="Arial" panose="020B0604020202020204" pitchFamily="34" charset="0"/>
                <a:ea typeface="Arial Bold"/>
                <a:cs typeface="Arial" panose="020B0604020202020204" pitchFamily="34" charset="0"/>
                <a:sym typeface="Arial Bold"/>
              </a:rPr>
              <a:t>What is the current state of the case law?</a:t>
            </a:r>
          </a:p>
        </p:txBody>
      </p:sp>
      <p:sp>
        <p:nvSpPr>
          <p:cNvPr id="10" name="TextBox 10">
            <a:extLst>
              <a:ext uri="{FF2B5EF4-FFF2-40B4-BE49-F238E27FC236}">
                <a16:creationId xmlns:a16="http://schemas.microsoft.com/office/drawing/2014/main" id="{F9D63B7C-DB6A-8CC3-D672-DF9CFCD2784D}"/>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1333328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FB43997-431E-86EB-AAAE-DCE4937D6CA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CA2DC64-DD28-2D9B-0145-FC6073DBF15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FB5FDB9-ED9B-8B5A-6AAD-5172CD5E8C4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D0292030-D661-6BEE-8CD2-55859AC2330A}"/>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Justiciability</a:t>
            </a:r>
          </a:p>
        </p:txBody>
      </p:sp>
      <p:sp>
        <p:nvSpPr>
          <p:cNvPr id="9" name="TextBox 9">
            <a:extLst>
              <a:ext uri="{FF2B5EF4-FFF2-40B4-BE49-F238E27FC236}">
                <a16:creationId xmlns:a16="http://schemas.microsoft.com/office/drawing/2014/main" id="{E30E162F-919E-2969-0539-9419D68FF926}"/>
              </a:ext>
            </a:extLst>
          </p:cNvPr>
          <p:cNvSpPr txBox="1"/>
          <p:nvPr/>
        </p:nvSpPr>
        <p:spPr>
          <a:xfrm>
            <a:off x="392084" y="1295400"/>
            <a:ext cx="6161116" cy="3693319"/>
          </a:xfrm>
          <a:prstGeom prst="rect">
            <a:avLst/>
          </a:prstGeom>
        </p:spPr>
        <p:txBody>
          <a:bodyPr wrap="square" lIns="0" tIns="0" rIns="0" bIns="0" rtlCol="0" anchor="t">
            <a:spAutoFit/>
          </a:bodyPr>
          <a:lstStyle/>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Ask:	1. Can the court resolve the conflict?</a:t>
            </a:r>
          </a:p>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	2. Should the conflict be resolved by the </a:t>
            </a:r>
            <a:br>
              <a:rPr lang="en-US" sz="2000" dirty="0">
                <a:solidFill>
                  <a:srgbClr val="FFFFFF"/>
                </a:solidFill>
                <a:latin typeface="Arial" panose="020B0604020202020204" pitchFamily="34" charset="0"/>
                <a:ea typeface="Arial Bold"/>
                <a:cs typeface="Arial" panose="020B0604020202020204" pitchFamily="34" charset="0"/>
                <a:sym typeface="Arial Bold"/>
              </a:rPr>
            </a:br>
            <a:r>
              <a:rPr lang="en-US" sz="2000">
                <a:solidFill>
                  <a:srgbClr val="FFFFFF"/>
                </a:solidFill>
                <a:latin typeface="Arial" panose="020B0604020202020204" pitchFamily="34" charset="0"/>
                <a:ea typeface="Arial Bold"/>
                <a:cs typeface="Arial" panose="020B0604020202020204" pitchFamily="34" charset="0"/>
                <a:sym typeface="Arial Bold"/>
              </a:rPr>
              <a:t>	court</a:t>
            </a:r>
            <a:r>
              <a:rPr lang="en-US" sz="2000" dirty="0">
                <a:solidFill>
                  <a:srgbClr val="FFFFFF"/>
                </a:solidFill>
                <a:latin typeface="Arial" panose="020B0604020202020204" pitchFamily="34" charset="0"/>
                <a:ea typeface="Arial Bold"/>
                <a:cs typeface="Arial" panose="020B0604020202020204" pitchFamily="34" charset="0"/>
                <a:sym typeface="Arial Bold"/>
              </a:rPr>
              <a:t>?</a:t>
            </a:r>
          </a:p>
          <a:p>
            <a:pPr marL="285750" indent="-285750">
              <a:spcAft>
                <a:spcPts val="1200"/>
              </a:spcAft>
              <a:buFont typeface="Arial" panose="020B0604020202020204" pitchFamily="34" charset="0"/>
              <a:buChar char="•"/>
            </a:pPr>
            <a:endParaRPr lang="en-US" sz="2000" dirty="0">
              <a:solidFill>
                <a:srgbClr val="FFFFFF"/>
              </a:solidFill>
              <a:latin typeface="Arial" panose="020B0604020202020204" pitchFamily="34" charset="0"/>
              <a:ea typeface="Arial Bold"/>
              <a:cs typeface="Arial" panose="020B0604020202020204" pitchFamily="34" charset="0"/>
              <a:sym typeface="Arial Bold"/>
            </a:endParaRPr>
          </a:p>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When:	1. What is the status of the decision maker?</a:t>
            </a:r>
          </a:p>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	2. What is the source of the power exercised?</a:t>
            </a:r>
          </a:p>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	3. What is the nature of the power?</a:t>
            </a:r>
          </a:p>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	4. What is involved in the exercise of that 	power?</a:t>
            </a:r>
          </a:p>
        </p:txBody>
      </p:sp>
      <p:sp>
        <p:nvSpPr>
          <p:cNvPr id="10" name="TextBox 10">
            <a:extLst>
              <a:ext uri="{FF2B5EF4-FFF2-40B4-BE49-F238E27FC236}">
                <a16:creationId xmlns:a16="http://schemas.microsoft.com/office/drawing/2014/main" id="{E2F11866-0401-DF3E-393F-995CA00FB17E}"/>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Razblint - But is it justiciable - law school sketchbook ...">
            <a:extLst>
              <a:ext uri="{FF2B5EF4-FFF2-40B4-BE49-F238E27FC236}">
                <a16:creationId xmlns:a16="http://schemas.microsoft.com/office/drawing/2014/main" id="{226BB4AA-4301-3285-1763-1E721D0AB3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100205"/>
            <a:ext cx="3791745" cy="3074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341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9EB996E-FB0E-4B52-3AC8-B680F27B0E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E91E5E-483E-7AD3-4918-873B37B86A0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5DE28FB-FBF3-AA3A-5A19-CE78E080D024}"/>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0EE0E579-0BB3-9E7A-034D-9BD3D0C5B908}"/>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Justiciability</a:t>
            </a:r>
          </a:p>
        </p:txBody>
      </p:sp>
      <p:sp>
        <p:nvSpPr>
          <p:cNvPr id="9" name="TextBox 9">
            <a:extLst>
              <a:ext uri="{FF2B5EF4-FFF2-40B4-BE49-F238E27FC236}">
                <a16:creationId xmlns:a16="http://schemas.microsoft.com/office/drawing/2014/main" id="{D8CD04EB-3D2C-84E4-3D7D-DBD0D1FB61EB}"/>
              </a:ext>
            </a:extLst>
          </p:cNvPr>
          <p:cNvSpPr txBox="1"/>
          <p:nvPr/>
        </p:nvSpPr>
        <p:spPr>
          <a:xfrm>
            <a:off x="392084" y="1295400"/>
            <a:ext cx="9361516" cy="3831498"/>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Is it appropriate for the courts to review any government decision?</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Under s 75, the High Court (&amp; by extension other Ch III courts) can only resolve ‘matters’ – what does this mean? See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Re McBain; Ex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Parte</a:t>
            </a:r>
            <a:r>
              <a:rPr lang="en-US" sz="1627" i="1" dirty="0">
                <a:solidFill>
                  <a:srgbClr val="FFFFFF"/>
                </a:solidFill>
                <a:latin typeface="Arial" panose="020B0604020202020204" pitchFamily="34" charset="0"/>
                <a:ea typeface="Arial Bold"/>
                <a:cs typeface="Arial" panose="020B0604020202020204" pitchFamily="34" charset="0"/>
                <a:sym typeface="Arial Bold"/>
              </a:rPr>
              <a:t> Catholic Bishops’ Conference </a:t>
            </a:r>
            <a:r>
              <a:rPr lang="en-US" sz="1627" dirty="0">
                <a:solidFill>
                  <a:srgbClr val="FFFFFF"/>
                </a:solidFill>
                <a:latin typeface="Arial" panose="020B0604020202020204" pitchFamily="34" charset="0"/>
                <a:ea typeface="Arial Bold"/>
                <a:cs typeface="Arial" panose="020B0604020202020204" pitchFamily="34" charset="0"/>
                <a:sym typeface="Arial Bold"/>
              </a:rPr>
              <a:t>(2002) 209 CLR 372 ‘justiciable controversy between the parties’ – also related to standing (Topic 6)</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Typical exclusions:</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Exercise of prerogative power; made by cabinet; close relationship with national security; made in the conduct of international relations and ‘operational’ decisions</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These exclusions are not blanket ones though – see following cases:</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Hicks v Ruddock </a:t>
            </a:r>
            <a:r>
              <a:rPr lang="en-US" sz="1627" dirty="0">
                <a:solidFill>
                  <a:srgbClr val="FFFFFF"/>
                </a:solidFill>
                <a:latin typeface="Arial" panose="020B0604020202020204" pitchFamily="34" charset="0"/>
                <a:ea typeface="Arial Bold"/>
                <a:cs typeface="Arial" panose="020B0604020202020204" pitchFamily="34" charset="0"/>
                <a:sym typeface="Arial Bold"/>
              </a:rPr>
              <a:t>(2007) 156 FCR 574</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Re: McBain; Ex-</a:t>
            </a:r>
            <a:r>
              <a:rPr lang="en-US" sz="1627" i="1" dirty="0" err="1">
                <a:solidFill>
                  <a:srgbClr val="FFFFFF"/>
                </a:solidFill>
                <a:latin typeface="Arial" panose="020B0604020202020204" pitchFamily="34" charset="0"/>
                <a:ea typeface="Arial Bold"/>
                <a:cs typeface="Arial" panose="020B0604020202020204" pitchFamily="34" charset="0"/>
                <a:sym typeface="Arial Bold"/>
              </a:rPr>
              <a:t>parte</a:t>
            </a:r>
            <a:r>
              <a:rPr lang="en-US" sz="1627" i="1" dirty="0">
                <a:solidFill>
                  <a:srgbClr val="FFFFFF"/>
                </a:solidFill>
                <a:latin typeface="Arial" panose="020B0604020202020204" pitchFamily="34" charset="0"/>
                <a:ea typeface="Arial Bold"/>
                <a:cs typeface="Arial" panose="020B0604020202020204" pitchFamily="34" charset="0"/>
                <a:sym typeface="Arial Bold"/>
              </a:rPr>
              <a:t> Australian Catholic Bishops Conference </a:t>
            </a:r>
            <a:r>
              <a:rPr lang="en-US" sz="1627" dirty="0">
                <a:solidFill>
                  <a:srgbClr val="FFFFFF"/>
                </a:solidFill>
                <a:latin typeface="Arial" panose="020B0604020202020204" pitchFamily="34" charset="0"/>
                <a:ea typeface="Arial Bold"/>
                <a:cs typeface="Arial" panose="020B0604020202020204" pitchFamily="34" charset="0"/>
                <a:sym typeface="Arial Bold"/>
              </a:rPr>
              <a:t>(2002) 209 CLR 372</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Minister for Arts, Heritage and Environment v Peko-Wallsend </a:t>
            </a:r>
            <a:r>
              <a:rPr lang="en-US" sz="1627" dirty="0">
                <a:solidFill>
                  <a:srgbClr val="FFFFFF"/>
                </a:solidFill>
                <a:latin typeface="Arial" panose="020B0604020202020204" pitchFamily="34" charset="0"/>
                <a:ea typeface="Arial Bold"/>
                <a:cs typeface="Arial" panose="020B0604020202020204" pitchFamily="34" charset="0"/>
                <a:sym typeface="Arial Bold"/>
              </a:rPr>
              <a:t>(1987) 15 FCR 27</a:t>
            </a:r>
          </a:p>
        </p:txBody>
      </p:sp>
      <p:sp>
        <p:nvSpPr>
          <p:cNvPr id="10" name="TextBox 10">
            <a:extLst>
              <a:ext uri="{FF2B5EF4-FFF2-40B4-BE49-F238E27FC236}">
                <a16:creationId xmlns:a16="http://schemas.microsoft.com/office/drawing/2014/main" id="{8EA9D60C-0F87-AF40-DF78-C2710A372DAB}"/>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6" name="Picture 2" descr="Image result for mcbain catholic bishops conference">
            <a:extLst>
              <a:ext uri="{FF2B5EF4-FFF2-40B4-BE49-F238E27FC236}">
                <a16:creationId xmlns:a16="http://schemas.microsoft.com/office/drawing/2014/main" id="{A216F53E-C6A7-5165-DDA6-B78F94B116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8800" y="3392424"/>
            <a:ext cx="2635604" cy="1859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229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25C0426-02F2-30B6-F128-15D330E0A5F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FA260AD-B372-2535-2088-7FE1C136FC59}"/>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2A6CE5B5-997C-6AB0-63DB-65AE6E167861}"/>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D57B65DF-F094-9A68-50B9-60AD5ECE35F7}"/>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sv-SE" sz="2496" b="1" i="1" dirty="0">
                <a:solidFill>
                  <a:srgbClr val="FFFFFF"/>
                </a:solidFill>
                <a:latin typeface="Arial Bold"/>
                <a:ea typeface="Arial Bold"/>
                <a:cs typeface="Arial Bold"/>
                <a:sym typeface="Arial Bold"/>
              </a:rPr>
              <a:t>Hicks v Ruddock </a:t>
            </a:r>
            <a:r>
              <a:rPr lang="sv-SE" sz="2496" b="1" dirty="0">
                <a:solidFill>
                  <a:srgbClr val="FFFFFF"/>
                </a:solidFill>
                <a:latin typeface="Arial Bold"/>
                <a:ea typeface="Arial Bold"/>
                <a:cs typeface="Arial Bold"/>
                <a:sym typeface="Arial Bold"/>
              </a:rPr>
              <a:t>(2007) 156 FCR 574</a:t>
            </a:r>
            <a:endParaRPr lang="en-US" sz="2496" b="1" dirty="0">
              <a:solidFill>
                <a:srgbClr val="FFFFFF"/>
              </a:solidFill>
              <a:latin typeface="Arial Bold"/>
              <a:ea typeface="Arial Bold"/>
              <a:cs typeface="Arial Bold"/>
              <a:sym typeface="Arial Bold"/>
            </a:endParaRPr>
          </a:p>
        </p:txBody>
      </p:sp>
      <p:sp>
        <p:nvSpPr>
          <p:cNvPr id="9" name="TextBox 9">
            <a:extLst>
              <a:ext uri="{FF2B5EF4-FFF2-40B4-BE49-F238E27FC236}">
                <a16:creationId xmlns:a16="http://schemas.microsoft.com/office/drawing/2014/main" id="{41DB78BD-9454-A768-97E7-43294172C02C}"/>
              </a:ext>
            </a:extLst>
          </p:cNvPr>
          <p:cNvSpPr txBox="1"/>
          <p:nvPr/>
        </p:nvSpPr>
        <p:spPr>
          <a:xfrm>
            <a:off x="392084" y="1295400"/>
            <a:ext cx="7380316" cy="5409494"/>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David Hicks was an Australian citizen by birth who travelled overseas to assist, in some capacity, with groups associated with the Taliban, sometime around 1999.</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In about 2001, he was picked up in Afghanistan by the US and eventually transported to Guantanamo Bay. He was held there, without charge, for 5 years. This attracted a lot of criticism for the alleged grave breaches of human rights.</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His legal counsel in Australia filed a writ of habeas corpus in an attempt to get </a:t>
            </a:r>
            <a:r>
              <a:rPr lang="en-US" sz="1627" dirty="0" err="1">
                <a:solidFill>
                  <a:srgbClr val="FFFFFF"/>
                </a:solidFill>
                <a:latin typeface="Arial" panose="020B0604020202020204" pitchFamily="34" charset="0"/>
                <a:ea typeface="Arial Bold"/>
                <a:cs typeface="Arial" panose="020B0604020202020204" pitchFamily="34" charset="0"/>
                <a:sym typeface="Arial Bold"/>
              </a:rPr>
              <a:t>Mr</a:t>
            </a:r>
            <a:r>
              <a:rPr lang="en-US" sz="1627" dirty="0">
                <a:solidFill>
                  <a:srgbClr val="FFFFFF"/>
                </a:solidFill>
                <a:latin typeface="Arial" panose="020B0604020202020204" pitchFamily="34" charset="0"/>
                <a:ea typeface="Arial Bold"/>
                <a:cs typeface="Arial" panose="020B0604020202020204" pitchFamily="34" charset="0"/>
                <a:sym typeface="Arial Bold"/>
              </a:rPr>
              <a:t> Hicks some access to justice.</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The Australian Government applied to have his claim struck out, stating – amongst other arguments – that it was non-justiciable.</a:t>
            </a:r>
          </a:p>
          <a:p>
            <a:pPr>
              <a:spcAft>
                <a:spcPts val="1200"/>
              </a:spcAft>
            </a:pPr>
            <a:r>
              <a:rPr lang="en-US" sz="1627" dirty="0" err="1">
                <a:solidFill>
                  <a:srgbClr val="FFFFFF"/>
                </a:solidFill>
                <a:latin typeface="Arial" panose="020B0604020202020204" pitchFamily="34" charset="0"/>
                <a:ea typeface="Arial Bold"/>
                <a:cs typeface="Arial" panose="020B0604020202020204" pitchFamily="34" charset="0"/>
                <a:sym typeface="Arial Bold"/>
              </a:rPr>
              <a:t>Tamberlin</a:t>
            </a:r>
            <a:r>
              <a:rPr lang="en-US" sz="1627" dirty="0">
                <a:solidFill>
                  <a:srgbClr val="FFFFFF"/>
                </a:solidFill>
                <a:latin typeface="Arial" panose="020B0604020202020204" pitchFamily="34" charset="0"/>
                <a:ea typeface="Arial Bold"/>
                <a:cs typeface="Arial" panose="020B0604020202020204" pitchFamily="34" charset="0"/>
                <a:sym typeface="Arial Bold"/>
              </a:rPr>
              <a:t> J held that there was at least some prospect that the case would succeed and struck out Ruddock’s application.</a:t>
            </a:r>
          </a:p>
          <a:p>
            <a:pPr>
              <a:spcAft>
                <a:spcPts val="1200"/>
              </a:spcAft>
            </a:pPr>
            <a:r>
              <a:rPr lang="en-US" sz="2000" b="1" dirty="0">
                <a:solidFill>
                  <a:srgbClr val="FFFFFF"/>
                </a:solidFill>
                <a:latin typeface="Arial" panose="020B0604020202020204" pitchFamily="34" charset="0"/>
                <a:ea typeface="Arial Bold"/>
                <a:cs typeface="Arial" panose="020B0604020202020204" pitchFamily="34" charset="0"/>
                <a:sym typeface="Arial Bold"/>
              </a:rPr>
              <a:t>The significance of this decision is that the non-justiciability may be narrower than previously thought, and that some matters concerning foreign affairs and foreign governments may be justiciable after all.</a:t>
            </a:r>
          </a:p>
          <a:p>
            <a:pPr>
              <a:spcAft>
                <a:spcPts val="1200"/>
              </a:spcAft>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1CCA28C0-0030-3898-4BE1-882117BF51C8}"/>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0242" name="Picture 2" descr="David Hicks, guantanamo, australian, detainee">
            <a:extLst>
              <a:ext uri="{FF2B5EF4-FFF2-40B4-BE49-F238E27FC236}">
                <a16:creationId xmlns:a16="http://schemas.microsoft.com/office/drawing/2014/main" id="{6BF84264-2253-2D08-65AD-3D2F448C80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1286256"/>
            <a:ext cx="25717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avid Hicks - Wikipedia">
            <a:extLst>
              <a:ext uri="{FF2B5EF4-FFF2-40B4-BE49-F238E27FC236}">
                <a16:creationId xmlns:a16="http://schemas.microsoft.com/office/drawing/2014/main" id="{656A4582-A76D-4FBB-B26E-EF16EFBFF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1125" y="4477148"/>
            <a:ext cx="3543300" cy="2362564"/>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Guantánamo Bay: decades of injustice">
            <a:extLst>
              <a:ext uri="{FF2B5EF4-FFF2-40B4-BE49-F238E27FC236}">
                <a16:creationId xmlns:a16="http://schemas.microsoft.com/office/drawing/2014/main" id="{1261A85B-6E15-DB2B-C7E9-68DDE398B9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8766" y="2819798"/>
            <a:ext cx="2752725" cy="165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1216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0D27301-7918-5844-82C4-F6FA7A9F35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1D22AB9-54AA-AF51-72F9-3A21CB7AA8B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5D98E22-21D6-DD98-80D0-EE217BF7EA4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90A7A68C-54ED-EFF1-0A74-B7ED057ADCE8}"/>
              </a:ext>
            </a:extLst>
          </p:cNvPr>
          <p:cNvSpPr txBox="1"/>
          <p:nvPr/>
        </p:nvSpPr>
        <p:spPr>
          <a:xfrm>
            <a:off x="392084" y="560536"/>
            <a:ext cx="11190316" cy="858312"/>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Re: McBain; Ex-</a:t>
            </a:r>
            <a:r>
              <a:rPr lang="en-US" sz="2496" b="1" i="1" dirty="0" err="1">
                <a:solidFill>
                  <a:srgbClr val="FFFFFF"/>
                </a:solidFill>
                <a:latin typeface="Arial Bold"/>
                <a:ea typeface="Arial Bold"/>
                <a:cs typeface="Arial Bold"/>
                <a:sym typeface="Arial Bold"/>
              </a:rPr>
              <a:t>parte</a:t>
            </a:r>
            <a:r>
              <a:rPr lang="en-US" sz="2496" b="1" i="1" dirty="0">
                <a:solidFill>
                  <a:srgbClr val="FFFFFF"/>
                </a:solidFill>
                <a:latin typeface="Arial Bold"/>
                <a:ea typeface="Arial Bold"/>
                <a:cs typeface="Arial Bold"/>
                <a:sym typeface="Arial Bold"/>
              </a:rPr>
              <a:t> Australian Catholic Bishops Conference </a:t>
            </a:r>
            <a:r>
              <a:rPr lang="en-US" sz="2496" b="1" dirty="0">
                <a:solidFill>
                  <a:srgbClr val="FFFFFF"/>
                </a:solidFill>
                <a:latin typeface="Arial Bold"/>
                <a:ea typeface="Arial Bold"/>
                <a:cs typeface="Arial Bold"/>
                <a:sym typeface="Arial Bold"/>
              </a:rPr>
              <a:t>(2002) 209 CLR 372</a:t>
            </a:r>
          </a:p>
        </p:txBody>
      </p:sp>
      <p:sp>
        <p:nvSpPr>
          <p:cNvPr id="9" name="TextBox 9">
            <a:extLst>
              <a:ext uri="{FF2B5EF4-FFF2-40B4-BE49-F238E27FC236}">
                <a16:creationId xmlns:a16="http://schemas.microsoft.com/office/drawing/2014/main" id="{4F2A6260-8801-0F0A-D325-45836251B767}"/>
              </a:ext>
            </a:extLst>
          </p:cNvPr>
          <p:cNvSpPr txBox="1"/>
          <p:nvPr/>
        </p:nvSpPr>
        <p:spPr>
          <a:xfrm>
            <a:off x="457200" y="1600200"/>
            <a:ext cx="5486400" cy="3967112"/>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s8 Infertility Treatment Act 1995 (Vic) restricted in vitro treatment to women who were married or with a de facto partner. Dr Bain bought an action under s109 of the Constitution claiming that the law  was inconsistent with the </a:t>
            </a:r>
            <a:r>
              <a:rPr lang="en-US" sz="1627" i="1" dirty="0">
                <a:solidFill>
                  <a:srgbClr val="FFFFFF"/>
                </a:solidFill>
                <a:latin typeface="Arial" panose="020B0604020202020204" pitchFamily="34" charset="0"/>
                <a:ea typeface="Arial Bold"/>
                <a:cs typeface="Arial" panose="020B0604020202020204" pitchFamily="34" charset="0"/>
                <a:sym typeface="Arial Bold"/>
              </a:rPr>
              <a:t>Sex Discrimination Act 1984</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dirty="0">
                <a:solidFill>
                  <a:srgbClr val="FFFFFF"/>
                </a:solidFill>
                <a:latin typeface="Arial" panose="020B0604020202020204" pitchFamily="34" charset="0"/>
                <a:ea typeface="Arial Bold"/>
                <a:cs typeface="Arial" panose="020B0604020202020204" pitchFamily="34" charset="0"/>
                <a:sym typeface="Arial Bold"/>
              </a:rPr>
              <a:t>). </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Australian Catholic Bishops Conference and Australian Episcopal Conference of the Roman Catholic Church joined the proceedings as amicus curiae, then appealed to the High Court under s76 of the Constitution. </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The majority followed In </a:t>
            </a:r>
            <a:r>
              <a:rPr lang="en-US" sz="1627" i="1" dirty="0">
                <a:solidFill>
                  <a:srgbClr val="FFFFFF"/>
                </a:solidFill>
                <a:latin typeface="Arial" panose="020B0604020202020204" pitchFamily="34" charset="0"/>
                <a:ea typeface="Arial Bold"/>
                <a:cs typeface="Arial" panose="020B0604020202020204" pitchFamily="34" charset="0"/>
                <a:sym typeface="Arial Bold"/>
              </a:rPr>
              <a:t>re Judiciary and Navigation Act </a:t>
            </a:r>
            <a:r>
              <a:rPr lang="en-US" sz="1627" dirty="0">
                <a:solidFill>
                  <a:srgbClr val="FFFFFF"/>
                </a:solidFill>
                <a:latin typeface="Arial" panose="020B0604020202020204" pitchFamily="34" charset="0"/>
                <a:ea typeface="Arial Bold"/>
                <a:cs typeface="Arial" panose="020B0604020202020204" pitchFamily="34" charset="0"/>
                <a:sym typeface="Arial Bold"/>
              </a:rPr>
              <a:t>(1921) 29 CLR 257 – in order for the High Court to consider s76, there needed be some “immediate right, duty or liability” to be determined by the Court.</a:t>
            </a:r>
          </a:p>
          <a:p>
            <a:pPr>
              <a:spcAft>
                <a:spcPts val="1200"/>
              </a:spcAft>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3EBA2280-1202-C0B7-6512-05C81FEA59D4}"/>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2290" name="Picture 2" descr="In vitro fertilisation - Wikipedia">
            <a:extLst>
              <a:ext uri="{FF2B5EF4-FFF2-40B4-BE49-F238E27FC236}">
                <a16:creationId xmlns:a16="http://schemas.microsoft.com/office/drawing/2014/main" id="{89ED926A-AAEA-CD5E-C3EE-877D0F7CC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2350" y="1706930"/>
            <a:ext cx="3962400" cy="3593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37555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F8600738-04AA-ED24-0AD5-604D3405828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93D6F41-BDD0-1258-05DF-021FA82B6EA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B6F4F63-0196-ABAD-6BCA-E397E37BDF51}"/>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80969822-E5A5-4E58-8C32-F94545A334C7}"/>
              </a:ext>
            </a:extLst>
          </p:cNvPr>
          <p:cNvSpPr txBox="1"/>
          <p:nvPr/>
        </p:nvSpPr>
        <p:spPr>
          <a:xfrm>
            <a:off x="392084" y="560536"/>
            <a:ext cx="11190316" cy="858312"/>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Minister for Arts, Heritage and Environment v Peko-Wallsend </a:t>
            </a:r>
            <a:r>
              <a:rPr lang="en-US" sz="2496" b="1" dirty="0">
                <a:solidFill>
                  <a:srgbClr val="FFFFFF"/>
                </a:solidFill>
                <a:latin typeface="Arial Bold"/>
                <a:ea typeface="Arial Bold"/>
                <a:cs typeface="Arial Bold"/>
                <a:sym typeface="Arial Bold"/>
              </a:rPr>
              <a:t>(1987) 15 FCR 274</a:t>
            </a:r>
          </a:p>
        </p:txBody>
      </p:sp>
      <p:sp>
        <p:nvSpPr>
          <p:cNvPr id="9" name="TextBox 9">
            <a:extLst>
              <a:ext uri="{FF2B5EF4-FFF2-40B4-BE49-F238E27FC236}">
                <a16:creationId xmlns:a16="http://schemas.microsoft.com/office/drawing/2014/main" id="{6654FFDC-FED7-67AD-13EF-666BC7020F7C}"/>
              </a:ext>
            </a:extLst>
          </p:cNvPr>
          <p:cNvSpPr txBox="1"/>
          <p:nvPr/>
        </p:nvSpPr>
        <p:spPr>
          <a:xfrm>
            <a:off x="392084" y="1524000"/>
            <a:ext cx="4941916" cy="4718279"/>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The Peko-Wallsend Case arose when the applicants sought to challenge a Federal cabinet decision to nominate Stage 2 of the Kakadu National Park for World Heritage listing. The nomination was submitted to the World Heritage Committee in accordance with Article 11 of the World Heritage Convention. By this Article States parties undertake to submit suitable properties to the World Heritage Committee for consideration for inclusion on the World Heritage List. </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Peko, who owned 1% of total area, were concerned that their rights would be extinguished. </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All the appeal judges (Beaumont, Sheppard, Wilcox JJ) found that the decision to nominate was made under the prerogative and that such decisions may, in some circumstances, be open to judicial review, but not in this case. </a:t>
            </a:r>
          </a:p>
          <a:p>
            <a:pPr>
              <a:spcAft>
                <a:spcPts val="1200"/>
              </a:spcAft>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6723D94A-6EE2-35DD-B2AD-7642A120D559}"/>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3314" name="Picture 2" descr="Kakadu National Park - Wikimedia Commons">
            <a:extLst>
              <a:ext uri="{FF2B5EF4-FFF2-40B4-BE49-F238E27FC236}">
                <a16:creationId xmlns:a16="http://schemas.microsoft.com/office/drawing/2014/main" id="{F283B087-0E27-83CC-5DB3-C12F3053F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8696" y="1640040"/>
            <a:ext cx="662940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342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065D0-87CC-4FB0-44B7-0BCC02B21EB0}"/>
            </a:ext>
          </a:extLst>
        </p:cNvPr>
        <p:cNvGrpSpPr/>
        <p:nvPr/>
      </p:nvGrpSpPr>
      <p:grpSpPr>
        <a:xfrm>
          <a:off x="0" y="0"/>
          <a:ext cx="0" cy="0"/>
          <a:chOff x="0" y="0"/>
          <a:chExt cx="0" cy="0"/>
        </a:xfrm>
      </p:grpSpPr>
      <p:pic>
        <p:nvPicPr>
          <p:cNvPr id="11266" name="Picture 2" descr="Guantánamo Bay: decades of injustice">
            <a:extLst>
              <a:ext uri="{FF2B5EF4-FFF2-40B4-BE49-F238E27FC236}">
                <a16:creationId xmlns:a16="http://schemas.microsoft.com/office/drawing/2014/main" id="{F8700109-F131-D31D-A3F2-6DCBF40A88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7340512"/>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2">
            <a:extLst>
              <a:ext uri="{FF2B5EF4-FFF2-40B4-BE49-F238E27FC236}">
                <a16:creationId xmlns:a16="http://schemas.microsoft.com/office/drawing/2014/main" id="{5489000A-5242-C0B2-66C1-86543FCDB3E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2E843B4-62E0-4CB5-012F-29626303365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D6F96307-4FF4-8921-9E5A-2D514DAEBCE7}"/>
              </a:ext>
            </a:extLst>
          </p:cNvPr>
          <p:cNvSpPr txBox="1"/>
          <p:nvPr/>
        </p:nvSpPr>
        <p:spPr>
          <a:xfrm>
            <a:off x="8763000" y="292555"/>
            <a:ext cx="3206325" cy="409471"/>
          </a:xfrm>
          <a:prstGeom prst="rect">
            <a:avLst/>
          </a:prstGeom>
        </p:spPr>
        <p:txBody>
          <a:bodyPr wrap="square" lIns="0" tIns="0" rIns="0" bIns="0" rtlCol="0" anchor="t">
            <a:spAutoFit/>
          </a:bodyPr>
          <a:lstStyle/>
          <a:p>
            <a:pPr algn="l">
              <a:lnSpc>
                <a:spcPts val="3494"/>
              </a:lnSpc>
            </a:pPr>
            <a:r>
              <a:rPr lang="en-US" sz="2496" b="1" dirty="0">
                <a:latin typeface="Arial Bold"/>
                <a:ea typeface="Arial Bold"/>
                <a:cs typeface="Arial Bold"/>
                <a:sym typeface="Arial Bold"/>
              </a:rPr>
              <a:t>Recap - </a:t>
            </a:r>
            <a:r>
              <a:rPr lang="en-US" sz="2496" b="1" dirty="0" err="1">
                <a:latin typeface="Arial Bold"/>
                <a:ea typeface="Arial Bold"/>
                <a:cs typeface="Arial Bold"/>
                <a:sym typeface="Arial Bold"/>
              </a:rPr>
              <a:t>Justicability</a:t>
            </a:r>
            <a:endParaRPr lang="en-US" sz="2496" b="1" dirty="0">
              <a:latin typeface="Arial Bold"/>
              <a:ea typeface="Arial Bold"/>
              <a:cs typeface="Arial Bold"/>
              <a:sym typeface="Arial Bold"/>
            </a:endParaRPr>
          </a:p>
        </p:txBody>
      </p:sp>
      <p:sp>
        <p:nvSpPr>
          <p:cNvPr id="10" name="TextBox 10">
            <a:extLst>
              <a:ext uri="{FF2B5EF4-FFF2-40B4-BE49-F238E27FC236}">
                <a16:creationId xmlns:a16="http://schemas.microsoft.com/office/drawing/2014/main" id="{DC633CC3-9101-8C29-4778-3325F24FC351}"/>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3663999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4DC9A1C-7F28-48BD-26B7-3EFAC14A3F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0D6B789-8876-A944-F94E-1D48269611A7}"/>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60DE22B-175F-9513-CE94-612252C8AB1D}"/>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BBCE98DC-DC8A-4942-FC8D-F9E616E2A6DF}"/>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Jurisdictional Error</a:t>
            </a:r>
          </a:p>
        </p:txBody>
      </p:sp>
      <p:sp>
        <p:nvSpPr>
          <p:cNvPr id="9" name="TextBox 9">
            <a:extLst>
              <a:ext uri="{FF2B5EF4-FFF2-40B4-BE49-F238E27FC236}">
                <a16:creationId xmlns:a16="http://schemas.microsoft.com/office/drawing/2014/main" id="{1930E246-0A1E-06E5-63BF-F8412E14A003}"/>
              </a:ext>
            </a:extLst>
          </p:cNvPr>
          <p:cNvSpPr txBox="1"/>
          <p:nvPr/>
        </p:nvSpPr>
        <p:spPr>
          <a:xfrm>
            <a:off x="392084" y="1524000"/>
            <a:ext cx="9361516" cy="3789820"/>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In </a:t>
            </a:r>
            <a:r>
              <a:rPr lang="en-US" sz="2000" dirty="0">
                <a:solidFill>
                  <a:srgbClr val="FFFFFF"/>
                </a:solidFill>
                <a:latin typeface="Arial" panose="020B0604020202020204" pitchFamily="34" charset="0"/>
                <a:ea typeface="Arial Bold"/>
                <a:cs typeface="Arial" panose="020B0604020202020204" pitchFamily="34" charset="0"/>
                <a:sym typeface="Arial Bold"/>
              </a:rPr>
              <a:t>this topic, we will consider:</a:t>
            </a:r>
            <a:br>
              <a:rPr lang="en-US" sz="2000" dirty="0">
                <a:solidFill>
                  <a:srgbClr val="FFFFFF"/>
                </a:solidFill>
                <a:latin typeface="Arial" panose="020B0604020202020204" pitchFamily="34" charset="0"/>
                <a:ea typeface="Arial Bold"/>
                <a:cs typeface="Arial" panose="020B0604020202020204" pitchFamily="34" charset="0"/>
                <a:sym typeface="Arial Bold"/>
              </a:rPr>
            </a:br>
            <a:endParaRPr lang="en-US" sz="2000"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Jurisdictional Error</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Jurisdictional vs non-jurisdictional errors of law</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JE and the ADJR Act</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Historical origins of the concept</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The modern notion of JE in UK vs Australia</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Errors of law on the face of the record</a:t>
            </a:r>
          </a:p>
          <a:p>
            <a:pPr>
              <a:spcAft>
                <a:spcPts val="1200"/>
              </a:spcAft>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900C2E26-82A8-17A5-695D-4EB766FE862E}"/>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22457619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9D1CB3F-F318-1494-D7C8-0E2990E8A3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7EB3349-781A-0D41-6EB0-3040DD0FFC3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8CE21D87-79AC-EFF5-A36A-329E863AD93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36560D47-B9C3-B803-461C-13B1C128DE40}"/>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Grounds and Classifications of Error</a:t>
            </a:r>
          </a:p>
        </p:txBody>
      </p:sp>
      <p:sp>
        <p:nvSpPr>
          <p:cNvPr id="9" name="TextBox 9">
            <a:extLst>
              <a:ext uri="{FF2B5EF4-FFF2-40B4-BE49-F238E27FC236}">
                <a16:creationId xmlns:a16="http://schemas.microsoft.com/office/drawing/2014/main" id="{122590A1-CCF7-036F-9463-CD8250BBFC5F}"/>
              </a:ext>
            </a:extLst>
          </p:cNvPr>
          <p:cNvSpPr txBox="1"/>
          <p:nvPr/>
        </p:nvSpPr>
        <p:spPr>
          <a:xfrm>
            <a:off x="392084" y="1524000"/>
            <a:ext cx="9361516" cy="3328155"/>
          </a:xfrm>
          <a:prstGeom prst="rect">
            <a:avLst/>
          </a:prstGeom>
        </p:spPr>
        <p:txBody>
          <a:bodyPr wrap="square" lIns="0" tIns="0" rIns="0" bIns="0" rtlCol="0" anchor="t">
            <a:spAutoFit/>
          </a:bodyPr>
          <a:lstStyle/>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We have studied the preliminary issues of jurisdiction as well as the core of the course which are the grounds for review (under the ADJR Act and Common Law)</a:t>
            </a:r>
          </a:p>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We now need to identify:</a:t>
            </a:r>
          </a:p>
          <a:p>
            <a:pPr marL="742950" lvl="1" indent="-285750">
              <a:spcAft>
                <a:spcPts val="1200"/>
              </a:spcAft>
              <a:buFont typeface="Wingdings" panose="05000000000000000000" pitchFamily="2" charset="2"/>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The courts’ ability to review certain grounds (‘question of law’)</a:t>
            </a:r>
          </a:p>
          <a:p>
            <a:pPr marL="742950" lvl="1" indent="-285750">
              <a:spcAft>
                <a:spcPts val="1200"/>
              </a:spcAft>
              <a:buFont typeface="Wingdings" panose="05000000000000000000" pitchFamily="2" charset="2"/>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The kind of error that has occurred (whether jurisdictional or not)</a:t>
            </a:r>
          </a:p>
          <a:p>
            <a:pPr marL="742950" lvl="1" indent="-285750">
              <a:spcAft>
                <a:spcPts val="1200"/>
              </a:spcAft>
              <a:buFont typeface="Wingdings" panose="05000000000000000000" pitchFamily="2" charset="2"/>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The legal consequences of an error</a:t>
            </a:r>
          </a:p>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JE is “conclusory” its like metadata ‘tag’ put on certain grounds</a:t>
            </a:r>
          </a:p>
          <a:p>
            <a:pPr>
              <a:spcAft>
                <a:spcPts val="1200"/>
              </a:spcAft>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1F48D1FE-E007-9815-9BEF-26B718357EDD}"/>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32325824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65A94B6-F6DF-C84F-D963-747CFE8C4FC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D62CD2-060B-8486-059D-9CE0A467707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B67D7287-BDF1-A4F1-5641-33B63EF7A15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7E04E32B-AF09-0164-1BBD-5A5185D10E0E}"/>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ADJR Act and JE – An Awkward Relationship</a:t>
            </a:r>
          </a:p>
        </p:txBody>
      </p:sp>
      <p:sp>
        <p:nvSpPr>
          <p:cNvPr id="9" name="TextBox 9">
            <a:extLst>
              <a:ext uri="{FF2B5EF4-FFF2-40B4-BE49-F238E27FC236}">
                <a16:creationId xmlns:a16="http://schemas.microsoft.com/office/drawing/2014/main" id="{17A5BC88-2380-D0F4-3056-F0CE91ABCB4E}"/>
              </a:ext>
            </a:extLst>
          </p:cNvPr>
          <p:cNvSpPr txBox="1"/>
          <p:nvPr/>
        </p:nvSpPr>
        <p:spPr>
          <a:xfrm>
            <a:off x="392084" y="1524000"/>
            <a:ext cx="9361516" cy="3385542"/>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ADJR Act section 5(1)(c):</a:t>
            </a:r>
          </a:p>
          <a:p>
            <a:pPr>
              <a:spcAft>
                <a:spcPts val="1200"/>
              </a:spcAft>
            </a:pPr>
            <a:r>
              <a:rPr lang="en-US" sz="2000" dirty="0">
                <a:solidFill>
                  <a:srgbClr val="FFFFFF"/>
                </a:solidFill>
                <a:latin typeface="Arial" panose="020B0604020202020204" pitchFamily="34" charset="0"/>
                <a:ea typeface="Arial Bold"/>
                <a:cs typeface="Arial" panose="020B0604020202020204" pitchFamily="34" charset="0"/>
                <a:sym typeface="Arial Bold"/>
              </a:rPr>
              <a:t>	‘…that the person who purported to make the decision did not have 	jurisdiction to make the 	decision’.</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Overlaps significantly with other grounds (such as those relating to fact-finding errors)</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Was more popular from 1994-2001, when the </a:t>
            </a:r>
            <a:r>
              <a:rPr lang="en-US" sz="2000" i="1" dirty="0">
                <a:solidFill>
                  <a:srgbClr val="FFFFFF"/>
                </a:solidFill>
                <a:latin typeface="Arial" panose="020B0604020202020204" pitchFamily="34" charset="0"/>
                <a:ea typeface="Arial Bold"/>
                <a:cs typeface="Arial" panose="020B0604020202020204" pitchFamily="34" charset="0"/>
                <a:sym typeface="Arial Bold"/>
              </a:rPr>
              <a:t>Migration Ac</a:t>
            </a:r>
            <a:r>
              <a:rPr lang="en-US" sz="2000" dirty="0">
                <a:solidFill>
                  <a:srgbClr val="FFFFFF"/>
                </a:solidFill>
                <a:latin typeface="Arial" panose="020B0604020202020204" pitchFamily="34" charset="0"/>
                <a:ea typeface="Arial Bold"/>
                <a:cs typeface="Arial" panose="020B0604020202020204" pitchFamily="34" charset="0"/>
                <a:sym typeface="Arial Bold"/>
              </a:rPr>
              <a:t>t excluded many other grounds of ADJR review via privative clauses</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This is not a relevant question if you have established another ground under the ADJR Act. You can go directly to remedies under s 16.</a:t>
            </a:r>
          </a:p>
        </p:txBody>
      </p:sp>
      <p:sp>
        <p:nvSpPr>
          <p:cNvPr id="10" name="TextBox 10">
            <a:extLst>
              <a:ext uri="{FF2B5EF4-FFF2-40B4-BE49-F238E27FC236}">
                <a16:creationId xmlns:a16="http://schemas.microsoft.com/office/drawing/2014/main" id="{D42E1786-23C0-C4DE-9856-1D77A71B1376}"/>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27121133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F1D4F226-D24C-482C-95EE-E35373C1684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D07662E-DA91-B3E1-D4BD-F93BFF19824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78F6940-920B-0266-2764-61CD810BEBA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4E8B3CFC-0904-62BE-27CD-9EF883FC746B}"/>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Why do we need to know whether an error is jurisdictional?</a:t>
            </a:r>
          </a:p>
        </p:txBody>
      </p:sp>
      <p:sp>
        <p:nvSpPr>
          <p:cNvPr id="9" name="TextBox 9">
            <a:extLst>
              <a:ext uri="{FF2B5EF4-FFF2-40B4-BE49-F238E27FC236}">
                <a16:creationId xmlns:a16="http://schemas.microsoft.com/office/drawing/2014/main" id="{5E86DA48-349B-ADC8-77C3-A8D0C682C86C}"/>
              </a:ext>
            </a:extLst>
          </p:cNvPr>
          <p:cNvSpPr txBox="1"/>
          <p:nvPr/>
        </p:nvSpPr>
        <p:spPr>
          <a:xfrm>
            <a:off x="392084" y="1524000"/>
            <a:ext cx="9361516" cy="3322384"/>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2400" dirty="0">
                <a:solidFill>
                  <a:srgbClr val="FFFFFF"/>
                </a:solidFill>
                <a:latin typeface="Arial" panose="020B0604020202020204" pitchFamily="34" charset="0"/>
                <a:ea typeface="Arial Bold"/>
                <a:cs typeface="Arial" panose="020B0604020202020204" pitchFamily="34" charset="0"/>
                <a:sym typeface="Arial Bold"/>
              </a:rPr>
              <a:t>JE is relevant to common law review (in the State Supreme Courts), review under s 39B of the </a:t>
            </a:r>
            <a:r>
              <a:rPr lang="en-US" sz="2400" i="1" dirty="0">
                <a:solidFill>
                  <a:srgbClr val="FFFFFF"/>
                </a:solidFill>
                <a:latin typeface="Arial" panose="020B0604020202020204" pitchFamily="34" charset="0"/>
                <a:ea typeface="Arial Bold"/>
                <a:cs typeface="Arial" panose="020B0604020202020204" pitchFamily="34" charset="0"/>
                <a:sym typeface="Arial Bold"/>
              </a:rPr>
              <a:t>Judiciary Act </a:t>
            </a:r>
            <a:r>
              <a:rPr lang="en-US" sz="2400" dirty="0">
                <a:solidFill>
                  <a:srgbClr val="FFFFFF"/>
                </a:solidFill>
                <a:latin typeface="Arial" panose="020B0604020202020204" pitchFamily="34" charset="0"/>
                <a:ea typeface="Arial Bold"/>
                <a:cs typeface="Arial" panose="020B0604020202020204" pitchFamily="34" charset="0"/>
                <a:sym typeface="Arial Bold"/>
              </a:rPr>
              <a:t>(FCA) and s 75(v) of the </a:t>
            </a:r>
            <a:r>
              <a:rPr lang="en-US" sz="2400" i="1" dirty="0">
                <a:solidFill>
                  <a:srgbClr val="FFFFFF"/>
                </a:solidFill>
                <a:latin typeface="Arial" panose="020B0604020202020204" pitchFamily="34" charset="0"/>
                <a:ea typeface="Arial Bold"/>
                <a:cs typeface="Arial" panose="020B0604020202020204" pitchFamily="34" charset="0"/>
                <a:sym typeface="Arial Bold"/>
              </a:rPr>
              <a:t>Constitution</a:t>
            </a:r>
            <a:r>
              <a:rPr lang="en-US" sz="2400" dirty="0">
                <a:solidFill>
                  <a:srgbClr val="FFFFFF"/>
                </a:solidFill>
                <a:latin typeface="Arial" panose="020B0604020202020204" pitchFamily="34" charset="0"/>
                <a:ea typeface="Arial Bold"/>
                <a:cs typeface="Arial" panose="020B0604020202020204" pitchFamily="34" charset="0"/>
                <a:sym typeface="Arial Bold"/>
              </a:rPr>
              <a:t> (HCA)</a:t>
            </a:r>
          </a:p>
          <a:p>
            <a:pPr marL="285750" indent="-285750">
              <a:spcAft>
                <a:spcPts val="1200"/>
              </a:spcAft>
              <a:buFont typeface="Arial" panose="020B0604020202020204" pitchFamily="34" charset="0"/>
              <a:buChar char="•"/>
            </a:pPr>
            <a:r>
              <a:rPr lang="en-US" sz="1627" b="1" dirty="0">
                <a:solidFill>
                  <a:srgbClr val="FFFFFF"/>
                </a:solidFill>
                <a:latin typeface="Arial" panose="020B0604020202020204" pitchFamily="34" charset="0"/>
                <a:ea typeface="Arial Bold"/>
                <a:cs typeface="Arial" panose="020B0604020202020204" pitchFamily="34" charset="0"/>
                <a:sym typeface="Arial Bold"/>
              </a:rPr>
              <a:t>Remedies:</a:t>
            </a:r>
            <a:r>
              <a:rPr lang="en-US" sz="1627" dirty="0">
                <a:solidFill>
                  <a:srgbClr val="FFFFFF"/>
                </a:solidFill>
                <a:latin typeface="Arial" panose="020B0604020202020204" pitchFamily="34" charset="0"/>
                <a:ea typeface="Arial Bold"/>
                <a:cs typeface="Arial" panose="020B0604020202020204" pitchFamily="34" charset="0"/>
                <a:sym typeface="Arial Bold"/>
              </a:rPr>
              <a:t> certain remedies are only available in such common law proceedings, namely: prohibition, mandamus (though NB they are also available where an error of law appears ‘on the face of the record’) –Certiorari also available for JE.</a:t>
            </a:r>
          </a:p>
          <a:p>
            <a:pPr marL="285750" indent="-285750">
              <a:spcAft>
                <a:spcPts val="1200"/>
              </a:spcAft>
              <a:buFont typeface="Arial" panose="020B0604020202020204" pitchFamily="34" charset="0"/>
              <a:buChar char="•"/>
            </a:pPr>
            <a:r>
              <a:rPr lang="en-US" sz="1627" b="1" dirty="0">
                <a:solidFill>
                  <a:srgbClr val="FFFFFF"/>
                </a:solidFill>
                <a:latin typeface="Arial" panose="020B0604020202020204" pitchFamily="34" charset="0"/>
                <a:ea typeface="Arial Bold"/>
                <a:cs typeface="Arial" panose="020B0604020202020204" pitchFamily="34" charset="0"/>
                <a:sym typeface="Arial Bold"/>
              </a:rPr>
              <a:t>Consequences: </a:t>
            </a:r>
            <a:r>
              <a:rPr lang="en-US" sz="1627" dirty="0">
                <a:solidFill>
                  <a:srgbClr val="FFFFFF"/>
                </a:solidFill>
                <a:latin typeface="Arial" panose="020B0604020202020204" pitchFamily="34" charset="0"/>
                <a:ea typeface="Arial Bold"/>
                <a:cs typeface="Arial" panose="020B0604020202020204" pitchFamily="34" charset="0"/>
                <a:sym typeface="Arial Bold"/>
              </a:rPr>
              <a:t>Certain consequences flow from an error being ‘jurisdictional’ </a:t>
            </a:r>
          </a:p>
          <a:p>
            <a:pPr marL="285750" indent="-285750">
              <a:spcAft>
                <a:spcPts val="1200"/>
              </a:spcAft>
              <a:buFont typeface="Arial" panose="020B0604020202020204" pitchFamily="34" charset="0"/>
              <a:buChar char="•"/>
            </a:pPr>
            <a:r>
              <a:rPr lang="en-US" sz="1627" b="1" dirty="0">
                <a:solidFill>
                  <a:srgbClr val="FFFFFF"/>
                </a:solidFill>
                <a:latin typeface="Arial" panose="020B0604020202020204" pitchFamily="34" charset="0"/>
                <a:ea typeface="Arial Bold"/>
                <a:cs typeface="Arial" panose="020B0604020202020204" pitchFamily="34" charset="0"/>
                <a:sym typeface="Arial Bold"/>
              </a:rPr>
              <a:t>Constitutional significance: </a:t>
            </a:r>
            <a:r>
              <a:rPr lang="en-US" sz="1627" dirty="0">
                <a:solidFill>
                  <a:srgbClr val="FFFFFF"/>
                </a:solidFill>
                <a:latin typeface="Arial" panose="020B0604020202020204" pitchFamily="34" charset="0"/>
                <a:ea typeface="Arial Bold"/>
                <a:cs typeface="Arial" panose="020B0604020202020204" pitchFamily="34" charset="0"/>
                <a:sym typeface="Arial Bold"/>
              </a:rPr>
              <a:t>HCA has said that the minimum of its constitutionally entrenched jurisdiction over administrative action is to review for jurisdictional error. The same is true for State Supreme Courts.</a:t>
            </a:r>
          </a:p>
        </p:txBody>
      </p:sp>
      <p:sp>
        <p:nvSpPr>
          <p:cNvPr id="10" name="TextBox 10">
            <a:extLst>
              <a:ext uri="{FF2B5EF4-FFF2-40B4-BE49-F238E27FC236}">
                <a16:creationId xmlns:a16="http://schemas.microsoft.com/office/drawing/2014/main" id="{7936A01A-A20B-0C0C-4BDF-92501F492267}"/>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Image result for why should I care">
            <a:extLst>
              <a:ext uri="{FF2B5EF4-FFF2-40B4-BE49-F238E27FC236}">
                <a16:creationId xmlns:a16="http://schemas.microsoft.com/office/drawing/2014/main" id="{B446CA1B-62CF-93F9-065F-27FA85F7550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920" b="93431" l="5667" r="96667">
                        <a14:foregroundMark x1="70484" y1="58394" x2="71353" y2="59070"/>
                        <a14:foregroundMark x1="11689" y1="12648" x2="70484" y2="58394"/>
                        <a14:foregroundMark x1="30416" y1="74310" x2="82000" y2="20438"/>
                        <a14:foregroundMark x1="82000" y1="20438" x2="85667" y2="20438"/>
                        <a14:foregroundMark x1="32583" y1="53224" x2="64308" y2="76380"/>
                        <a14:foregroundMark x1="28667" y1="50365" x2="32430" y2="53112"/>
                        <a14:foregroundMark x1="75078" y1="48881" x2="74667" y2="44526"/>
                        <a14:foregroundMark x1="74667" y1="44526" x2="17667" y2="27737"/>
                        <a14:foregroundMark x1="32580" y1="53317" x2="37667" y2="62044"/>
                        <a14:foregroundMark x1="17667" y1="27737" x2="32436" y2="53071"/>
                        <a14:foregroundMark x1="37667" y1="62044" x2="55667" y2="63504"/>
                        <a14:foregroundMark x1="55667" y1="63504" x2="64667" y2="27737"/>
                        <a14:foregroundMark x1="64667" y1="27737" x2="18000" y2="50365"/>
                        <a14:foregroundMark x1="37333" y1="62774" x2="54667" y2="93431"/>
                        <a14:foregroundMark x1="54667" y1="93431" x2="58165" y2="91326"/>
                        <a14:foregroundMark x1="5667" y1="35766" x2="55000" y2="32847"/>
                        <a14:foregroundMark x1="55000" y1="32847" x2="80000" y2="35036"/>
                        <a14:foregroundMark x1="80000" y1="35036" x2="88333" y2="34307"/>
                        <a14:foregroundMark x1="6667" y1="38686" x2="96667" y2="34307"/>
                        <a14:foregroundMark x1="96667" y1="34307" x2="95667" y2="35036"/>
                        <a14:foregroundMark x1="90333" y1="28467" x2="85667" y2="31387"/>
                        <a14:foregroundMark x1="55667" y1="3650" x2="68000" y2="2920"/>
                        <a14:foregroundMark x1="92667" y1="41606" x2="92667" y2="37226"/>
                        <a14:backgroundMark x1="21333" y1="72993" x2="24000" y2="91971"/>
                        <a14:backgroundMark x1="75000" y1="69343" x2="83000" y2="83212"/>
                        <a14:backgroundMark x1="77000" y1="62044" x2="77000" y2="62044"/>
                        <a14:backgroundMark x1="67333" y1="88321" x2="74667" y2="59124"/>
                        <a14:backgroundMark x1="60333" y1="92701" x2="72000" y2="84672"/>
                        <a14:backgroundMark x1="91667" y1="78832" x2="91667" y2="78832"/>
                        <a14:backgroundMark x1="88333" y1="73723" x2="94000" y2="77372"/>
                        <a14:backgroundMark x1="72333" y1="58394" x2="79000" y2="68613"/>
                        <a14:backgroundMark x1="93000" y1="81752" x2="93333" y2="89051"/>
                        <a14:backgroundMark x1="93333" y1="81022" x2="94000" y2="79562"/>
                        <a14:backgroundMark x1="88333" y1="73723" x2="95667" y2="83212"/>
                        <a14:backgroundMark x1="10333" y1="13139" x2="4667" y2="8029"/>
                        <a14:backgroundMark x1="71333" y1="61314" x2="71333" y2="61314"/>
                        <a14:backgroundMark x1="71333" y1="59124" x2="74333" y2="61314"/>
                        <a14:backgroundMark x1="70333" y1="58394" x2="70333" y2="58394"/>
                        <a14:backgroundMark x1="89000" y1="72263" x2="89000" y2="72263"/>
                        <a14:backgroundMark x1="89333" y1="75182" x2="86000" y2="71533"/>
                        <a14:backgroundMark x1="61000" y1="92701" x2="63000" y2="91241"/>
                        <a14:backgroundMark x1="62000" y1="89781" x2="59667" y2="94161"/>
                        <a14:backgroundMark x1="29667" y1="77372" x2="30000" y2="69343"/>
                        <a14:backgroundMark x1="3000" y1="8759" x2="10667" y2="15328"/>
                        <a14:backgroundMark x1="1667" y1="7299" x2="4333" y2="8029"/>
                        <a14:backgroundMark x1="10000" y1="10219" x2="11333" y2="13139"/>
                        <a14:backgroundMark x1="1333" y1="6569" x2="11667" y2="10949"/>
                      </a14:backgroundRemoval>
                    </a14:imgEffect>
                  </a14:imgLayer>
                </a14:imgProps>
              </a:ext>
              <a:ext uri="{28A0092B-C50C-407E-A947-70E740481C1C}">
                <a14:useLocalDpi xmlns:a14="http://schemas.microsoft.com/office/drawing/2010/main" val="0"/>
              </a:ext>
            </a:extLst>
          </a:blip>
          <a:srcRect/>
          <a:stretch>
            <a:fillRect/>
          </a:stretch>
        </p:blipFill>
        <p:spPr bwMode="auto">
          <a:xfrm>
            <a:off x="9169896" y="942682"/>
            <a:ext cx="2630020" cy="1201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262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0B14BE4-EFE3-2C20-73F7-7E5D61D882F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04AD3DB-1A2B-615F-C785-AF4B4507DF8C}"/>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D81AB0F5-33E9-CDFF-1B82-6FFDE9B3C1F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A7963435-D255-E72E-6ED6-0866FABAB2FA}"/>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Historical Origins</a:t>
            </a:r>
          </a:p>
        </p:txBody>
      </p:sp>
      <p:sp>
        <p:nvSpPr>
          <p:cNvPr id="9" name="TextBox 9">
            <a:extLst>
              <a:ext uri="{FF2B5EF4-FFF2-40B4-BE49-F238E27FC236}">
                <a16:creationId xmlns:a16="http://schemas.microsoft.com/office/drawing/2014/main" id="{48C48A53-4B79-08D5-1802-A912AAD33B39}"/>
              </a:ext>
            </a:extLst>
          </p:cNvPr>
          <p:cNvSpPr txBox="1"/>
          <p:nvPr/>
        </p:nvSpPr>
        <p:spPr>
          <a:xfrm>
            <a:off x="392084" y="1524000"/>
            <a:ext cx="5551516" cy="3369833"/>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Prohibition and Certiorari developed to remedy errors made by inferior courts. These are bodies which are expert in interpreting the law. So superior courts would only review their errors if they were particularly serious or obvious. </a:t>
            </a:r>
          </a:p>
          <a:p>
            <a:pPr marL="285750" indent="-285750">
              <a:spcAft>
                <a:spcPts val="1200"/>
              </a:spcAft>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Drew the line between errors that took court outside jurisdiction entirely (JE) vs those within legal authority –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misapplying rules within jurisdiction (non-JE).</a:t>
            </a:r>
          </a:p>
          <a:p>
            <a:pPr marL="285750" indent="-285750">
              <a:spcAft>
                <a:spcPts val="1200"/>
              </a:spcAft>
              <a:buFont typeface="Arial" panose="020B0604020202020204" pitchFamily="34" charset="0"/>
              <a:buChar char="•"/>
            </a:pPr>
            <a:endParaRPr lang="en-US" sz="1627" dirty="0">
              <a:solidFill>
                <a:srgbClr val="FFFFFF"/>
              </a:solidFill>
              <a:latin typeface="Arial" panose="020B0604020202020204" pitchFamily="34" charset="0"/>
              <a:ea typeface="Arial Bold"/>
              <a:cs typeface="Arial" panose="020B0604020202020204" pitchFamily="34" charset="0"/>
              <a:sym typeface="Arial Bold"/>
            </a:endParaRP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JE means decision is invalid/void ab initio</a:t>
            </a:r>
          </a:p>
        </p:txBody>
      </p:sp>
      <p:sp>
        <p:nvSpPr>
          <p:cNvPr id="10" name="TextBox 10">
            <a:extLst>
              <a:ext uri="{FF2B5EF4-FFF2-40B4-BE49-F238E27FC236}">
                <a16:creationId xmlns:a16="http://schemas.microsoft.com/office/drawing/2014/main" id="{0605E1AF-35C8-9106-5C6F-8F92CFFDD391}"/>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D53E76F1-1C4F-C7DD-7C29-E86795D10729}"/>
              </a:ext>
            </a:extLst>
          </p:cNvPr>
          <p:cNvPicPr>
            <a:picLocks noChangeAspect="1"/>
          </p:cNvPicPr>
          <p:nvPr/>
        </p:nvPicPr>
        <p:blipFill>
          <a:blip r:embed="rId2"/>
          <a:stretch>
            <a:fillRect/>
          </a:stretch>
        </p:blipFill>
        <p:spPr>
          <a:xfrm>
            <a:off x="6324600" y="1505712"/>
            <a:ext cx="5181600" cy="2940557"/>
          </a:xfrm>
          <a:prstGeom prst="rect">
            <a:avLst/>
          </a:prstGeom>
          <a:noFill/>
        </p:spPr>
      </p:pic>
      <p:pic>
        <p:nvPicPr>
          <p:cNvPr id="3074" name="Picture 2">
            <a:extLst>
              <a:ext uri="{FF2B5EF4-FFF2-40B4-BE49-F238E27FC236}">
                <a16:creationId xmlns:a16="http://schemas.microsoft.com/office/drawing/2014/main" id="{B9C62737-FE45-AFA0-F63C-4C67E1A7C9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3838974"/>
            <a:ext cx="3143250" cy="2286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80DA2CC-EB8F-79B0-A4D7-DFA8170A60E1}"/>
              </a:ext>
            </a:extLst>
          </p:cNvPr>
          <p:cNvSpPr txBox="1"/>
          <p:nvPr/>
        </p:nvSpPr>
        <p:spPr>
          <a:xfrm>
            <a:off x="8229600" y="6216998"/>
            <a:ext cx="1813317" cy="261610"/>
          </a:xfrm>
          <a:prstGeom prst="rect">
            <a:avLst/>
          </a:prstGeom>
          <a:noFill/>
        </p:spPr>
        <p:txBody>
          <a:bodyPr wrap="none" rtlCol="0">
            <a:spAutoFit/>
          </a:bodyPr>
          <a:lstStyle/>
          <a:p>
            <a:r>
              <a:rPr lang="en-US" sz="1100" dirty="0">
                <a:solidFill>
                  <a:schemeClr val="bg1"/>
                </a:solidFill>
              </a:rPr>
              <a:t>King’s Bench Prison by Pugin</a:t>
            </a:r>
            <a:endParaRPr lang="en-AU" sz="1100" dirty="0">
              <a:solidFill>
                <a:schemeClr val="bg1"/>
              </a:solidFill>
            </a:endParaRPr>
          </a:p>
        </p:txBody>
      </p:sp>
    </p:spTree>
    <p:extLst>
      <p:ext uri="{BB962C8B-B14F-4D97-AF65-F5344CB8AC3E}">
        <p14:creationId xmlns:p14="http://schemas.microsoft.com/office/powerpoint/2010/main" val="591533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2D4F51A-7C15-447A-6523-2A12E21FAE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4E8ED5-2C3C-2305-8627-7239E11AD3C5}"/>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347EE97-2864-F696-6A40-848BD6B2085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29A1817C-319C-FD37-0566-D724F94C8C0B}"/>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Historical Origins</a:t>
            </a:r>
          </a:p>
        </p:txBody>
      </p:sp>
      <p:sp>
        <p:nvSpPr>
          <p:cNvPr id="9" name="TextBox 9">
            <a:extLst>
              <a:ext uri="{FF2B5EF4-FFF2-40B4-BE49-F238E27FC236}">
                <a16:creationId xmlns:a16="http://schemas.microsoft.com/office/drawing/2014/main" id="{6B3F5CC3-156D-C8BE-2CA7-9FF30179AF4E}"/>
              </a:ext>
            </a:extLst>
          </p:cNvPr>
          <p:cNvSpPr txBox="1"/>
          <p:nvPr/>
        </p:nvSpPr>
        <p:spPr>
          <a:xfrm>
            <a:off x="392084" y="1524000"/>
            <a:ext cx="5551516" cy="3716723"/>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Prohibition could be used to prevent a decision-maker from exercising power that they do not have (making a JE). </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Certiorari could be used to quash a decision affected by JE, or an error of law on the face of the record.</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Mandamus always applied to admin </a:t>
            </a:r>
            <a:r>
              <a:rPr lang="en-US" sz="1627" dirty="0" err="1">
                <a:solidFill>
                  <a:srgbClr val="FFFFFF"/>
                </a:solidFill>
                <a:latin typeface="Arial" panose="020B0604020202020204" pitchFamily="34" charset="0"/>
                <a:ea typeface="Arial Bold"/>
                <a:cs typeface="Arial" panose="020B0604020202020204" pitchFamily="34" charset="0"/>
                <a:sym typeface="Arial Bold"/>
              </a:rPr>
              <a:t>decsion</a:t>
            </a:r>
            <a:r>
              <a:rPr lang="en-US" sz="1627" dirty="0">
                <a:solidFill>
                  <a:srgbClr val="FFFFFF"/>
                </a:solidFill>
                <a:latin typeface="Arial" panose="020B0604020202020204" pitchFamily="34" charset="0"/>
                <a:ea typeface="Arial Bold"/>
                <a:cs typeface="Arial" panose="020B0604020202020204" pitchFamily="34" charset="0"/>
                <a:sym typeface="Arial Bold"/>
              </a:rPr>
              <a:t> makers, not courts. However, jurisprudence on mandamus borrowed concept of JE from prohibition. Mandamus requires a duty to be ‘unperformed.’ A duty which has in fact been performed may remain unperformed in law if it is attended by JE.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The idea of a JE is a carry-over from the </a:t>
            </a:r>
            <a:br>
              <a:rPr lang="en-US" sz="1627" dirty="0">
                <a:solidFill>
                  <a:srgbClr val="FFFFFF"/>
                </a:solidFill>
                <a:latin typeface="Arial" panose="020B0604020202020204" pitchFamily="34" charset="0"/>
                <a:ea typeface="Arial Bold"/>
                <a:cs typeface="Arial" panose="020B0604020202020204" pitchFamily="34" charset="0"/>
                <a:sym typeface="Arial Bold"/>
              </a:rPr>
            </a:br>
            <a:r>
              <a:rPr lang="en-US" sz="1627" dirty="0">
                <a:solidFill>
                  <a:srgbClr val="FFFFFF"/>
                </a:solidFill>
                <a:latin typeface="Arial" panose="020B0604020202020204" pitchFamily="34" charset="0"/>
                <a:ea typeface="Arial Bold"/>
                <a:cs typeface="Arial" panose="020B0604020202020204" pitchFamily="34" charset="0"/>
                <a:sym typeface="Arial Bold"/>
              </a:rPr>
              <a:t>historical development of the remedies.</a:t>
            </a:r>
          </a:p>
        </p:txBody>
      </p:sp>
      <p:sp>
        <p:nvSpPr>
          <p:cNvPr id="10" name="TextBox 10">
            <a:extLst>
              <a:ext uri="{FF2B5EF4-FFF2-40B4-BE49-F238E27FC236}">
                <a16:creationId xmlns:a16="http://schemas.microsoft.com/office/drawing/2014/main" id="{6D2FC986-862B-E41F-C6CE-37E95B41B955}"/>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3074" name="Picture 2" descr="Image result for fail duty">
            <a:extLst>
              <a:ext uri="{FF2B5EF4-FFF2-40B4-BE49-F238E27FC236}">
                <a16:creationId xmlns:a16="http://schemas.microsoft.com/office/drawing/2014/main" id="{0D79AAD3-843D-4FAD-892C-51F17C1848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888" b="22027"/>
          <a:stretch/>
        </p:blipFill>
        <p:spPr bwMode="auto">
          <a:xfrm>
            <a:off x="6307667" y="3102427"/>
            <a:ext cx="5181600" cy="1797736"/>
          </a:xfrm>
          <a:prstGeom prst="rect">
            <a:avLst/>
          </a:prstGeom>
          <a:solidFill>
            <a:srgbClr val="FFFFFF"/>
          </a:solidFill>
        </p:spPr>
      </p:pic>
    </p:spTree>
    <p:extLst>
      <p:ext uri="{BB962C8B-B14F-4D97-AF65-F5344CB8AC3E}">
        <p14:creationId xmlns:p14="http://schemas.microsoft.com/office/powerpoint/2010/main" val="42450541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71107CEE-D4D7-F5ED-567B-78E2B8AAB8D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67636A-82FB-E34D-EF2A-8F47C3D47B1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E21BC12-A94D-FB70-3B42-6CD2123A140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31B5CA8F-290E-83FF-5852-5B001F020FCD}"/>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What WAS a Jurisdictional Error?</a:t>
            </a:r>
          </a:p>
        </p:txBody>
      </p:sp>
      <p:sp>
        <p:nvSpPr>
          <p:cNvPr id="9" name="TextBox 9">
            <a:extLst>
              <a:ext uri="{FF2B5EF4-FFF2-40B4-BE49-F238E27FC236}">
                <a16:creationId xmlns:a16="http://schemas.microsoft.com/office/drawing/2014/main" id="{47726BE2-00D9-43AA-C8F2-5A721B0DBDFB}"/>
              </a:ext>
            </a:extLst>
          </p:cNvPr>
          <p:cNvSpPr txBox="1"/>
          <p:nvPr/>
        </p:nvSpPr>
        <p:spPr>
          <a:xfrm>
            <a:off x="392084" y="1524000"/>
            <a:ext cx="5551516" cy="3967112"/>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Historically very narrow (most errors within jurisdiction)</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Generally understood as an error that meant that a decision-maker had no authority to enter into the discretionary decision-making process in the first place, as opposed to errors in the exercise of that power. i.e. commencement theory/preliminary or collateral errors. </a:t>
            </a:r>
          </a:p>
          <a:p>
            <a:pPr marL="285750" indent="-285750">
              <a:spcAft>
                <a:spcPts val="1200"/>
              </a:spcAft>
              <a:buFont typeface="Arial" panose="020B0604020202020204" pitchFamily="34" charset="0"/>
              <a:buChar char="•"/>
            </a:pP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the Police Disciplinary Board is empowered to ‘dismiss Police Officers for misconduct’. The term ‘Police Officers’ is defined in the legislation as officers who have successfully completed their probationary period. If the Board purports to dismiss an officer during their probationary period, then they will have acted outside their jurisdiction in the traditional, narrow sense.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Note overlap with idea of jurisdictional facts</a:t>
            </a:r>
          </a:p>
        </p:txBody>
      </p:sp>
      <p:sp>
        <p:nvSpPr>
          <p:cNvPr id="10" name="TextBox 10">
            <a:extLst>
              <a:ext uri="{FF2B5EF4-FFF2-40B4-BE49-F238E27FC236}">
                <a16:creationId xmlns:a16="http://schemas.microsoft.com/office/drawing/2014/main" id="{B8397E3A-653E-F7CC-8F7E-45346B7F7505}"/>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098" name="Picture 2" descr="Image result for no authority">
            <a:extLst>
              <a:ext uri="{FF2B5EF4-FFF2-40B4-BE49-F238E27FC236}">
                <a16:creationId xmlns:a16="http://schemas.microsoft.com/office/drawing/2014/main" id="{856E0DED-D4D2-4250-8AB4-3D14C61EFC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000"/>
          <a:stretch/>
        </p:blipFill>
        <p:spPr bwMode="auto">
          <a:xfrm>
            <a:off x="7263987" y="1460311"/>
            <a:ext cx="4242179" cy="2121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8215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98022F5-F17A-5065-F27D-C412FACD91F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302FD0-C71B-3460-673D-88D5B6D231EC}"/>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8D26B64-6576-9991-7E16-53C99979820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BA1B44F3-88A6-D6F9-75CD-BC2A285E52E4}"/>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Jurisdictional Error in the UK</a:t>
            </a:r>
          </a:p>
        </p:txBody>
      </p:sp>
      <p:sp>
        <p:nvSpPr>
          <p:cNvPr id="9" name="TextBox 9">
            <a:extLst>
              <a:ext uri="{FF2B5EF4-FFF2-40B4-BE49-F238E27FC236}">
                <a16:creationId xmlns:a16="http://schemas.microsoft.com/office/drawing/2014/main" id="{4BBD6ECF-6EE4-95DE-0E58-5B25865D67F7}"/>
              </a:ext>
            </a:extLst>
          </p:cNvPr>
          <p:cNvSpPr txBox="1"/>
          <p:nvPr/>
        </p:nvSpPr>
        <p:spPr>
          <a:xfrm>
            <a:off x="392084" y="1524000"/>
            <a:ext cx="5551516" cy="4063613"/>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The commencement approach was highly malleable, and difficult to apply in real life (we’ve seen this already with jurisdictional facts in the Malaysia Declaration Case).</a:t>
            </a:r>
          </a:p>
          <a:p>
            <a:pPr marL="285750" indent="-285750">
              <a:spcAft>
                <a:spcPts val="1200"/>
              </a:spcAft>
              <a:buFont typeface="Arial" panose="020B0604020202020204" pitchFamily="34" charset="0"/>
              <a:buChar char="•"/>
            </a:pPr>
            <a:r>
              <a:rPr lang="en-US" sz="1627" i="1" dirty="0" err="1">
                <a:solidFill>
                  <a:srgbClr val="FFFFFF"/>
                </a:solidFill>
                <a:latin typeface="Arial" panose="020B0604020202020204" pitchFamily="34" charset="0"/>
                <a:ea typeface="Arial Bold"/>
                <a:cs typeface="Arial" panose="020B0604020202020204" pitchFamily="34" charset="0"/>
                <a:sym typeface="Arial Bold"/>
              </a:rPr>
              <a:t>Anisminic</a:t>
            </a:r>
            <a:r>
              <a:rPr lang="en-US" sz="1627" i="1" dirty="0">
                <a:solidFill>
                  <a:srgbClr val="FFFFFF"/>
                </a:solidFill>
                <a:latin typeface="Arial" panose="020B0604020202020204" pitchFamily="34" charset="0"/>
                <a:ea typeface="Arial Bold"/>
                <a:cs typeface="Arial" panose="020B0604020202020204" pitchFamily="34" charset="0"/>
                <a:sym typeface="Arial Bold"/>
              </a:rPr>
              <a:t> Ltd v Foreign Compensation Commission </a:t>
            </a:r>
            <a:r>
              <a:rPr lang="en-US" sz="1627" dirty="0">
                <a:solidFill>
                  <a:srgbClr val="FFFFFF"/>
                </a:solidFill>
                <a:latin typeface="Arial" panose="020B0604020202020204" pitchFamily="34" charset="0"/>
                <a:ea typeface="Arial Bold"/>
                <a:cs typeface="Arial" panose="020B0604020202020204" pitchFamily="34" charset="0"/>
                <a:sym typeface="Arial Bold"/>
              </a:rPr>
              <a:t>[1969] 2 AC 147 </a:t>
            </a:r>
            <a:br>
              <a:rPr lang="en-US" sz="1627" dirty="0">
                <a:solidFill>
                  <a:srgbClr val="FFFFFF"/>
                </a:solidFill>
                <a:latin typeface="Arial" panose="020B0604020202020204" pitchFamily="34" charset="0"/>
                <a:ea typeface="Arial Bold"/>
                <a:cs typeface="Arial" panose="020B0604020202020204" pitchFamily="34" charset="0"/>
                <a:sym typeface="Arial Bold"/>
              </a:rPr>
            </a:br>
            <a:br>
              <a:rPr lang="en-US" sz="1627" dirty="0">
                <a:solidFill>
                  <a:srgbClr val="FFFFFF"/>
                </a:solidFill>
                <a:latin typeface="Arial" panose="020B0604020202020204" pitchFamily="34" charset="0"/>
                <a:ea typeface="Arial Bold"/>
                <a:cs typeface="Arial" panose="020B0604020202020204" pitchFamily="34" charset="0"/>
                <a:sym typeface="Arial Bold"/>
              </a:rPr>
            </a:br>
            <a:r>
              <a:rPr lang="en-US" sz="1627" dirty="0">
                <a:solidFill>
                  <a:srgbClr val="FFFFFF"/>
                </a:solidFill>
                <a:latin typeface="Arial" panose="020B0604020202020204" pitchFamily="34" charset="0"/>
                <a:ea typeface="Arial Bold"/>
                <a:cs typeface="Arial" panose="020B0604020202020204" pitchFamily="34" charset="0"/>
                <a:sym typeface="Arial Bold"/>
              </a:rPr>
              <a:t>The House of Lords </a:t>
            </a:r>
            <a:r>
              <a:rPr lang="en-US" sz="1627" dirty="0" err="1">
                <a:solidFill>
                  <a:srgbClr val="FFFFFF"/>
                </a:solidFill>
                <a:latin typeface="Arial" panose="020B0604020202020204" pitchFamily="34" charset="0"/>
                <a:ea typeface="Arial Bold"/>
                <a:cs typeface="Arial" panose="020B0604020202020204" pitchFamily="34" charset="0"/>
                <a:sym typeface="Arial Bold"/>
              </a:rPr>
              <a:t>criticised</a:t>
            </a:r>
            <a:r>
              <a:rPr lang="en-US" sz="1627" dirty="0">
                <a:solidFill>
                  <a:srgbClr val="FFFFFF"/>
                </a:solidFill>
                <a:latin typeface="Arial" panose="020B0604020202020204" pitchFamily="34" charset="0"/>
                <a:ea typeface="Arial Bold"/>
                <a:cs typeface="Arial" panose="020B0604020202020204" pitchFamily="34" charset="0"/>
                <a:sym typeface="Arial Bold"/>
              </a:rPr>
              <a:t> the JE/non-JE distinction. Lord Reid stated that a decision-maker can step outside of the lawful boundaries of their authority even when they have legitimately commenced an inquiry. </a:t>
            </a:r>
            <a:r>
              <a:rPr lang="en-US" sz="1627" dirty="0" err="1">
                <a:solidFill>
                  <a:srgbClr val="FFFFFF"/>
                </a:solidFill>
                <a:latin typeface="Arial" panose="020B0604020202020204" pitchFamily="34" charset="0"/>
                <a:ea typeface="Arial Bold"/>
                <a:cs typeface="Arial" panose="020B0604020202020204" pitchFamily="34" charset="0"/>
                <a:sym typeface="Arial Bold"/>
              </a:rPr>
              <a:t>i.e</a:t>
            </a:r>
            <a:r>
              <a:rPr lang="en-US" sz="1627" dirty="0">
                <a:solidFill>
                  <a:srgbClr val="FFFFFF"/>
                </a:solidFill>
                <a:latin typeface="Arial" panose="020B0604020202020204" pitchFamily="34" charset="0"/>
                <a:ea typeface="Arial Bold"/>
                <a:cs typeface="Arial" panose="020B0604020202020204" pitchFamily="34" charset="0"/>
                <a:sym typeface="Arial Bold"/>
              </a:rPr>
              <a:t> If a tribunal decides based on an irrelevant factor, they have acted outside their legal authority just as much as if they are mistaken as to a jurisdictional fact.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In subsequent cases the UK has abolished the idea of JE altogether.</a:t>
            </a:r>
          </a:p>
        </p:txBody>
      </p:sp>
      <p:sp>
        <p:nvSpPr>
          <p:cNvPr id="10" name="TextBox 10">
            <a:extLst>
              <a:ext uri="{FF2B5EF4-FFF2-40B4-BE49-F238E27FC236}">
                <a16:creationId xmlns:a16="http://schemas.microsoft.com/office/drawing/2014/main" id="{8272686D-40C9-4BFF-6918-70406036FFDA}"/>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4338" name="Picture 2" descr="Damien Williams Scores Chiefs' Game ...">
            <a:extLst>
              <a:ext uri="{FF2B5EF4-FFF2-40B4-BE49-F238E27FC236}">
                <a16:creationId xmlns:a16="http://schemas.microsoft.com/office/drawing/2014/main" id="{0AE9C70A-484F-B6CE-D4BC-82C48406DD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1543204"/>
            <a:ext cx="4708242" cy="3526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0856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7E70728-23B9-0189-F746-2A276FFEBF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D5AB6F-4263-7C8B-422A-9E3615579F2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BB270346-E31D-F5F7-7084-F2FE567A6D5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C14A1D9E-6DF2-43ED-6C21-97706EF5C709}"/>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Modern Notion of Jurisdictional Error in Australia</a:t>
            </a:r>
          </a:p>
        </p:txBody>
      </p:sp>
      <p:sp>
        <p:nvSpPr>
          <p:cNvPr id="9" name="TextBox 9">
            <a:extLst>
              <a:ext uri="{FF2B5EF4-FFF2-40B4-BE49-F238E27FC236}">
                <a16:creationId xmlns:a16="http://schemas.microsoft.com/office/drawing/2014/main" id="{D2324618-50B3-92E2-C676-C1284C9DE84F}"/>
              </a:ext>
            </a:extLst>
          </p:cNvPr>
          <p:cNvSpPr txBox="1"/>
          <p:nvPr/>
        </p:nvSpPr>
        <p:spPr>
          <a:xfrm>
            <a:off x="392084" y="1524000"/>
            <a:ext cx="5551516" cy="2464777"/>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Meanwhile in Australia, the HCA has held that the Constitution requires the distinction to be maintained.</a:t>
            </a:r>
          </a:p>
          <a:p>
            <a:pPr marL="285750" indent="-285750">
              <a:spcAft>
                <a:spcPts val="1200"/>
              </a:spcAft>
              <a:buFont typeface="Arial" panose="020B0604020202020204" pitchFamily="34" charset="0"/>
              <a:buChar char="•"/>
            </a:pPr>
            <a:r>
              <a:rPr lang="en-US" sz="1627" i="1" dirty="0">
                <a:solidFill>
                  <a:srgbClr val="FFFFFF"/>
                </a:solidFill>
                <a:latin typeface="Arial" panose="020B0604020202020204" pitchFamily="34" charset="0"/>
                <a:ea typeface="Arial Bold"/>
                <a:cs typeface="Arial" panose="020B0604020202020204" pitchFamily="34" charset="0"/>
                <a:sym typeface="Arial Bold"/>
              </a:rPr>
              <a:t>Re Refugee Tribunal; Ex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parte</a:t>
            </a:r>
            <a:r>
              <a:rPr lang="en-US" sz="1627" i="1" dirty="0">
                <a:solidFill>
                  <a:srgbClr val="FFFFFF"/>
                </a:solidFill>
                <a:latin typeface="Arial" panose="020B0604020202020204" pitchFamily="34" charset="0"/>
                <a:ea typeface="Arial Bold"/>
                <a:cs typeface="Arial" panose="020B0604020202020204" pitchFamily="34" charset="0"/>
                <a:sym typeface="Arial Bold"/>
              </a:rPr>
              <a:t> Aala </a:t>
            </a:r>
            <a:r>
              <a:rPr lang="en-US" sz="1627" dirty="0">
                <a:solidFill>
                  <a:srgbClr val="FFFFFF"/>
                </a:solidFill>
                <a:latin typeface="Arial" panose="020B0604020202020204" pitchFamily="34" charset="0"/>
                <a:ea typeface="Arial Bold"/>
                <a:cs typeface="Arial" panose="020B0604020202020204" pitchFamily="34" charset="0"/>
                <a:sym typeface="Arial Bold"/>
              </a:rPr>
              <a:t>(2000) 204 CLR 82:</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 75(v) entrenches remedies (prohibition, mandamus and injunction) which, at the time of Federation, could only apply to JE. Core of what s 75(v) protects is review for JE.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Therefore it took a different tack from UK courts.</a:t>
            </a:r>
          </a:p>
        </p:txBody>
      </p:sp>
      <p:sp>
        <p:nvSpPr>
          <p:cNvPr id="10" name="TextBox 10">
            <a:extLst>
              <a:ext uri="{FF2B5EF4-FFF2-40B4-BE49-F238E27FC236}">
                <a16:creationId xmlns:a16="http://schemas.microsoft.com/office/drawing/2014/main" id="{249FBEC4-CD9C-1072-AA78-C340B0545A3F}"/>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8EE1C35D-0A41-BE65-1CA5-5D5FC5942878}"/>
              </a:ext>
            </a:extLst>
          </p:cNvPr>
          <p:cNvPicPr>
            <a:picLocks noChangeAspect="1"/>
          </p:cNvPicPr>
          <p:nvPr/>
        </p:nvPicPr>
        <p:blipFill>
          <a:blip r:embed="rId2"/>
          <a:stretch>
            <a:fillRect/>
          </a:stretch>
        </p:blipFill>
        <p:spPr>
          <a:xfrm>
            <a:off x="7305292" y="1487486"/>
            <a:ext cx="3777093" cy="2513483"/>
          </a:xfrm>
          <a:prstGeom prst="rect">
            <a:avLst/>
          </a:prstGeom>
        </p:spPr>
      </p:pic>
    </p:spTree>
    <p:extLst>
      <p:ext uri="{BB962C8B-B14F-4D97-AF65-F5344CB8AC3E}">
        <p14:creationId xmlns:p14="http://schemas.microsoft.com/office/powerpoint/2010/main" val="33595805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D2CE7C41-FC1C-08FD-6D81-FA0646DFB5D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05C5DEA-08A8-1E13-C48E-8CD00C23551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1C02E4D9-EFB7-021A-99CF-CB155EC94BE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62896D14-EE76-2ABB-E5A8-D775FAE8B747}"/>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fr-FR" sz="2496" b="1" i="1" dirty="0">
                <a:solidFill>
                  <a:srgbClr val="FFFFFF"/>
                </a:solidFill>
                <a:latin typeface="Arial Bold"/>
                <a:ea typeface="Arial Bold"/>
                <a:cs typeface="Arial Bold"/>
                <a:sym typeface="Arial Bold"/>
              </a:rPr>
              <a:t>Craig v SA </a:t>
            </a:r>
            <a:r>
              <a:rPr lang="fr-FR" sz="2496" b="1" dirty="0">
                <a:solidFill>
                  <a:srgbClr val="FFFFFF"/>
                </a:solidFill>
                <a:latin typeface="Arial Bold"/>
                <a:ea typeface="Arial Bold"/>
                <a:cs typeface="Arial Bold"/>
                <a:sym typeface="Arial Bold"/>
              </a:rPr>
              <a:t>(1995) 184 CLR 163 </a:t>
            </a:r>
            <a:endParaRPr lang="en-US" sz="2496" b="1" dirty="0">
              <a:solidFill>
                <a:srgbClr val="FFFFFF"/>
              </a:solidFill>
              <a:latin typeface="Arial Bold"/>
              <a:ea typeface="Arial Bold"/>
              <a:cs typeface="Arial Bold"/>
              <a:sym typeface="Arial Bold"/>
            </a:endParaRPr>
          </a:p>
        </p:txBody>
      </p:sp>
      <p:sp>
        <p:nvSpPr>
          <p:cNvPr id="9" name="TextBox 9">
            <a:extLst>
              <a:ext uri="{FF2B5EF4-FFF2-40B4-BE49-F238E27FC236}">
                <a16:creationId xmlns:a16="http://schemas.microsoft.com/office/drawing/2014/main" id="{5ABA1A3A-2984-032D-0D60-98F0C0006275}"/>
              </a:ext>
            </a:extLst>
          </p:cNvPr>
          <p:cNvSpPr txBox="1"/>
          <p:nvPr/>
        </p:nvSpPr>
        <p:spPr>
          <a:xfrm>
            <a:off x="392084" y="1524000"/>
            <a:ext cx="11114116" cy="4640053"/>
          </a:xfrm>
          <a:prstGeom prst="rect">
            <a:avLst/>
          </a:prstGeom>
        </p:spPr>
        <p:txBody>
          <a:bodyPr wrap="square" lIns="0" tIns="0" rIns="0" bIns="0" rtlCol="0" anchor="t">
            <a:spAutoFit/>
          </a:bodyPr>
          <a:lstStyle/>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Background: </a:t>
            </a:r>
            <a:r>
              <a:rPr lang="en-US" sz="1627" dirty="0">
                <a:solidFill>
                  <a:srgbClr val="FFFFFF"/>
                </a:solidFill>
                <a:latin typeface="Arial" panose="020B0604020202020204" pitchFamily="34" charset="0"/>
                <a:ea typeface="Arial Bold"/>
                <a:cs typeface="Arial" panose="020B0604020202020204" pitchFamily="34" charset="0"/>
                <a:sym typeface="Arial Bold"/>
              </a:rPr>
              <a:t>District Court judge stayed proceedings in larceny case (Craig charged with stealing cars) on ground that C should have had legal representation (following </a:t>
            </a:r>
            <a:r>
              <a:rPr lang="en-US" sz="1627" i="1" dirty="0">
                <a:solidFill>
                  <a:srgbClr val="FFFFFF"/>
                </a:solidFill>
                <a:latin typeface="Arial" panose="020B0604020202020204" pitchFamily="34" charset="0"/>
                <a:ea typeface="Arial Bold"/>
                <a:cs typeface="Arial" panose="020B0604020202020204" pitchFamily="34" charset="0"/>
                <a:sym typeface="Arial Bold"/>
              </a:rPr>
              <a:t>Dietrich v R </a:t>
            </a:r>
            <a:r>
              <a:rPr lang="en-US" sz="1627" dirty="0">
                <a:solidFill>
                  <a:srgbClr val="FFFFFF"/>
                </a:solidFill>
                <a:latin typeface="Arial" panose="020B0604020202020204" pitchFamily="34" charset="0"/>
                <a:ea typeface="Arial Bold"/>
                <a:cs typeface="Arial" panose="020B0604020202020204" pitchFamily="34" charset="0"/>
                <a:sym typeface="Arial Bold"/>
              </a:rPr>
              <a:t>(1992) 177 CLR 292).</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No appeal available re such a decision. Prosecution sought judicial review in SCSA. SCSA issued certiorari (quashed decision). </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Craig appealed to HCA (</a:t>
            </a:r>
            <a:r>
              <a:rPr lang="en-US" sz="1627" dirty="0" err="1">
                <a:solidFill>
                  <a:srgbClr val="FFFFFF"/>
                </a:solidFill>
                <a:latin typeface="Arial" panose="020B0604020202020204" pitchFamily="34" charset="0"/>
                <a:ea typeface="Arial Bold"/>
                <a:cs typeface="Arial" panose="020B0604020202020204" pitchFamily="34" charset="0"/>
                <a:sym typeface="Arial Bold"/>
              </a:rPr>
              <a:t>ie</a:t>
            </a:r>
            <a:r>
              <a:rPr lang="en-US" sz="1627" dirty="0">
                <a:solidFill>
                  <a:srgbClr val="FFFFFF"/>
                </a:solidFill>
                <a:latin typeface="Arial" panose="020B0604020202020204" pitchFamily="34" charset="0"/>
                <a:ea typeface="Arial Bold"/>
                <a:cs typeface="Arial" panose="020B0604020202020204" pitchFamily="34" charset="0"/>
                <a:sym typeface="Arial Bold"/>
              </a:rPr>
              <a:t> HCA exercising s 73 appellate jurisdiction – determining availability of remedies under common law rather than s 75)</a:t>
            </a:r>
          </a:p>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HCA Judgment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Certiorari only available under common law for: </a:t>
            </a:r>
          </a:p>
          <a:p>
            <a:pPr marL="742950" lvl="1" indent="-285750">
              <a:spcAft>
                <a:spcPts val="1200"/>
              </a:spcAft>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Jurisdictional errors; or</a:t>
            </a:r>
          </a:p>
          <a:p>
            <a:pPr marL="742950" lvl="1" indent="-285750">
              <a:spcAft>
                <a:spcPts val="1200"/>
              </a:spcAft>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Errors of law on the face of the record.</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What is a JE? Obvious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is civil court deciding a criminal matter.</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Should we follow abolition of JE/non-JE distinction in </a:t>
            </a:r>
            <a:r>
              <a:rPr lang="en-US" sz="1627" dirty="0" err="1">
                <a:solidFill>
                  <a:srgbClr val="FFFFFF"/>
                </a:solidFill>
                <a:latin typeface="Arial" panose="020B0604020202020204" pitchFamily="34" charset="0"/>
                <a:ea typeface="Arial Bold"/>
                <a:cs typeface="Arial" panose="020B0604020202020204" pitchFamily="34" charset="0"/>
                <a:sym typeface="Arial Bold"/>
              </a:rPr>
              <a:t>Anisminic</a:t>
            </a:r>
            <a:r>
              <a:rPr lang="en-US" sz="1627" dirty="0">
                <a:solidFill>
                  <a:srgbClr val="FFFFFF"/>
                </a:solidFill>
                <a:latin typeface="Arial" panose="020B0604020202020204" pitchFamily="34" charset="0"/>
                <a:ea typeface="Arial Bold"/>
                <a:cs typeface="Arial" panose="020B0604020202020204" pitchFamily="34" charset="0"/>
                <a:sym typeface="Arial Bold"/>
              </a:rPr>
              <a: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Australia is in a different constitutional position to UK. JE required for constitutional reasons.</a:t>
            </a:r>
          </a:p>
        </p:txBody>
      </p:sp>
      <p:sp>
        <p:nvSpPr>
          <p:cNvPr id="10" name="TextBox 10">
            <a:extLst>
              <a:ext uri="{FF2B5EF4-FFF2-40B4-BE49-F238E27FC236}">
                <a16:creationId xmlns:a16="http://schemas.microsoft.com/office/drawing/2014/main" id="{6B46ACA5-00BC-8805-EBC7-A89F24179A42}"/>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5122" name="Picture 2" descr="Image result for stealing cars">
            <a:extLst>
              <a:ext uri="{FF2B5EF4-FFF2-40B4-BE49-F238E27FC236}">
                <a16:creationId xmlns:a16="http://schemas.microsoft.com/office/drawing/2014/main" id="{A261F404-45A2-4600-867D-671D53861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8840" y="3505200"/>
            <a:ext cx="4277360" cy="2024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8838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FEBDA1F0-C669-0CED-3B3E-3DDF4A38498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00867EA-91E8-2090-D70A-E4A26CCF17A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8100F0FD-850E-1E15-264A-4A8D5527D61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8A222CCD-33BA-0FF0-FECE-7B5FE2FEFD25}"/>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fr-FR" sz="2496" b="1" i="1" dirty="0">
                <a:solidFill>
                  <a:srgbClr val="FFFFFF"/>
                </a:solidFill>
                <a:latin typeface="Arial Bold"/>
                <a:ea typeface="Arial Bold"/>
                <a:cs typeface="Arial Bold"/>
                <a:sym typeface="Arial Bold"/>
              </a:rPr>
              <a:t>Craig v SA </a:t>
            </a:r>
            <a:r>
              <a:rPr lang="fr-FR" sz="2496" b="1" dirty="0">
                <a:solidFill>
                  <a:srgbClr val="FFFFFF"/>
                </a:solidFill>
                <a:latin typeface="Arial Bold"/>
                <a:ea typeface="Arial Bold"/>
                <a:cs typeface="Arial Bold"/>
                <a:sym typeface="Arial Bold"/>
              </a:rPr>
              <a:t>(1995) 184 CLR 163 </a:t>
            </a:r>
            <a:endParaRPr lang="en-US" sz="2496" b="1" dirty="0">
              <a:solidFill>
                <a:srgbClr val="FFFFFF"/>
              </a:solidFill>
              <a:latin typeface="Arial Bold"/>
              <a:ea typeface="Arial Bold"/>
              <a:cs typeface="Arial Bold"/>
              <a:sym typeface="Arial Bold"/>
            </a:endParaRPr>
          </a:p>
        </p:txBody>
      </p:sp>
      <p:sp>
        <p:nvSpPr>
          <p:cNvPr id="9" name="TextBox 9">
            <a:extLst>
              <a:ext uri="{FF2B5EF4-FFF2-40B4-BE49-F238E27FC236}">
                <a16:creationId xmlns:a16="http://schemas.microsoft.com/office/drawing/2014/main" id="{568BBD98-16B3-9690-AB93-785C69355F11}"/>
              </a:ext>
            </a:extLst>
          </p:cNvPr>
          <p:cNvSpPr txBox="1"/>
          <p:nvPr/>
        </p:nvSpPr>
        <p:spPr>
          <a:xfrm>
            <a:off x="392084" y="1524000"/>
            <a:ext cx="6618316" cy="4660891"/>
          </a:xfrm>
          <a:prstGeom prst="rect">
            <a:avLst/>
          </a:prstGeom>
        </p:spPr>
        <p:txBody>
          <a:bodyPr wrap="square" lIns="0" tIns="0" rIns="0" bIns="0" rtlCol="0" anchor="t">
            <a:spAutoFit/>
          </a:bodyPr>
          <a:lstStyle/>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When will a tribunal (or other executive decision maker) make a JE?</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there are many cases where, although the tribunal had jurisdiction to enter on the inquiry, it has done or failed to do something in the course of the inquiry which is of such a nature that its decision is a nullity. It may have given its decision in bad faith. It may have made a decision which it had no power to make. It may have failed in the course of the inquiry to comply with the requirements of natural justice. It may in perfect good faith have misconstrued the provisions giving it power to act so that it failed to deal with the question remitted to it and decided some question which was not remitted to it. It may have refused to take into account something which it was required to take into account. Or it may have based its decision on some matter which, under the provisions setting it up, it had no right to take into account. I do not intend this list to be exhaustive. But if it decides a question remitted to it for decision without committing any of these errors it is as much entitled to decide that question wrongly as it is to decide it rightly” (citing </a:t>
            </a:r>
            <a:r>
              <a:rPr lang="en-US" sz="1627" dirty="0" err="1">
                <a:solidFill>
                  <a:srgbClr val="FFFFFF"/>
                </a:solidFill>
                <a:latin typeface="Arial" panose="020B0604020202020204" pitchFamily="34" charset="0"/>
                <a:ea typeface="Arial Bold"/>
                <a:cs typeface="Arial" panose="020B0604020202020204" pitchFamily="34" charset="0"/>
                <a:sym typeface="Arial Bold"/>
              </a:rPr>
              <a:t>Anisminic</a:t>
            </a:r>
            <a:r>
              <a:rPr lang="en-US" sz="1627" dirty="0">
                <a:solidFill>
                  <a:srgbClr val="FFFFFF"/>
                </a:solidFill>
                <a:latin typeface="Arial" panose="020B0604020202020204" pitchFamily="34" charset="0"/>
                <a:ea typeface="Arial Bold"/>
                <a:cs typeface="Arial" panose="020B0604020202020204" pitchFamily="34" charset="0"/>
                <a:sym typeface="Arial Bold"/>
              </a:rPr>
              <a:t>, per Lord Reid).</a:t>
            </a:r>
          </a:p>
        </p:txBody>
      </p:sp>
      <p:sp>
        <p:nvSpPr>
          <p:cNvPr id="10" name="TextBox 10">
            <a:extLst>
              <a:ext uri="{FF2B5EF4-FFF2-40B4-BE49-F238E27FC236}">
                <a16:creationId xmlns:a16="http://schemas.microsoft.com/office/drawing/2014/main" id="{8DEBADE1-D15D-6B99-F5ED-9CF63CEA9FEF}"/>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6386" name="Picture 2">
            <a:extLst>
              <a:ext uri="{FF2B5EF4-FFF2-40B4-BE49-F238E27FC236}">
                <a16:creationId xmlns:a16="http://schemas.microsoft.com/office/drawing/2014/main" id="{7E31A47C-EBA2-0B73-B46A-5C6E3A414F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2271712"/>
            <a:ext cx="3657600" cy="269332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73E1655-7502-EF66-0694-957844F28EAE}"/>
              </a:ext>
            </a:extLst>
          </p:cNvPr>
          <p:cNvSpPr txBox="1"/>
          <p:nvPr/>
        </p:nvSpPr>
        <p:spPr>
          <a:xfrm>
            <a:off x="7508240" y="5334000"/>
            <a:ext cx="3962399" cy="461665"/>
          </a:xfrm>
          <a:prstGeom prst="rect">
            <a:avLst/>
          </a:prstGeom>
          <a:noFill/>
        </p:spPr>
        <p:txBody>
          <a:bodyPr wrap="square" rtlCol="0">
            <a:spAutoFit/>
          </a:bodyPr>
          <a:lstStyle/>
          <a:p>
            <a:r>
              <a:rPr lang="en-US" sz="1200" dirty="0" err="1">
                <a:solidFill>
                  <a:schemeClr val="bg1"/>
                </a:solidFill>
              </a:rPr>
              <a:t>Anisimic</a:t>
            </a:r>
            <a:r>
              <a:rPr lang="en-US" sz="1200" dirty="0">
                <a:solidFill>
                  <a:schemeClr val="bg1"/>
                </a:solidFill>
              </a:rPr>
              <a:t> concerned eligibility for compensation from nationalization of British assets in Egypt after the Suez Crisis</a:t>
            </a:r>
            <a:endParaRPr lang="en-AU" sz="1200" dirty="0">
              <a:solidFill>
                <a:schemeClr val="bg1"/>
              </a:solidFill>
            </a:endParaRPr>
          </a:p>
        </p:txBody>
      </p:sp>
    </p:spTree>
    <p:extLst>
      <p:ext uri="{BB962C8B-B14F-4D97-AF65-F5344CB8AC3E}">
        <p14:creationId xmlns:p14="http://schemas.microsoft.com/office/powerpoint/2010/main" val="29060169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ECF8B06-2199-8246-C971-1EEE73FB5B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6E570C0-F79B-E79D-FBB9-239F47770A74}"/>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3FBB87F-CBA6-200C-C626-676F547F33A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066B0B8F-50DD-730A-2859-C7BCB5F5A35C}"/>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fr-FR" sz="2496" b="1" i="1" dirty="0">
                <a:solidFill>
                  <a:srgbClr val="FFFFFF"/>
                </a:solidFill>
                <a:latin typeface="Arial Bold"/>
                <a:ea typeface="Arial Bold"/>
                <a:cs typeface="Arial Bold"/>
                <a:sym typeface="Arial Bold"/>
              </a:rPr>
              <a:t>Craig v SA </a:t>
            </a:r>
            <a:r>
              <a:rPr lang="fr-FR" sz="2496" b="1" dirty="0">
                <a:solidFill>
                  <a:srgbClr val="FFFFFF"/>
                </a:solidFill>
                <a:latin typeface="Arial Bold"/>
                <a:ea typeface="Arial Bold"/>
                <a:cs typeface="Arial Bold"/>
                <a:sym typeface="Arial Bold"/>
              </a:rPr>
              <a:t>(1995) 184 CLR 163 </a:t>
            </a:r>
            <a:endParaRPr lang="en-US" sz="2496" b="1" dirty="0">
              <a:solidFill>
                <a:srgbClr val="FFFFFF"/>
              </a:solidFill>
              <a:latin typeface="Arial Bold"/>
              <a:ea typeface="Arial Bold"/>
              <a:cs typeface="Arial Bold"/>
              <a:sym typeface="Arial Bold"/>
            </a:endParaRPr>
          </a:p>
        </p:txBody>
      </p:sp>
      <p:sp>
        <p:nvSpPr>
          <p:cNvPr id="9" name="TextBox 9">
            <a:extLst>
              <a:ext uri="{FF2B5EF4-FFF2-40B4-BE49-F238E27FC236}">
                <a16:creationId xmlns:a16="http://schemas.microsoft.com/office/drawing/2014/main" id="{B6D597EA-FAE9-CC52-8A0E-FCF897FE586F}"/>
              </a:ext>
            </a:extLst>
          </p:cNvPr>
          <p:cNvSpPr txBox="1"/>
          <p:nvPr/>
        </p:nvSpPr>
        <p:spPr>
          <a:xfrm>
            <a:off x="392084" y="1524000"/>
            <a:ext cx="11114116" cy="2060500"/>
          </a:xfrm>
          <a:prstGeom prst="rect">
            <a:avLst/>
          </a:prstGeom>
        </p:spPr>
        <p:txBody>
          <a:bodyPr wrap="square" lIns="0" tIns="0" rIns="0" bIns="0" rtlCol="0" anchor="t">
            <a:spAutoFit/>
          </a:bodyPr>
          <a:lstStyle/>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Essentially </a:t>
            </a:r>
            <a:r>
              <a:rPr lang="en-US" sz="1627" dirty="0" err="1">
                <a:solidFill>
                  <a:srgbClr val="FFFFFF"/>
                </a:solidFill>
                <a:latin typeface="Arial" panose="020B0604020202020204" pitchFamily="34" charset="0"/>
                <a:ea typeface="Arial Bold"/>
                <a:cs typeface="Arial" panose="020B0604020202020204" pitchFamily="34" charset="0"/>
                <a:sym typeface="Arial Bold"/>
              </a:rPr>
              <a:t>HoL</a:t>
            </a:r>
            <a:r>
              <a:rPr lang="en-US" sz="1627" dirty="0">
                <a:solidFill>
                  <a:srgbClr val="FFFFFF"/>
                </a:solidFill>
                <a:latin typeface="Arial" panose="020B0604020202020204" pitchFamily="34" charset="0"/>
                <a:ea typeface="Arial Bold"/>
                <a:cs typeface="Arial" panose="020B0604020202020204" pitchFamily="34" charset="0"/>
                <a:sym typeface="Arial Bold"/>
              </a:rPr>
              <a:t> in </a:t>
            </a:r>
            <a:r>
              <a:rPr lang="en-US" sz="1627" dirty="0" err="1">
                <a:solidFill>
                  <a:srgbClr val="FFFFFF"/>
                </a:solidFill>
                <a:latin typeface="Arial" panose="020B0604020202020204" pitchFamily="34" charset="0"/>
                <a:ea typeface="Arial Bold"/>
                <a:cs typeface="Arial" panose="020B0604020202020204" pitchFamily="34" charset="0"/>
                <a:sym typeface="Arial Bold"/>
              </a:rPr>
              <a:t>Anisminic</a:t>
            </a:r>
            <a:r>
              <a:rPr lang="en-US" sz="1627" dirty="0">
                <a:solidFill>
                  <a:srgbClr val="FFFFFF"/>
                </a:solidFill>
                <a:latin typeface="Arial" panose="020B0604020202020204" pitchFamily="34" charset="0"/>
                <a:ea typeface="Arial Bold"/>
                <a:cs typeface="Arial" panose="020B0604020202020204" pitchFamily="34" charset="0"/>
                <a:sym typeface="Arial Bold"/>
              </a:rPr>
              <a:t> pointed out that, if you can vitiate/quash/overturn a decision based on a ground of review, you might as well call that ground a jurisdictional error.</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HCA admitted that errors made by a d-m in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misconstruing a statute on which its jurisdiction is based (and therefore misconceiving its proper function) may be hard to distinguish from errors made in the course of exercising jurisdiction (see pp 177-178 of Craig).</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Nevertheless, </a:t>
            </a:r>
            <a:r>
              <a:rPr lang="en-US" sz="1627" dirty="0" err="1">
                <a:solidFill>
                  <a:srgbClr val="FFFFFF"/>
                </a:solidFill>
                <a:latin typeface="Arial" panose="020B0604020202020204" pitchFamily="34" charset="0"/>
                <a:ea typeface="Arial Bold"/>
                <a:cs typeface="Arial" panose="020B0604020202020204" pitchFamily="34" charset="0"/>
                <a:sym typeface="Arial Bold"/>
              </a:rPr>
              <a:t>SoP</a:t>
            </a:r>
            <a:r>
              <a:rPr lang="en-US" sz="1627" dirty="0">
                <a:solidFill>
                  <a:srgbClr val="FFFFFF"/>
                </a:solidFill>
                <a:latin typeface="Arial" panose="020B0604020202020204" pitchFamily="34" charset="0"/>
                <a:ea typeface="Arial Bold"/>
                <a:cs typeface="Arial" panose="020B0604020202020204" pitchFamily="34" charset="0"/>
                <a:sym typeface="Arial Bold"/>
              </a:rPr>
              <a:t> in Constitution requires we keep  the distinction, esp. for admin d-</a:t>
            </a:r>
            <a:r>
              <a:rPr lang="en-US" sz="1627" dirty="0" err="1">
                <a:solidFill>
                  <a:srgbClr val="FFFFFF"/>
                </a:solidFill>
                <a:latin typeface="Arial" panose="020B0604020202020204" pitchFamily="34" charset="0"/>
                <a:ea typeface="Arial Bold"/>
                <a:cs typeface="Arial" panose="020B0604020202020204" pitchFamily="34" charset="0"/>
                <a:sym typeface="Arial Bold"/>
              </a:rPr>
              <a:t>ms</a:t>
            </a:r>
            <a:r>
              <a:rPr lang="en-US" sz="1627" dirty="0">
                <a:solidFill>
                  <a:srgbClr val="FFFFFF"/>
                </a:solidFill>
                <a:latin typeface="Arial" panose="020B0604020202020204" pitchFamily="34" charset="0"/>
                <a:ea typeface="Arial Bold"/>
                <a:cs typeface="Arial" panose="020B0604020202020204" pitchFamily="34" charset="0"/>
                <a:sym typeface="Arial Bold"/>
              </a:rPr>
              <a:t> and tribunals  (though not for courts, which have the  authority to determine the extent of their own  jurisdiction within limits) </a:t>
            </a:r>
          </a:p>
        </p:txBody>
      </p:sp>
      <p:sp>
        <p:nvSpPr>
          <p:cNvPr id="10" name="TextBox 10">
            <a:extLst>
              <a:ext uri="{FF2B5EF4-FFF2-40B4-BE49-F238E27FC236}">
                <a16:creationId xmlns:a16="http://schemas.microsoft.com/office/drawing/2014/main" id="{69A6C64D-D0E6-77E1-A69E-2CF38A30B8B8}"/>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Image result for i am the law">
            <a:extLst>
              <a:ext uri="{FF2B5EF4-FFF2-40B4-BE49-F238E27FC236}">
                <a16:creationId xmlns:a16="http://schemas.microsoft.com/office/drawing/2014/main" id="{DA6AEA56-8FBD-4DD1-EAF0-B6699FF38A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00" y="4038600"/>
            <a:ext cx="3615019" cy="2031412"/>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a:extLst>
              <a:ext uri="{FF2B5EF4-FFF2-40B4-BE49-F238E27FC236}">
                <a16:creationId xmlns:a16="http://schemas.microsoft.com/office/drawing/2014/main" id="{0D6ACE7B-9046-EE9E-ACBE-7EDC979884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808864"/>
            <a:ext cx="3143250" cy="2314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76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79FF03A-D903-13CF-A911-0147E9B5CB2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BF98282-42FF-0BBF-0570-9C91A00EE26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3824279-E61A-C5BE-2AE6-0360500EB1AE}"/>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5BC77A69-D663-865E-C173-B65F00FB67BD}"/>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Kirk v Industrial Court (NSW) </a:t>
            </a:r>
            <a:r>
              <a:rPr lang="en-US" sz="2496" b="1" dirty="0">
                <a:solidFill>
                  <a:srgbClr val="FFFFFF"/>
                </a:solidFill>
                <a:latin typeface="Arial Bold"/>
                <a:ea typeface="Arial Bold"/>
                <a:cs typeface="Arial Bold"/>
                <a:sym typeface="Arial Bold"/>
              </a:rPr>
              <a:t>(2010) 239 CLR 531 </a:t>
            </a:r>
          </a:p>
        </p:txBody>
      </p:sp>
      <p:sp>
        <p:nvSpPr>
          <p:cNvPr id="9" name="TextBox 9">
            <a:extLst>
              <a:ext uri="{FF2B5EF4-FFF2-40B4-BE49-F238E27FC236}">
                <a16:creationId xmlns:a16="http://schemas.microsoft.com/office/drawing/2014/main" id="{F3E3FEEC-CA41-8AAC-5CD1-452B030C0DFB}"/>
              </a:ext>
            </a:extLst>
          </p:cNvPr>
          <p:cNvSpPr txBox="1"/>
          <p:nvPr/>
        </p:nvSpPr>
        <p:spPr>
          <a:xfrm>
            <a:off x="392084" y="1524000"/>
            <a:ext cx="11114116" cy="3022943"/>
          </a:xfrm>
          <a:prstGeom prst="rect">
            <a:avLst/>
          </a:prstGeom>
        </p:spPr>
        <p:txBody>
          <a:bodyPr wrap="square" lIns="0" tIns="0" rIns="0" bIns="0" rtlCol="0" anchor="t">
            <a:spAutoFit/>
          </a:bodyPr>
          <a:lstStyle/>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Facts</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Kirk owned farm in NSW</a:t>
            </a:r>
          </a:p>
          <a:p>
            <a:pPr marL="285750" indent="-285750">
              <a:spcAft>
                <a:spcPts val="1200"/>
              </a:spcAft>
              <a:buFont typeface="Arial" panose="020B0604020202020204" pitchFamily="34" charset="0"/>
              <a:buChar char="•"/>
            </a:pPr>
            <a:r>
              <a:rPr lang="en-US" sz="1627" dirty="0" err="1">
                <a:solidFill>
                  <a:srgbClr val="FFFFFF"/>
                </a:solidFill>
                <a:latin typeface="Arial" panose="020B0604020202020204" pitchFamily="34" charset="0"/>
                <a:ea typeface="Arial Bold"/>
                <a:cs typeface="Arial" panose="020B0604020202020204" pitchFamily="34" charset="0"/>
                <a:sym typeface="Arial Bold"/>
              </a:rPr>
              <a:t>Mr</a:t>
            </a:r>
            <a:r>
              <a:rPr lang="en-US" sz="1627" dirty="0">
                <a:solidFill>
                  <a:srgbClr val="FFFFFF"/>
                </a:solidFill>
                <a:latin typeface="Arial" panose="020B0604020202020204" pitchFamily="34" charset="0"/>
                <a:ea typeface="Arial Bold"/>
                <a:cs typeface="Arial" panose="020B0604020202020204" pitchFamily="34" charset="0"/>
                <a:sym typeface="Arial Bold"/>
              </a:rPr>
              <a:t> Palmer worked on farm; sadly killed using ATV to deliver </a:t>
            </a:r>
            <a:br>
              <a:rPr lang="en-US" sz="1627" dirty="0">
                <a:solidFill>
                  <a:srgbClr val="FFFFFF"/>
                </a:solidFill>
                <a:latin typeface="Arial" panose="020B0604020202020204" pitchFamily="34" charset="0"/>
                <a:ea typeface="Arial Bold"/>
                <a:cs typeface="Arial" panose="020B0604020202020204" pitchFamily="34" charset="0"/>
                <a:sym typeface="Arial Bold"/>
              </a:rPr>
            </a:br>
            <a:r>
              <a:rPr lang="en-US" sz="1627" dirty="0">
                <a:solidFill>
                  <a:srgbClr val="FFFFFF"/>
                </a:solidFill>
                <a:latin typeface="Arial" panose="020B0604020202020204" pitchFamily="34" charset="0"/>
                <a:ea typeface="Arial Bold"/>
                <a:cs typeface="Arial" panose="020B0604020202020204" pitchFamily="34" charset="0"/>
                <a:sym typeface="Arial Bold"/>
              </a:rPr>
              <a:t>steel to back paddock (rolled down steep hill)</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Kirk convicted of offences under </a:t>
            </a:r>
            <a:r>
              <a:rPr lang="en-US" sz="1627" i="1" dirty="0">
                <a:solidFill>
                  <a:srgbClr val="FFFFFF"/>
                </a:solidFill>
                <a:latin typeface="Arial" panose="020B0604020202020204" pitchFamily="34" charset="0"/>
                <a:ea typeface="Arial Bold"/>
                <a:cs typeface="Arial" panose="020B0604020202020204" pitchFamily="34" charset="0"/>
                <a:sym typeface="Arial Bold"/>
              </a:rPr>
              <a:t>Occupational Health and Safety Act 1983 (NSW) </a:t>
            </a:r>
            <a:r>
              <a:rPr lang="en-US" sz="1627" dirty="0">
                <a:solidFill>
                  <a:srgbClr val="FFFFFF"/>
                </a:solidFill>
                <a:latin typeface="Arial" panose="020B0604020202020204" pitchFamily="34" charset="0"/>
                <a:ea typeface="Arial Bold"/>
                <a:cs typeface="Arial" panose="020B0604020202020204" pitchFamily="34" charset="0"/>
                <a:sym typeface="Arial Bold"/>
              </a:rPr>
              <a:t>in Industrial Court of NSW</a:t>
            </a:r>
          </a:p>
          <a:p>
            <a:pPr marL="285750" indent="-285750">
              <a:spcAft>
                <a:spcPts val="1200"/>
              </a:spcAft>
              <a:buFont typeface="Arial" panose="020B0604020202020204" pitchFamily="34" charset="0"/>
              <a:buChar char="•"/>
            </a:pPr>
            <a:r>
              <a:rPr lang="en-US" sz="1627" i="1" dirty="0">
                <a:solidFill>
                  <a:srgbClr val="FFFFFF"/>
                </a:solidFill>
                <a:latin typeface="Arial" panose="020B0604020202020204" pitchFamily="34" charset="0"/>
                <a:ea typeface="Arial Bold"/>
                <a:cs typeface="Arial" panose="020B0604020202020204" pitchFamily="34" charset="0"/>
                <a:sym typeface="Arial Bold"/>
              </a:rPr>
              <a:t>Industrial Relations Act 1996 </a:t>
            </a:r>
            <a:r>
              <a:rPr lang="en-US" sz="1627" dirty="0">
                <a:solidFill>
                  <a:srgbClr val="FFFFFF"/>
                </a:solidFill>
                <a:latin typeface="Arial" panose="020B0604020202020204" pitchFamily="34" charset="0"/>
                <a:ea typeface="Arial Bold"/>
                <a:cs typeface="Arial" panose="020B0604020202020204" pitchFamily="34" charset="0"/>
                <a:sym typeface="Arial Bold"/>
              </a:rPr>
              <a:t>(NSW) provided that decisions could be appealed to Full Bench of Industrial Court, but were otherwise ‘final and [could not] be appealed against, reviewed, quashed or called into question by any court or tribunal.’</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Kirk argued JE or error of law on face of record in NSW Court of Appeal; was denied.</a:t>
            </a:r>
          </a:p>
        </p:txBody>
      </p:sp>
      <p:sp>
        <p:nvSpPr>
          <p:cNvPr id="10" name="TextBox 10">
            <a:extLst>
              <a:ext uri="{FF2B5EF4-FFF2-40B4-BE49-F238E27FC236}">
                <a16:creationId xmlns:a16="http://schemas.microsoft.com/office/drawing/2014/main" id="{C76094A6-225A-558A-38FF-D2EAA63D10E8}"/>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Image result for atv suzuki">
            <a:extLst>
              <a:ext uri="{FF2B5EF4-FFF2-40B4-BE49-F238E27FC236}">
                <a16:creationId xmlns:a16="http://schemas.microsoft.com/office/drawing/2014/main" id="{B894BDAA-1AA5-75EB-7AC4-B78D092F0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3684" y="1103253"/>
            <a:ext cx="2173941" cy="1630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1186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3542023-3FF8-FB95-655F-79923B1D74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66C3470-5E05-6467-18AC-4A21B501BC2C}"/>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3D01BF57-CA72-9387-73B2-DE13A8239CA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557B23AD-F01B-2760-E783-94D9FBA1E8D2}"/>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Kirk v Industrial Court (NSW) </a:t>
            </a:r>
            <a:r>
              <a:rPr lang="en-US" sz="2496" b="1" dirty="0">
                <a:solidFill>
                  <a:srgbClr val="FFFFFF"/>
                </a:solidFill>
                <a:latin typeface="Arial Bold"/>
                <a:ea typeface="Arial Bold"/>
                <a:cs typeface="Arial Bold"/>
                <a:sym typeface="Arial Bold"/>
              </a:rPr>
              <a:t>(2010) 239 CLR 531 </a:t>
            </a:r>
          </a:p>
        </p:txBody>
      </p:sp>
      <p:sp>
        <p:nvSpPr>
          <p:cNvPr id="9" name="TextBox 9">
            <a:extLst>
              <a:ext uri="{FF2B5EF4-FFF2-40B4-BE49-F238E27FC236}">
                <a16:creationId xmlns:a16="http://schemas.microsoft.com/office/drawing/2014/main" id="{C640BC97-7FAE-0726-6E04-012F192347A2}"/>
              </a:ext>
            </a:extLst>
          </p:cNvPr>
          <p:cNvSpPr txBox="1"/>
          <p:nvPr/>
        </p:nvSpPr>
        <p:spPr>
          <a:xfrm>
            <a:off x="392084" y="1524000"/>
            <a:ext cx="6389716" cy="4679166"/>
          </a:xfrm>
          <a:prstGeom prst="rect">
            <a:avLst/>
          </a:prstGeom>
        </p:spPr>
        <p:txBody>
          <a:bodyPr wrap="square" lIns="0" tIns="0" rIns="0" bIns="0" rtlCol="0" anchor="t">
            <a:spAutoFit/>
          </a:bodyPr>
          <a:lstStyle/>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HCA Judgment</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Appeal to HCA allowed (privative clauses cannot oust State Supreme Courts’ ability to rule on JE any more than they can HCA’s jurisdiction under s 75(v)).</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Industrial Court had misconstrued OH&amp;S Act provisions re orders it had made. Also made mistakes in allowing certain evidence to be called. Not JEs under traditional commencement theory (rather errors in course of exercising jurisdiction). </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HCA held the errors did amount to JE.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The distinction between tribunals and courts drawn in Craig (</a:t>
            </a:r>
            <a:r>
              <a:rPr lang="en-US" sz="1627" dirty="0" err="1">
                <a:solidFill>
                  <a:srgbClr val="FFFFFF"/>
                </a:solidFill>
                <a:latin typeface="Arial" panose="020B0604020202020204" pitchFamily="34" charset="0"/>
                <a:ea typeface="Arial Bold"/>
                <a:cs typeface="Arial" panose="020B0604020202020204" pitchFamily="34" charset="0"/>
                <a:sym typeface="Arial Bold"/>
              </a:rPr>
              <a:t>ie</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err="1">
                <a:solidFill>
                  <a:srgbClr val="FFFFFF"/>
                </a:solidFill>
                <a:latin typeface="Arial" panose="020B0604020202020204" pitchFamily="34" charset="0"/>
                <a:ea typeface="Arial Bold"/>
                <a:cs typeface="Arial" panose="020B0604020202020204" pitchFamily="34" charset="0"/>
                <a:sym typeface="Arial Bold"/>
              </a:rPr>
              <a:t>cts</a:t>
            </a:r>
            <a:r>
              <a:rPr lang="en-US" sz="1627" dirty="0">
                <a:solidFill>
                  <a:srgbClr val="FFFFFF"/>
                </a:solidFill>
                <a:latin typeface="Arial" panose="020B0604020202020204" pitchFamily="34" charset="0"/>
                <a:ea typeface="Arial Bold"/>
                <a:cs typeface="Arial" panose="020B0604020202020204" pitchFamily="34" charset="0"/>
                <a:sym typeface="Arial Bold"/>
              </a:rPr>
              <a:t> can determine own jurisdiction; tribunals cannot) is based on an assumption that it is possible to distinguish between inferior courts and tribunals. </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HCA said it is not at the State level – no strict </a:t>
            </a:r>
            <a:r>
              <a:rPr lang="en-US" sz="1627" dirty="0" err="1">
                <a:solidFill>
                  <a:srgbClr val="FFFFFF"/>
                </a:solidFill>
                <a:latin typeface="Arial" panose="020B0604020202020204" pitchFamily="34" charset="0"/>
                <a:ea typeface="Arial Bold"/>
                <a:cs typeface="Arial" panose="020B0604020202020204" pitchFamily="34" charset="0"/>
                <a:sym typeface="Arial Bold"/>
              </a:rPr>
              <a:t>SoP</a:t>
            </a:r>
            <a:r>
              <a:rPr lang="en-US" sz="1627" dirty="0">
                <a:solidFill>
                  <a:srgbClr val="FFFFFF"/>
                </a:solidFill>
                <a:latin typeface="Arial" panose="020B0604020202020204" pitchFamily="34" charset="0"/>
                <a:ea typeface="Arial Bold"/>
                <a:cs typeface="Arial" panose="020B0604020202020204" pitchFamily="34" charset="0"/>
                <a:sym typeface="Arial Bold"/>
              </a:rPr>
              <a:t> (at p 573).</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‘Decision’ of IR Court was thus in fact no decision at all.</a:t>
            </a:r>
          </a:p>
        </p:txBody>
      </p:sp>
      <p:sp>
        <p:nvSpPr>
          <p:cNvPr id="10" name="TextBox 10">
            <a:extLst>
              <a:ext uri="{FF2B5EF4-FFF2-40B4-BE49-F238E27FC236}">
                <a16:creationId xmlns:a16="http://schemas.microsoft.com/office/drawing/2014/main" id="{C7B4118D-C067-5054-4E10-147FDDF548C7}"/>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098" name="Picture 2" descr="Industrial Relations Commission (IRC)">
            <a:extLst>
              <a:ext uri="{FF2B5EF4-FFF2-40B4-BE49-F238E27FC236}">
                <a16:creationId xmlns:a16="http://schemas.microsoft.com/office/drawing/2014/main" id="{A13A8C07-0A9C-3AFE-6603-3742D92201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2676" y="1947672"/>
            <a:ext cx="4622292" cy="3081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9250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AEAED6AD-385D-4C85-8F69-5A2B92160D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0505914-EFA4-AB3F-4C3F-B78A9483255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8A6EEB7-85DB-E89F-DEE4-5627CEF4574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DF971510-A789-C808-2C22-A09F8881E60C}"/>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What are the boundaries? </a:t>
            </a:r>
          </a:p>
        </p:txBody>
      </p:sp>
      <p:sp>
        <p:nvSpPr>
          <p:cNvPr id="9" name="TextBox 9">
            <a:extLst>
              <a:ext uri="{FF2B5EF4-FFF2-40B4-BE49-F238E27FC236}">
                <a16:creationId xmlns:a16="http://schemas.microsoft.com/office/drawing/2014/main" id="{7D48DC60-BB4F-63A3-98D4-AE98E0217283}"/>
              </a:ext>
            </a:extLst>
          </p:cNvPr>
          <p:cNvSpPr txBox="1"/>
          <p:nvPr/>
        </p:nvSpPr>
        <p:spPr>
          <a:xfrm>
            <a:off x="430184" y="1195055"/>
            <a:ext cx="9024541" cy="5524589"/>
          </a:xfrm>
          <a:prstGeom prst="rect">
            <a:avLst/>
          </a:prstGeom>
        </p:spPr>
        <p:txBody>
          <a:bodyPr wrap="square" lIns="0" tIns="0" rIns="0" bIns="0" rtlCol="0" anchor="t">
            <a:spAutoFit/>
          </a:bodyPr>
          <a:lstStyle/>
          <a:p>
            <a:pPr>
              <a:spcAft>
                <a:spcPts val="1200"/>
              </a:spcAft>
            </a:pPr>
            <a:r>
              <a:rPr lang="en-US" sz="1600" dirty="0">
                <a:solidFill>
                  <a:srgbClr val="FFFFFF"/>
                </a:solidFill>
                <a:latin typeface="Arial" panose="020B0604020202020204" pitchFamily="34" charset="0"/>
                <a:ea typeface="Arial Bold"/>
                <a:cs typeface="Arial" panose="020B0604020202020204" pitchFamily="34" charset="0"/>
                <a:sym typeface="Arial Bold"/>
              </a:rPr>
              <a:t>Kirk -  “It is neither necessary, nor possible, to attempt to mark the metes and bounds of jurisdictional error.”</a:t>
            </a:r>
          </a:p>
          <a:p>
            <a:pPr>
              <a:spcAft>
                <a:spcPts val="1200"/>
              </a:spcAft>
            </a:pPr>
            <a:r>
              <a:rPr lang="en-US" sz="1600" dirty="0">
                <a:solidFill>
                  <a:srgbClr val="FFFFFF"/>
                </a:solidFill>
                <a:latin typeface="Arial" panose="020B0604020202020204" pitchFamily="34" charset="0"/>
                <a:ea typeface="Arial Bold"/>
                <a:cs typeface="Arial" panose="020B0604020202020204" pitchFamily="34" charset="0"/>
                <a:sym typeface="Arial Bold"/>
              </a:rPr>
              <a:t>Nevertheless, we have Professor Mark Aronson’s list:</a:t>
            </a:r>
          </a:p>
          <a:p>
            <a:pPr marL="285750" indent="-285750">
              <a:spcAft>
                <a:spcPts val="600"/>
              </a:spcAft>
              <a:buFont typeface="Arial" panose="020B0604020202020204" pitchFamily="34" charset="0"/>
              <a:buChar char="•"/>
            </a:pPr>
            <a:r>
              <a:rPr lang="en-US" sz="1600" dirty="0">
                <a:solidFill>
                  <a:srgbClr val="FFFFFF"/>
                </a:solidFill>
                <a:latin typeface="Arial" panose="020B0604020202020204" pitchFamily="34" charset="0"/>
                <a:ea typeface="Arial Bold"/>
                <a:cs typeface="Arial" panose="020B0604020202020204" pitchFamily="34" charset="0"/>
                <a:sym typeface="Arial Bold"/>
              </a:rPr>
              <a:t>A mistaken assertion or denial of the very existence of jurisdiction.</a:t>
            </a:r>
          </a:p>
          <a:p>
            <a:pPr marL="285750" indent="-285750">
              <a:spcAft>
                <a:spcPts val="600"/>
              </a:spcAft>
              <a:buFont typeface="Arial" panose="020B0604020202020204" pitchFamily="34" charset="0"/>
              <a:buChar char="•"/>
            </a:pPr>
            <a:r>
              <a:rPr lang="en-US" sz="1600" dirty="0">
                <a:solidFill>
                  <a:srgbClr val="FFFFFF"/>
                </a:solidFill>
                <a:latin typeface="Arial" panose="020B0604020202020204" pitchFamily="34" charset="0"/>
                <a:ea typeface="Arial Bold"/>
                <a:cs typeface="Arial" panose="020B0604020202020204" pitchFamily="34" charset="0"/>
                <a:sym typeface="Arial Bold"/>
              </a:rPr>
              <a:t>A misapprehension or disregard of the nature or limits of the decision-maker's functions or powers.</a:t>
            </a:r>
          </a:p>
          <a:p>
            <a:pPr marL="285750" indent="-285750">
              <a:spcAft>
                <a:spcPts val="600"/>
              </a:spcAft>
              <a:buFont typeface="Arial" panose="020B0604020202020204" pitchFamily="34" charset="0"/>
              <a:buChar char="•"/>
            </a:pPr>
            <a:r>
              <a:rPr lang="en-US" sz="1600" dirty="0">
                <a:solidFill>
                  <a:srgbClr val="FFFFFF"/>
                </a:solidFill>
                <a:latin typeface="Arial" panose="020B0604020202020204" pitchFamily="34" charset="0"/>
                <a:ea typeface="Arial Bold"/>
                <a:cs typeface="Arial" panose="020B0604020202020204" pitchFamily="34" charset="0"/>
                <a:sym typeface="Arial Bold"/>
              </a:rPr>
              <a:t>Acting wholly or partly outside the general area of the decision-maker's jurisdiction, by entertaining issues or making the types of decisions or orders which are forbidden under any circumstances. An example would be a civil court trying a criminal charge. </a:t>
            </a:r>
          </a:p>
          <a:p>
            <a:pPr marL="285750" indent="-285750">
              <a:spcAft>
                <a:spcPts val="600"/>
              </a:spcAft>
              <a:buFont typeface="Arial" panose="020B0604020202020204" pitchFamily="34" charset="0"/>
              <a:buChar char="•"/>
            </a:pPr>
            <a:r>
              <a:rPr lang="en-US" sz="1600" dirty="0">
                <a:solidFill>
                  <a:srgbClr val="FFFFFF"/>
                </a:solidFill>
                <a:latin typeface="Arial" panose="020B0604020202020204" pitchFamily="34" charset="0"/>
                <a:ea typeface="Arial Bold"/>
                <a:cs typeface="Arial" panose="020B0604020202020204" pitchFamily="34" charset="0"/>
                <a:sym typeface="Arial Bold"/>
              </a:rPr>
              <a:t>Mistakes as to the existence of a jurisdictional fact or other requirement when the relevant Act treats that fact or requirement as something which must exist objectively as a condition precedent to the validity of the challenged decision.</a:t>
            </a:r>
          </a:p>
          <a:p>
            <a:pPr marL="285750" indent="-285750">
              <a:spcAft>
                <a:spcPts val="600"/>
              </a:spcAft>
              <a:buFont typeface="Arial" panose="020B0604020202020204" pitchFamily="34" charset="0"/>
              <a:buChar char="•"/>
            </a:pPr>
            <a:r>
              <a:rPr lang="en-US" sz="1600" dirty="0">
                <a:solidFill>
                  <a:srgbClr val="FFFFFF"/>
                </a:solidFill>
                <a:latin typeface="Arial" panose="020B0604020202020204" pitchFamily="34" charset="0"/>
                <a:ea typeface="Arial Bold"/>
                <a:cs typeface="Arial" panose="020B0604020202020204" pitchFamily="34" charset="0"/>
                <a:sym typeface="Arial Bold"/>
              </a:rPr>
              <a:t>Disregarding relevant considerations or paying regard to irrelevant considerations, if the proper construction of the relevant Act is that such errors should result in invalidity. </a:t>
            </a:r>
          </a:p>
          <a:p>
            <a:pPr marL="285750" indent="-285750">
              <a:spcAft>
                <a:spcPts val="600"/>
              </a:spcAft>
              <a:buFont typeface="Arial" panose="020B0604020202020204" pitchFamily="34" charset="0"/>
              <a:buChar char="•"/>
            </a:pPr>
            <a:r>
              <a:rPr lang="en-US" sz="1600" dirty="0">
                <a:solidFill>
                  <a:srgbClr val="FFFFFF"/>
                </a:solidFill>
                <a:latin typeface="Arial" panose="020B0604020202020204" pitchFamily="34" charset="0"/>
                <a:ea typeface="Arial Bold"/>
                <a:cs typeface="Arial" panose="020B0604020202020204" pitchFamily="34" charset="0"/>
                <a:sym typeface="Arial Bold"/>
              </a:rPr>
              <a:t>Some, but not all, errors of law. In particular, if the decision-maker is an inferior court or other legally qualified adjudicative body, the error is likely to be jurisdictional only if it amounts to a misconception of the nature of the  function being performed or of the body's powers. </a:t>
            </a:r>
          </a:p>
          <a:p>
            <a:pPr marL="285750" indent="-285750">
              <a:spcAft>
                <a:spcPts val="600"/>
              </a:spcAft>
              <a:buFont typeface="Arial" panose="020B0604020202020204" pitchFamily="34" charset="0"/>
              <a:buChar char="•"/>
            </a:pPr>
            <a:r>
              <a:rPr lang="en-US" sz="1600" dirty="0">
                <a:solidFill>
                  <a:srgbClr val="FFFFFF"/>
                </a:solidFill>
                <a:latin typeface="Arial" panose="020B0604020202020204" pitchFamily="34" charset="0"/>
                <a:ea typeface="Arial Bold"/>
                <a:cs typeface="Arial" panose="020B0604020202020204" pitchFamily="34" charset="0"/>
                <a:sym typeface="Arial Bold"/>
              </a:rPr>
              <a:t>Acting in bad faith. </a:t>
            </a:r>
          </a:p>
          <a:p>
            <a:pPr marL="285750" indent="-285750">
              <a:spcAft>
                <a:spcPts val="600"/>
              </a:spcAft>
              <a:buFont typeface="Arial" panose="020B0604020202020204" pitchFamily="34" charset="0"/>
              <a:buChar char="•"/>
            </a:pPr>
            <a:r>
              <a:rPr lang="en-US" sz="1600" dirty="0">
                <a:solidFill>
                  <a:srgbClr val="FFFFFF"/>
                </a:solidFill>
                <a:latin typeface="Arial" panose="020B0604020202020204" pitchFamily="34" charset="0"/>
                <a:ea typeface="Arial Bold"/>
                <a:cs typeface="Arial" panose="020B0604020202020204" pitchFamily="34" charset="0"/>
                <a:sym typeface="Arial Bold"/>
              </a:rPr>
              <a:t>Breaching the hearing or bias rules of natural justice.</a:t>
            </a:r>
          </a:p>
        </p:txBody>
      </p:sp>
      <p:sp>
        <p:nvSpPr>
          <p:cNvPr id="10" name="TextBox 10">
            <a:extLst>
              <a:ext uri="{FF2B5EF4-FFF2-40B4-BE49-F238E27FC236}">
                <a16:creationId xmlns:a16="http://schemas.microsoft.com/office/drawing/2014/main" id="{A03DFAF2-DE3B-9D39-8958-926E90585A86}"/>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1266" name="Picture 2" descr="Image result for mark aronson">
            <a:extLst>
              <a:ext uri="{FF2B5EF4-FFF2-40B4-BE49-F238E27FC236}">
                <a16:creationId xmlns:a16="http://schemas.microsoft.com/office/drawing/2014/main" id="{CF8D748A-0A10-4273-8A50-9C74EF7257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2160" y="4343400"/>
            <a:ext cx="25146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7677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1AF53DCB-5CBF-E1BF-207C-16D703D6021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31A735-C81A-9215-D94E-E9989D9439D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EC16402-6FFF-24E3-401D-8F271112D48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77DAB6FD-E9B3-F1A5-57CC-08C6A311981E}"/>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Kirk v Industrial Court (NSW) </a:t>
            </a:r>
            <a:r>
              <a:rPr lang="en-US" sz="2496" b="1" dirty="0">
                <a:solidFill>
                  <a:srgbClr val="FFFFFF"/>
                </a:solidFill>
                <a:latin typeface="Arial Bold"/>
                <a:ea typeface="Arial Bold"/>
                <a:cs typeface="Arial Bold"/>
                <a:sym typeface="Arial Bold"/>
              </a:rPr>
              <a:t>(2010) 239 CLR 531 </a:t>
            </a:r>
          </a:p>
        </p:txBody>
      </p:sp>
      <p:sp>
        <p:nvSpPr>
          <p:cNvPr id="9" name="TextBox 9">
            <a:extLst>
              <a:ext uri="{FF2B5EF4-FFF2-40B4-BE49-F238E27FC236}">
                <a16:creationId xmlns:a16="http://schemas.microsoft.com/office/drawing/2014/main" id="{619D4F75-9B45-ED07-A1FA-D0E42D14A557}"/>
              </a:ext>
            </a:extLst>
          </p:cNvPr>
          <p:cNvSpPr txBox="1"/>
          <p:nvPr/>
        </p:nvSpPr>
        <p:spPr>
          <a:xfrm>
            <a:off x="392084" y="1524000"/>
            <a:ext cx="6237316" cy="2869055"/>
          </a:xfrm>
          <a:prstGeom prst="rect">
            <a:avLst/>
          </a:prstGeom>
        </p:spPr>
        <p:txBody>
          <a:bodyPr wrap="square" lIns="0" tIns="0" rIns="0" bIns="0" rtlCol="0" anchor="t">
            <a:spAutoFit/>
          </a:bodyPr>
          <a:lstStyle/>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‘There is no rigid taxonomy’</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Question depends on the nature of the limits of a body’s functions or powers. This required construction of the statute, with following in mind: </a:t>
            </a:r>
          </a:p>
          <a:p>
            <a:pPr marL="742950" lvl="1" indent="-285750">
              <a:spcAft>
                <a:spcPts val="1200"/>
              </a:spcAft>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Has the body properly construed, and stayed within, the powers granted by the empowering legislation? </a:t>
            </a:r>
          </a:p>
          <a:p>
            <a:pPr marL="742950" lvl="1" indent="-285750">
              <a:spcAft>
                <a:spcPts val="1200"/>
              </a:spcAft>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Did the body have power to do what it has purported to do? </a:t>
            </a:r>
          </a:p>
          <a:p>
            <a:pPr marL="742950" lvl="1" indent="-285750">
              <a:spcAft>
                <a:spcPts val="1200"/>
              </a:spcAft>
              <a:buFont typeface="Wingdings" panose="05000000000000000000" pitchFamily="2" charset="2"/>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Is Parliament taken to have intended to have </a:t>
            </a:r>
            <a:r>
              <a:rPr lang="en-US" sz="1627" dirty="0" err="1">
                <a:solidFill>
                  <a:srgbClr val="FFFFFF"/>
                </a:solidFill>
                <a:latin typeface="Arial" panose="020B0604020202020204" pitchFamily="34" charset="0"/>
                <a:ea typeface="Arial Bold"/>
                <a:cs typeface="Arial" panose="020B0604020202020204" pitchFamily="34" charset="0"/>
                <a:sym typeface="Arial Bold"/>
              </a:rPr>
              <a:t>authorised</a:t>
            </a:r>
            <a:r>
              <a:rPr lang="en-US" sz="1627" dirty="0">
                <a:solidFill>
                  <a:srgbClr val="FFFFFF"/>
                </a:solidFill>
                <a:latin typeface="Arial" panose="020B0604020202020204" pitchFamily="34" charset="0"/>
                <a:ea typeface="Arial Bold"/>
                <a:cs typeface="Arial" panose="020B0604020202020204" pitchFamily="34" charset="0"/>
                <a:sym typeface="Arial Bold"/>
              </a:rPr>
              <a:t> the action? </a:t>
            </a:r>
          </a:p>
        </p:txBody>
      </p:sp>
      <p:sp>
        <p:nvSpPr>
          <p:cNvPr id="10" name="TextBox 10">
            <a:extLst>
              <a:ext uri="{FF2B5EF4-FFF2-40B4-BE49-F238E27FC236}">
                <a16:creationId xmlns:a16="http://schemas.microsoft.com/office/drawing/2014/main" id="{7B139A28-2FFC-5C2A-06C1-416FFE3EE837}"/>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4" name="Picture 2" descr="Image result for taxonomy">
            <a:extLst>
              <a:ext uri="{FF2B5EF4-FFF2-40B4-BE49-F238E27FC236}">
                <a16:creationId xmlns:a16="http://schemas.microsoft.com/office/drawing/2014/main" id="{7E74E8F2-CCD3-5CBB-27D8-50090E37F5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57" t="2745" r="24902" b="3137"/>
          <a:stretch/>
        </p:blipFill>
        <p:spPr bwMode="auto">
          <a:xfrm>
            <a:off x="7467600" y="1905000"/>
            <a:ext cx="4230716" cy="4094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207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B99E82C-818D-E30A-1174-9474A4D952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C4ADEE1-EBB5-3396-251E-DE09048FBD39}"/>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F3C0451-975A-69DF-5557-AB6D0FEE502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BCAC6B64-A8CA-7CCC-D68A-A6FB14801B98}"/>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i="1" dirty="0">
                <a:solidFill>
                  <a:srgbClr val="FFFFFF"/>
                </a:solidFill>
                <a:latin typeface="Arial Bold"/>
                <a:ea typeface="Arial Bold"/>
                <a:cs typeface="Arial Bold"/>
                <a:sym typeface="Arial Bold"/>
              </a:rPr>
              <a:t>Kirk v Industrial Court (NSW) </a:t>
            </a:r>
            <a:r>
              <a:rPr lang="en-US" sz="2496" b="1" dirty="0">
                <a:solidFill>
                  <a:srgbClr val="FFFFFF"/>
                </a:solidFill>
                <a:latin typeface="Arial Bold"/>
                <a:ea typeface="Arial Bold"/>
                <a:cs typeface="Arial Bold"/>
                <a:sym typeface="Arial Bold"/>
              </a:rPr>
              <a:t>(2010) 239 CLR 531 </a:t>
            </a:r>
          </a:p>
        </p:txBody>
      </p:sp>
      <p:sp>
        <p:nvSpPr>
          <p:cNvPr id="9" name="TextBox 9">
            <a:extLst>
              <a:ext uri="{FF2B5EF4-FFF2-40B4-BE49-F238E27FC236}">
                <a16:creationId xmlns:a16="http://schemas.microsoft.com/office/drawing/2014/main" id="{CC5995B3-E6B8-F66C-F717-3893C1155BC6}"/>
              </a:ext>
            </a:extLst>
          </p:cNvPr>
          <p:cNvSpPr txBox="1"/>
          <p:nvPr/>
        </p:nvSpPr>
        <p:spPr>
          <a:xfrm>
            <a:off x="392084" y="1524000"/>
            <a:ext cx="11114116" cy="2965555"/>
          </a:xfrm>
          <a:prstGeom prst="rect">
            <a:avLst/>
          </a:prstGeom>
        </p:spPr>
        <p:txBody>
          <a:bodyPr wrap="square" lIns="0" tIns="0" rIns="0" bIns="0" rtlCol="0" anchor="t">
            <a:spAutoFit/>
          </a:bodyPr>
          <a:lstStyle/>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So What is a Jurisdictional Error? </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“There is a jurisdictional error if the decision maker makes a decision outside the limits of the functions and 	powers conferred on him or her, or does something which he or she lacks power to do. By contrast, incorrectly 	deciding something which the decision maker is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authorised</a:t>
            </a:r>
            <a:r>
              <a:rPr lang="en-US" sz="1627" i="1" dirty="0">
                <a:solidFill>
                  <a:srgbClr val="FFFFFF"/>
                </a:solidFill>
                <a:latin typeface="Arial" panose="020B0604020202020204" pitchFamily="34" charset="0"/>
                <a:ea typeface="Arial Bold"/>
                <a:cs typeface="Arial" panose="020B0604020202020204" pitchFamily="34" charset="0"/>
                <a:sym typeface="Arial Bold"/>
              </a:rPr>
              <a:t> to decide is an error within jurisdiction (this is 	sometimes described as authority to go wrong, that is, to decide matters within jurisdiction incorrectly). The 	former kind of error concerns departures from limits upon the exercise of power. The latter does not.” (Quoting 	Aala, at 571 [66])</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“Such an error of law is jurisdictional error which will invalidate any order or decision of the tribunal which reflects it.” (Quoting Craig, at 572 [67])</a:t>
            </a:r>
          </a:p>
          <a:p>
            <a:pPr>
              <a:spcAft>
                <a:spcPts val="1200"/>
              </a:spcAft>
            </a:pPr>
            <a:r>
              <a:rPr lang="en-US" sz="1627" dirty="0">
                <a:solidFill>
                  <a:srgbClr val="FFFFFF"/>
                </a:solidFill>
                <a:latin typeface="Arial" panose="020B0604020202020204" pitchFamily="34" charset="0"/>
                <a:ea typeface="Arial Bold"/>
                <a:cs typeface="Arial" panose="020B0604020202020204" pitchFamily="34" charset="0"/>
                <a:sym typeface="Arial Bold"/>
              </a:rPr>
              <a:t>Ie: JE = an error which leads to invalidity (based on Parliament’s intention as expressed in the relevant legislation).</a:t>
            </a:r>
          </a:p>
        </p:txBody>
      </p:sp>
      <p:sp>
        <p:nvSpPr>
          <p:cNvPr id="10" name="TextBox 10">
            <a:extLst>
              <a:ext uri="{FF2B5EF4-FFF2-40B4-BE49-F238E27FC236}">
                <a16:creationId xmlns:a16="http://schemas.microsoft.com/office/drawing/2014/main" id="{DEE37EAC-DD3A-46A3-8839-984493961204}"/>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1996063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45B19999-6A2D-995B-485D-C30A90466E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BAF3805-76A3-0B7D-0C0C-B24FE832D68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61F32B6-5F28-C3A9-94E0-DEC7C3BDC6F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0E28C426-1AFB-A48D-0000-99C235533B9A}"/>
              </a:ext>
            </a:extLst>
          </p:cNvPr>
          <p:cNvSpPr txBox="1"/>
          <p:nvPr/>
        </p:nvSpPr>
        <p:spPr>
          <a:xfrm>
            <a:off x="392084" y="560536"/>
            <a:ext cx="11190316" cy="858312"/>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How does a court determine whether Parliament intended an error to invalidate a decision?</a:t>
            </a:r>
          </a:p>
        </p:txBody>
      </p:sp>
      <p:sp>
        <p:nvSpPr>
          <p:cNvPr id="9" name="TextBox 9">
            <a:extLst>
              <a:ext uri="{FF2B5EF4-FFF2-40B4-BE49-F238E27FC236}">
                <a16:creationId xmlns:a16="http://schemas.microsoft.com/office/drawing/2014/main" id="{5FE80777-D52A-4B45-DF8F-FCA626B76324}"/>
              </a:ext>
            </a:extLst>
          </p:cNvPr>
          <p:cNvSpPr txBox="1"/>
          <p:nvPr/>
        </p:nvSpPr>
        <p:spPr>
          <a:xfrm>
            <a:off x="392084" y="1524000"/>
            <a:ext cx="11114116" cy="3022943"/>
          </a:xfrm>
          <a:prstGeom prst="rect">
            <a:avLst/>
          </a:prstGeom>
        </p:spPr>
        <p:txBody>
          <a:bodyPr wrap="square" lIns="0" tIns="0" rIns="0" bIns="0" rtlCol="0" anchor="t">
            <a:spAutoFit/>
          </a:bodyPr>
          <a:lstStyle/>
          <a:p>
            <a:pPr>
              <a:spcAft>
                <a:spcPts val="1200"/>
              </a:spcAft>
            </a:pPr>
            <a:endParaRPr lang="en-US" sz="1627" b="1" dirty="0">
              <a:solidFill>
                <a:srgbClr val="FFFFFF"/>
              </a:solidFill>
              <a:latin typeface="Arial" panose="020B0604020202020204" pitchFamily="34" charset="0"/>
              <a:ea typeface="Arial Bold"/>
              <a:cs typeface="Arial" panose="020B0604020202020204" pitchFamily="34" charset="0"/>
              <a:sym typeface="Arial Bold"/>
            </a:endParaRPr>
          </a:p>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The return of Project Blue Sky!</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Is there anything express in the statute? </a:t>
            </a: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a clause which provides that failure to comply with a procedural requirement does not lead to invalidity?</a:t>
            </a:r>
          </a:p>
          <a:p>
            <a:pPr marL="285750" indent="-285750">
              <a:spcAft>
                <a:spcPts val="1200"/>
              </a:spcAft>
              <a:buFont typeface="Arial" panose="020B0604020202020204" pitchFamily="34" charset="0"/>
              <a:buChar char="•"/>
            </a:pP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a:t>
            </a:r>
            <a:r>
              <a:rPr lang="en-US" sz="1627" i="1" dirty="0">
                <a:solidFill>
                  <a:srgbClr val="FFFFFF"/>
                </a:solidFill>
                <a:latin typeface="Arial" panose="020B0604020202020204" pitchFamily="34" charset="0"/>
                <a:ea typeface="Arial Bold"/>
                <a:cs typeface="Arial" panose="020B0604020202020204" pitchFamily="34" charset="0"/>
                <a:sym typeface="Arial Bold"/>
              </a:rPr>
              <a:t>Income Tax Assessment Act 1936 </a:t>
            </a:r>
            <a:r>
              <a:rPr lang="en-US" sz="1627" dirty="0">
                <a:solidFill>
                  <a:srgbClr val="FFFFFF"/>
                </a:solidFill>
                <a:latin typeface="Arial" panose="020B0604020202020204" pitchFamily="34" charset="0"/>
                <a:ea typeface="Arial Bold"/>
                <a:cs typeface="Arial" panose="020B0604020202020204" pitchFamily="34" charset="0"/>
                <a:sym typeface="Arial Bold"/>
              </a:rPr>
              <a:t>(</a:t>
            </a:r>
            <a:r>
              <a:rPr lang="en-US" sz="1627" dirty="0" err="1">
                <a:solidFill>
                  <a:srgbClr val="FFFFFF"/>
                </a:solidFill>
                <a:latin typeface="Arial" panose="020B0604020202020204" pitchFamily="34" charset="0"/>
                <a:ea typeface="Arial Bold"/>
                <a:cs typeface="Arial" panose="020B0604020202020204" pitchFamily="34" charset="0"/>
                <a:sym typeface="Arial Bold"/>
              </a:rPr>
              <a:t>Cth</a:t>
            </a:r>
            <a:r>
              <a:rPr lang="en-US" sz="1627" dirty="0">
                <a:solidFill>
                  <a:srgbClr val="FFFFFF"/>
                </a:solidFill>
                <a:latin typeface="Arial" panose="020B0604020202020204" pitchFamily="34" charset="0"/>
                <a:ea typeface="Arial Bold"/>
                <a:cs typeface="Arial" panose="020B0604020202020204" pitchFamily="34" charset="0"/>
                <a:sym typeface="Arial Bold"/>
              </a:rPr>
              <a:t>), s 175 (considered in </a:t>
            </a:r>
            <a:r>
              <a:rPr lang="en-US" sz="1627" i="1" dirty="0">
                <a:solidFill>
                  <a:srgbClr val="FFFFFF"/>
                </a:solidFill>
                <a:latin typeface="Arial" panose="020B0604020202020204" pitchFamily="34" charset="0"/>
                <a:ea typeface="Arial Bold"/>
                <a:cs typeface="Arial" panose="020B0604020202020204" pitchFamily="34" charset="0"/>
                <a:sym typeface="Arial Bold"/>
              </a:rPr>
              <a:t>Commissioner of Taxation v </a:t>
            </a:r>
            <a:r>
              <a:rPr lang="en-US" sz="1627" i="1" dirty="0" err="1">
                <a:solidFill>
                  <a:srgbClr val="FFFFFF"/>
                </a:solidFill>
                <a:latin typeface="Arial" panose="020B0604020202020204" pitchFamily="34" charset="0"/>
                <a:ea typeface="Arial Bold"/>
                <a:cs typeface="Arial" panose="020B0604020202020204" pitchFamily="34" charset="0"/>
                <a:sym typeface="Arial Bold"/>
              </a:rPr>
              <a:t>Futuris</a:t>
            </a:r>
            <a:r>
              <a:rPr lang="en-US" sz="1627" i="1" dirty="0">
                <a:solidFill>
                  <a:srgbClr val="FFFFFF"/>
                </a:solidFill>
                <a:latin typeface="Arial" panose="020B0604020202020204" pitchFamily="34" charset="0"/>
                <a:ea typeface="Arial Bold"/>
                <a:cs typeface="Arial" panose="020B0604020202020204" pitchFamily="34" charset="0"/>
                <a:sym typeface="Arial Bold"/>
              </a:rPr>
              <a:t> </a:t>
            </a:r>
            <a:r>
              <a:rPr lang="en-US" sz="1627" dirty="0">
                <a:solidFill>
                  <a:srgbClr val="FFFFFF"/>
                </a:solidFill>
                <a:latin typeface="Arial" panose="020B0604020202020204" pitchFamily="34" charset="0"/>
                <a:ea typeface="Arial Bold"/>
                <a:cs typeface="Arial" panose="020B0604020202020204" pitchFamily="34" charset="0"/>
                <a:sym typeface="Arial Bold"/>
              </a:rPr>
              <a:t>(2008) 237 CLR 146)</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“The validity of any assessment shall not be affected by reason that any of the provisions of this Act have not been complied with.”</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Ie Parliament can expressly prescribe the intended effect of an error. No invalidity = non JE. </a:t>
            </a:r>
          </a:p>
        </p:txBody>
      </p:sp>
      <p:sp>
        <p:nvSpPr>
          <p:cNvPr id="10" name="TextBox 10">
            <a:extLst>
              <a:ext uri="{FF2B5EF4-FFF2-40B4-BE49-F238E27FC236}">
                <a16:creationId xmlns:a16="http://schemas.microsoft.com/office/drawing/2014/main" id="{B22BFBC4-4A3F-6D7D-6477-63CB5BB16825}"/>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5124" name="Picture 4" descr="Bristile Solar Tiles by Bristile ...">
            <a:extLst>
              <a:ext uri="{FF2B5EF4-FFF2-40B4-BE49-F238E27FC236}">
                <a16:creationId xmlns:a16="http://schemas.microsoft.com/office/drawing/2014/main" id="{7C5C91F8-D5C9-2402-1F4F-CFE982CC46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4772025"/>
            <a:ext cx="2524125" cy="1809750"/>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Bristile Roofing | LinkedIn">
            <a:extLst>
              <a:ext uri="{FF2B5EF4-FFF2-40B4-BE49-F238E27FC236}">
                <a16:creationId xmlns:a16="http://schemas.microsoft.com/office/drawing/2014/main" id="{A8C9E31E-030E-E2EC-5651-4BE1204B35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000" b="40000"/>
          <a:stretch/>
        </p:blipFill>
        <p:spPr bwMode="auto">
          <a:xfrm>
            <a:off x="5143500" y="4875873"/>
            <a:ext cx="1905000" cy="38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2549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278969FD-085F-C2D0-E88A-404B006FD3B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530BFBE-81DD-4881-2A33-077167E17CB3}"/>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8A9FAB09-4EE1-8811-F198-A0D843AD807D}"/>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664D1554-CA4F-286B-2599-40D05AFE9431}"/>
              </a:ext>
            </a:extLst>
          </p:cNvPr>
          <p:cNvSpPr txBox="1"/>
          <p:nvPr/>
        </p:nvSpPr>
        <p:spPr>
          <a:xfrm>
            <a:off x="392084" y="560536"/>
            <a:ext cx="11190316" cy="858312"/>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How does a court determine whether Parliament intended an error to invalidate a decision?</a:t>
            </a:r>
          </a:p>
        </p:txBody>
      </p:sp>
      <p:sp>
        <p:nvSpPr>
          <p:cNvPr id="9" name="TextBox 9">
            <a:extLst>
              <a:ext uri="{FF2B5EF4-FFF2-40B4-BE49-F238E27FC236}">
                <a16:creationId xmlns:a16="http://schemas.microsoft.com/office/drawing/2014/main" id="{6E588ADD-C331-44E3-D124-4C82F2257647}"/>
              </a:ext>
            </a:extLst>
          </p:cNvPr>
          <p:cNvSpPr txBox="1"/>
          <p:nvPr/>
        </p:nvSpPr>
        <p:spPr>
          <a:xfrm>
            <a:off x="392084" y="1524000"/>
            <a:ext cx="9132916" cy="5174815"/>
          </a:xfrm>
          <a:prstGeom prst="rect">
            <a:avLst/>
          </a:prstGeom>
        </p:spPr>
        <p:txBody>
          <a:bodyPr wrap="square" lIns="0" tIns="0" rIns="0" bIns="0" rtlCol="0" anchor="t">
            <a:spAutoFit/>
          </a:bodyPr>
          <a:lstStyle/>
          <a:p>
            <a:pPr>
              <a:spcAft>
                <a:spcPts val="1200"/>
              </a:spcAft>
            </a:pPr>
            <a:endParaRPr lang="en-US" sz="1627" b="1" dirty="0">
              <a:solidFill>
                <a:srgbClr val="FFFFFF"/>
              </a:solidFill>
              <a:latin typeface="Arial" panose="020B0604020202020204" pitchFamily="34" charset="0"/>
              <a:ea typeface="Arial Bold"/>
              <a:cs typeface="Arial" panose="020B0604020202020204" pitchFamily="34" charset="0"/>
              <a:sym typeface="Arial Bold"/>
            </a:endParaRPr>
          </a:p>
          <a:p>
            <a:pPr>
              <a:spcAft>
                <a:spcPts val="1200"/>
              </a:spcAft>
            </a:pPr>
            <a:r>
              <a:rPr lang="en-US" sz="2000" b="1" dirty="0">
                <a:solidFill>
                  <a:srgbClr val="FFFFFF"/>
                </a:solidFill>
                <a:latin typeface="Arial" panose="020B0604020202020204" pitchFamily="34" charset="0"/>
                <a:ea typeface="Arial Bold"/>
                <a:cs typeface="Arial" panose="020B0604020202020204" pitchFamily="34" charset="0"/>
                <a:sym typeface="Arial Bold"/>
              </a:rPr>
              <a:t>What can we glean from examining the empowering provision in its statutory context? </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Are there other provisions in the Act which state/imply that breach doesn’t lead to invalidity? </a:t>
            </a:r>
            <a:r>
              <a:rPr lang="en-US" sz="2000" dirty="0" err="1">
                <a:solidFill>
                  <a:srgbClr val="FFFFFF"/>
                </a:solidFill>
                <a:latin typeface="Arial" panose="020B0604020202020204" pitchFamily="34" charset="0"/>
                <a:ea typeface="Arial Bold"/>
                <a:cs typeface="Arial" panose="020B0604020202020204" pitchFamily="34" charset="0"/>
                <a:sym typeface="Arial Bold"/>
              </a:rPr>
              <a:t>Eg</a:t>
            </a:r>
            <a:r>
              <a:rPr lang="en-US" sz="2000" dirty="0">
                <a:solidFill>
                  <a:srgbClr val="FFFFFF"/>
                </a:solidFill>
                <a:latin typeface="Arial" panose="020B0604020202020204" pitchFamily="34" charset="0"/>
                <a:ea typeface="Arial Bold"/>
                <a:cs typeface="Arial" panose="020B0604020202020204" pitchFamily="34" charset="0"/>
                <a:sym typeface="Arial Bold"/>
              </a:rPr>
              <a:t> are there other provisions of the Act which assume compliance?</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How easy is it for the decision-maker to comply (recall in Project Blue Sky the requirement to have regard to international treaties in general was not ‘rule-like’, and would have been difficult to follow in practice). </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See </a:t>
            </a:r>
            <a:r>
              <a:rPr lang="en-US" sz="2000" i="1" dirty="0">
                <a:solidFill>
                  <a:srgbClr val="FFFFFF"/>
                </a:solidFill>
                <a:latin typeface="Arial" panose="020B0604020202020204" pitchFamily="34" charset="0"/>
                <a:ea typeface="Arial Bold"/>
                <a:cs typeface="Arial" panose="020B0604020202020204" pitchFamily="34" charset="0"/>
                <a:sym typeface="Arial Bold"/>
              </a:rPr>
              <a:t>also Re Minister for Immigration and Multicultural Affairs; Ex </a:t>
            </a:r>
            <a:r>
              <a:rPr lang="en-US" sz="2000" i="1" dirty="0" err="1">
                <a:solidFill>
                  <a:srgbClr val="FFFFFF"/>
                </a:solidFill>
                <a:latin typeface="Arial" panose="020B0604020202020204" pitchFamily="34" charset="0"/>
                <a:ea typeface="Arial Bold"/>
                <a:cs typeface="Arial" panose="020B0604020202020204" pitchFamily="34" charset="0"/>
                <a:sym typeface="Arial Bold"/>
              </a:rPr>
              <a:t>parte</a:t>
            </a:r>
            <a:r>
              <a:rPr lang="en-US" sz="2000" i="1" dirty="0">
                <a:solidFill>
                  <a:srgbClr val="FFFFFF"/>
                </a:solidFill>
                <a:latin typeface="Arial" panose="020B0604020202020204" pitchFamily="34" charset="0"/>
                <a:ea typeface="Arial Bold"/>
                <a:cs typeface="Arial" panose="020B0604020202020204" pitchFamily="34" charset="0"/>
                <a:sym typeface="Arial Bold"/>
              </a:rPr>
              <a:t> Palme </a:t>
            </a:r>
            <a:r>
              <a:rPr lang="en-US" sz="2000" dirty="0">
                <a:solidFill>
                  <a:srgbClr val="FFFFFF"/>
                </a:solidFill>
                <a:latin typeface="Arial" panose="020B0604020202020204" pitchFamily="34" charset="0"/>
                <a:ea typeface="Arial Bold"/>
                <a:cs typeface="Arial" panose="020B0604020202020204" pitchFamily="34" charset="0"/>
                <a:sym typeface="Arial Bold"/>
              </a:rPr>
              <a:t>(2003) 216 CLR 212. </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Reasons generally generated after decision made. Therefore not intended to affect authority to make.</a:t>
            </a:r>
          </a:p>
          <a:p>
            <a:pPr marL="285750" indent="-285750">
              <a:spcAft>
                <a:spcPts val="1200"/>
              </a:spcAft>
              <a:buFont typeface="Arial" panose="020B0604020202020204" pitchFamily="34" charset="0"/>
              <a:buChar char="•"/>
            </a:pPr>
            <a:r>
              <a:rPr lang="en-US" sz="2000" dirty="0">
                <a:solidFill>
                  <a:srgbClr val="FFFFFF"/>
                </a:solidFill>
                <a:latin typeface="Arial" panose="020B0604020202020204" pitchFamily="34" charset="0"/>
                <a:ea typeface="Arial Bold"/>
                <a:cs typeface="Arial" panose="020B0604020202020204" pitchFamily="34" charset="0"/>
                <a:sym typeface="Arial Bold"/>
              </a:rPr>
              <a:t>NB there was also a ‘no invalidity’ clause.</a:t>
            </a:r>
          </a:p>
        </p:txBody>
      </p:sp>
      <p:sp>
        <p:nvSpPr>
          <p:cNvPr id="10" name="TextBox 10">
            <a:extLst>
              <a:ext uri="{FF2B5EF4-FFF2-40B4-BE49-F238E27FC236}">
                <a16:creationId xmlns:a16="http://schemas.microsoft.com/office/drawing/2014/main" id="{DED7E5DD-20AC-A13F-E3FE-3DB850F31602}"/>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pic>
        <p:nvPicPr>
          <p:cNvPr id="1026" name="Picture 2" descr="for Deportation ...">
            <a:extLst>
              <a:ext uri="{FF2B5EF4-FFF2-40B4-BE49-F238E27FC236}">
                <a16:creationId xmlns:a16="http://schemas.microsoft.com/office/drawing/2014/main" id="{B8F688C6-3575-5A15-2724-3377B1906A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5181" y="1828800"/>
            <a:ext cx="1773879" cy="4023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7615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BE883F7-FA37-955E-10E8-B28FD5EBFAB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1A96521-BAF3-8C9F-4A14-41F8726E4865}"/>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E63E2E8F-EA7B-AB05-564C-76358FF58A2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D200C0A8-614D-9395-C4BB-A540BB5DE58B}"/>
              </a:ext>
            </a:extLst>
          </p:cNvPr>
          <p:cNvSpPr txBox="1"/>
          <p:nvPr/>
        </p:nvSpPr>
        <p:spPr>
          <a:xfrm>
            <a:off x="392084" y="560536"/>
            <a:ext cx="11190316" cy="858312"/>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How does a court determine whether Parliament intended an error to invalidate a decision?</a:t>
            </a:r>
          </a:p>
        </p:txBody>
      </p:sp>
      <p:sp>
        <p:nvSpPr>
          <p:cNvPr id="9" name="TextBox 9">
            <a:extLst>
              <a:ext uri="{FF2B5EF4-FFF2-40B4-BE49-F238E27FC236}">
                <a16:creationId xmlns:a16="http://schemas.microsoft.com/office/drawing/2014/main" id="{54B4B077-B4D0-0BA1-56DE-432105FAB57E}"/>
              </a:ext>
            </a:extLst>
          </p:cNvPr>
          <p:cNvSpPr txBox="1"/>
          <p:nvPr/>
        </p:nvSpPr>
        <p:spPr>
          <a:xfrm>
            <a:off x="392084" y="1524000"/>
            <a:ext cx="11114116" cy="3427220"/>
          </a:xfrm>
          <a:prstGeom prst="rect">
            <a:avLst/>
          </a:prstGeom>
        </p:spPr>
        <p:txBody>
          <a:bodyPr wrap="square" lIns="0" tIns="0" rIns="0" bIns="0" rtlCol="0" anchor="t">
            <a:spAutoFit/>
          </a:bodyPr>
          <a:lstStyle/>
          <a:p>
            <a:pPr>
              <a:spcAft>
                <a:spcPts val="1200"/>
              </a:spcAft>
            </a:pPr>
            <a:endParaRPr lang="en-US" sz="1627" b="1" dirty="0">
              <a:solidFill>
                <a:srgbClr val="FFFFFF"/>
              </a:solidFill>
              <a:latin typeface="Arial" panose="020B0604020202020204" pitchFamily="34" charset="0"/>
              <a:ea typeface="Arial Bold"/>
              <a:cs typeface="Arial" panose="020B0604020202020204" pitchFamily="34" charset="0"/>
              <a:sym typeface="Arial Bold"/>
            </a:endParaRPr>
          </a:p>
          <a:p>
            <a:pPr>
              <a:spcAft>
                <a:spcPts val="1200"/>
              </a:spcAft>
            </a:pPr>
            <a:r>
              <a:rPr lang="en-US" sz="1627" b="1" dirty="0">
                <a:solidFill>
                  <a:srgbClr val="FFFFFF"/>
                </a:solidFill>
                <a:latin typeface="Arial" panose="020B0604020202020204" pitchFamily="34" charset="0"/>
                <a:ea typeface="Arial Bold"/>
                <a:cs typeface="Arial" panose="020B0604020202020204" pitchFamily="34" charset="0"/>
                <a:sym typeface="Arial Bold"/>
              </a:rPr>
              <a:t>What about the broader purposes of the Act, and the context in which it operates?</a:t>
            </a:r>
          </a:p>
          <a:p>
            <a:pPr marL="285750" indent="-285750">
              <a:spcAft>
                <a:spcPts val="1200"/>
              </a:spcAft>
              <a:buFont typeface="Arial" panose="020B0604020202020204" pitchFamily="34" charset="0"/>
              <a:buChar char="•"/>
            </a:pPr>
            <a:r>
              <a:rPr lang="en-US" sz="1627" dirty="0" err="1">
                <a:solidFill>
                  <a:srgbClr val="FFFFFF"/>
                </a:solidFill>
                <a:latin typeface="Arial" panose="020B0604020202020204" pitchFamily="34" charset="0"/>
                <a:ea typeface="Arial Bold"/>
                <a:cs typeface="Arial" panose="020B0604020202020204" pitchFamily="34" charset="0"/>
                <a:sym typeface="Arial Bold"/>
              </a:rPr>
              <a:t>Eg</a:t>
            </a:r>
            <a:r>
              <a:rPr lang="en-US" sz="1627" dirty="0">
                <a:solidFill>
                  <a:srgbClr val="FFFFFF"/>
                </a:solidFill>
                <a:latin typeface="Arial" panose="020B0604020202020204" pitchFamily="34" charset="0"/>
                <a:ea typeface="Arial Bold"/>
                <a:cs typeface="Arial" panose="020B0604020202020204" pitchFamily="34" charset="0"/>
                <a:sym typeface="Arial Bold"/>
              </a:rPr>
              <a:t> what are the broader consequences of invalidity? </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Recall in Project Blue Sky, if breach were to invalidate, the result would be uncertainty for the industry, and it would be impossible to make standards.</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See also </a:t>
            </a:r>
            <a:r>
              <a:rPr lang="en-US" sz="1627" i="1" dirty="0">
                <a:solidFill>
                  <a:srgbClr val="FFFFFF"/>
                </a:solidFill>
                <a:latin typeface="Arial" panose="020B0604020202020204" pitchFamily="34" charset="0"/>
                <a:ea typeface="Arial Bold"/>
                <a:cs typeface="Arial" panose="020B0604020202020204" pitchFamily="34" charset="0"/>
                <a:sym typeface="Arial Bold"/>
              </a:rPr>
              <a:t>Bare v IBAC </a:t>
            </a:r>
            <a:r>
              <a:rPr lang="en-US" sz="1627" dirty="0">
                <a:solidFill>
                  <a:srgbClr val="FFFFFF"/>
                </a:solidFill>
                <a:latin typeface="Arial" panose="020B0604020202020204" pitchFamily="34" charset="0"/>
                <a:ea typeface="Arial Bold"/>
                <a:cs typeface="Arial" panose="020B0604020202020204" pitchFamily="34" charset="0"/>
                <a:sym typeface="Arial Bold"/>
              </a:rPr>
              <a:t>[2015] VSCA 197: </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Concerned breach of s 38 of Victorian Charter by a public authority (Vic Police).</a:t>
            </a:r>
          </a:p>
          <a:p>
            <a:pPr marL="285750" indent="-285750">
              <a:spcAft>
                <a:spcPts val="1200"/>
              </a:spcAft>
              <a:buFont typeface="Arial" panose="020B0604020202020204" pitchFamily="34" charset="0"/>
              <a:buChar char="•"/>
            </a:pPr>
            <a:r>
              <a:rPr lang="en-US" sz="1627" dirty="0">
                <a:solidFill>
                  <a:srgbClr val="FFFFFF"/>
                </a:solidFill>
                <a:latin typeface="Arial" panose="020B0604020202020204" pitchFamily="34" charset="0"/>
                <a:ea typeface="Arial Bold"/>
                <a:cs typeface="Arial" panose="020B0604020202020204" pitchFamily="34" charset="0"/>
                <a:sym typeface="Arial Bold"/>
              </a:rPr>
              <a:t>If breach of Charter by public authority results in invalidity, other provisions of the Charter may be constitutionally invalid according to Kirk principles (also, Charter rights not ‘rule-like’ according to some Justices – see </a:t>
            </a:r>
            <a:r>
              <a:rPr lang="en-US" sz="1627" i="1" dirty="0">
                <a:solidFill>
                  <a:srgbClr val="FFFFFF"/>
                </a:solidFill>
                <a:latin typeface="Arial" panose="020B0604020202020204" pitchFamily="34" charset="0"/>
                <a:ea typeface="Arial Bold"/>
                <a:cs typeface="Arial" panose="020B0604020202020204" pitchFamily="34" charset="0"/>
                <a:sym typeface="Arial Bold"/>
              </a:rPr>
              <a:t>Momcilovic v R </a:t>
            </a:r>
            <a:r>
              <a:rPr lang="en-US" sz="1627" dirty="0">
                <a:solidFill>
                  <a:srgbClr val="FFFFFF"/>
                </a:solidFill>
                <a:latin typeface="Arial" panose="020B0604020202020204" pitchFamily="34" charset="0"/>
                <a:ea typeface="Arial Bold"/>
                <a:cs typeface="Arial" panose="020B0604020202020204" pitchFamily="34" charset="0"/>
                <a:sym typeface="Arial Bold"/>
              </a:rPr>
              <a:t>[2011] HCA 34).</a:t>
            </a:r>
          </a:p>
        </p:txBody>
      </p:sp>
      <p:sp>
        <p:nvSpPr>
          <p:cNvPr id="10" name="TextBox 10">
            <a:extLst>
              <a:ext uri="{FF2B5EF4-FFF2-40B4-BE49-F238E27FC236}">
                <a16:creationId xmlns:a16="http://schemas.microsoft.com/office/drawing/2014/main" id="{8B67E332-D402-6549-66EF-80B885A08660}"/>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30758176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778F242-D535-FD88-678D-161F075437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3428B9-63E9-91AD-FA31-4EA6F540056C}"/>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BAF0EBF-ED32-C073-E3F8-CC95E3B2F71D}"/>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5" name="TextBox 5">
            <a:extLst>
              <a:ext uri="{FF2B5EF4-FFF2-40B4-BE49-F238E27FC236}">
                <a16:creationId xmlns:a16="http://schemas.microsoft.com/office/drawing/2014/main" id="{70CAE71B-F82C-DE8E-C545-8B6F902B8CA0}"/>
              </a:ext>
            </a:extLst>
          </p:cNvPr>
          <p:cNvSpPr txBox="1"/>
          <p:nvPr/>
        </p:nvSpPr>
        <p:spPr>
          <a:xfrm>
            <a:off x="392084" y="560536"/>
            <a:ext cx="11190316" cy="409471"/>
          </a:xfrm>
          <a:prstGeom prst="rect">
            <a:avLst/>
          </a:prstGeom>
        </p:spPr>
        <p:txBody>
          <a:bodyPr wrap="square" lIns="0" tIns="0" rIns="0" bIns="0" rtlCol="0" anchor="t">
            <a:spAutoFit/>
          </a:bodyPr>
          <a:lstStyle/>
          <a:p>
            <a:pPr algn="l">
              <a:lnSpc>
                <a:spcPts val="3494"/>
              </a:lnSpc>
            </a:pPr>
            <a:r>
              <a:rPr lang="en-US" sz="2496" b="1" dirty="0">
                <a:solidFill>
                  <a:srgbClr val="FFFFFF"/>
                </a:solidFill>
                <a:latin typeface="Arial Bold"/>
                <a:ea typeface="Arial Bold"/>
                <a:cs typeface="Arial Bold"/>
                <a:sym typeface="Arial Bold"/>
              </a:rPr>
              <a:t>Summary</a:t>
            </a:r>
          </a:p>
        </p:txBody>
      </p:sp>
      <p:sp>
        <p:nvSpPr>
          <p:cNvPr id="9" name="TextBox 9">
            <a:extLst>
              <a:ext uri="{FF2B5EF4-FFF2-40B4-BE49-F238E27FC236}">
                <a16:creationId xmlns:a16="http://schemas.microsoft.com/office/drawing/2014/main" id="{848A8EC1-9007-A0A5-4A64-A75B66F576AB}"/>
              </a:ext>
            </a:extLst>
          </p:cNvPr>
          <p:cNvSpPr txBox="1"/>
          <p:nvPr/>
        </p:nvSpPr>
        <p:spPr>
          <a:xfrm>
            <a:off x="392084" y="1524000"/>
            <a:ext cx="11114116" cy="2616101"/>
          </a:xfrm>
          <a:prstGeom prst="rect">
            <a:avLst/>
          </a:prstGeom>
        </p:spPr>
        <p:txBody>
          <a:bodyPr wrap="square" lIns="0" tIns="0" rIns="0" bIns="0" rtlCol="0" anchor="t">
            <a:spAutoFit/>
          </a:bodyPr>
          <a:lstStyle/>
          <a:p>
            <a:pPr marL="285750" indent="-285750">
              <a:spcAft>
                <a:spcPts val="1200"/>
              </a:spcAft>
              <a:buFont typeface="Arial" panose="020B0604020202020204" pitchFamily="34" charset="0"/>
              <a:buChar char="•"/>
            </a:pPr>
            <a:r>
              <a:rPr lang="en-US" sz="2800" dirty="0">
                <a:solidFill>
                  <a:srgbClr val="FFFFFF"/>
                </a:solidFill>
                <a:latin typeface="Arial" panose="020B0604020202020204" pitchFamily="34" charset="0"/>
                <a:ea typeface="Arial Bold"/>
                <a:cs typeface="Arial" panose="020B0604020202020204" pitchFamily="34" charset="0"/>
                <a:sym typeface="Arial Bold"/>
              </a:rPr>
              <a:t>Judicial review of decisions – legality only</a:t>
            </a:r>
          </a:p>
          <a:p>
            <a:pPr marL="285750" indent="-285750">
              <a:spcAft>
                <a:spcPts val="1200"/>
              </a:spcAft>
              <a:buFont typeface="Arial" panose="020B0604020202020204" pitchFamily="34" charset="0"/>
              <a:buChar char="•"/>
            </a:pPr>
            <a:r>
              <a:rPr lang="en-US" sz="2800" dirty="0">
                <a:solidFill>
                  <a:srgbClr val="FFFFFF"/>
                </a:solidFill>
                <a:latin typeface="Arial" panose="020B0604020202020204" pitchFamily="34" charset="0"/>
                <a:ea typeface="Arial Bold"/>
                <a:cs typeface="Arial" panose="020B0604020202020204" pitchFamily="34" charset="0"/>
                <a:sym typeface="Arial Bold"/>
              </a:rPr>
              <a:t>Note three types of judicial review common law, constitutional and statutory and the  requirements of each</a:t>
            </a:r>
          </a:p>
          <a:p>
            <a:pPr marL="285750" indent="-285750">
              <a:spcAft>
                <a:spcPts val="1200"/>
              </a:spcAft>
              <a:buFont typeface="Arial" panose="020B0604020202020204" pitchFamily="34" charset="0"/>
              <a:buChar char="•"/>
            </a:pPr>
            <a:r>
              <a:rPr lang="en-US" sz="2800" dirty="0">
                <a:solidFill>
                  <a:srgbClr val="FFFFFF"/>
                </a:solidFill>
                <a:latin typeface="Arial" panose="020B0604020202020204" pitchFamily="34" charset="0"/>
                <a:ea typeface="Arial Bold"/>
                <a:cs typeface="Arial" panose="020B0604020202020204" pitchFamily="34" charset="0"/>
                <a:sym typeface="Arial Bold"/>
              </a:rPr>
              <a:t>Consider the effect of justiciability</a:t>
            </a:r>
          </a:p>
          <a:p>
            <a:pPr marL="285750" indent="-285750">
              <a:spcAft>
                <a:spcPts val="1200"/>
              </a:spcAft>
              <a:buFont typeface="Arial" panose="020B0604020202020204" pitchFamily="34" charset="0"/>
              <a:buChar char="•"/>
            </a:pPr>
            <a:r>
              <a:rPr lang="en-US" sz="2800" dirty="0">
                <a:solidFill>
                  <a:srgbClr val="FFFFFF"/>
                </a:solidFill>
                <a:latin typeface="Arial" panose="020B0604020202020204" pitchFamily="34" charset="0"/>
                <a:ea typeface="Arial Bold"/>
                <a:cs typeface="Arial" panose="020B0604020202020204" pitchFamily="34" charset="0"/>
                <a:sym typeface="Arial Bold"/>
              </a:rPr>
              <a:t>And the impact of jurisdictional error</a:t>
            </a:r>
          </a:p>
        </p:txBody>
      </p:sp>
      <p:sp>
        <p:nvSpPr>
          <p:cNvPr id="10" name="TextBox 10">
            <a:extLst>
              <a:ext uri="{FF2B5EF4-FFF2-40B4-BE49-F238E27FC236}">
                <a16:creationId xmlns:a16="http://schemas.microsoft.com/office/drawing/2014/main" id="{29148A97-A6E9-6ACE-8DA5-7927F8233BA2}"/>
              </a:ext>
            </a:extLst>
          </p:cNvPr>
          <p:cNvSpPr txBox="1"/>
          <p:nvPr/>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extLst>
      <p:ext uri="{BB962C8B-B14F-4D97-AF65-F5344CB8AC3E}">
        <p14:creationId xmlns:p14="http://schemas.microsoft.com/office/powerpoint/2010/main" val="3431881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a:p>
        </p:txBody>
      </p:sp>
      <p:grpSp>
        <p:nvGrpSpPr>
          <p:cNvPr id="9" name="Group 9"/>
          <p:cNvGrpSpPr/>
          <p:nvPr/>
        </p:nvGrpSpPr>
        <p:grpSpPr>
          <a:xfrm>
            <a:off x="0" y="1"/>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1" name="Group 11"/>
          <p:cNvGrpSpPr/>
          <p:nvPr/>
        </p:nvGrpSpPr>
        <p:grpSpPr>
          <a:xfrm>
            <a:off x="0" y="6065520"/>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sp>
        <p:nvSpPr>
          <p:cNvPr id="13" name="Freeform 13"/>
          <p:cNvSpPr/>
          <p:nvPr/>
        </p:nvSpPr>
        <p:spPr>
          <a:xfrm>
            <a:off x="10381972" y="5925709"/>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a:p>
          </p:txBody>
        </p:sp>
      </p:grpSp>
      <p:sp>
        <p:nvSpPr>
          <p:cNvPr id="16" name="TextBox 16"/>
          <p:cNvSpPr txBox="1"/>
          <p:nvPr/>
        </p:nvSpPr>
        <p:spPr>
          <a:xfrm>
            <a:off x="2537901" y="1616936"/>
            <a:ext cx="6187757" cy="3183731"/>
          </a:xfrm>
          <a:prstGeom prst="rect">
            <a:avLst/>
          </a:prstGeom>
        </p:spPr>
        <p:txBody>
          <a:bodyPr lIns="0" tIns="0" rIns="0" bIns="0" rtlCol="0" anchor="t">
            <a:spAutoFit/>
          </a:bodyPr>
          <a:lstStyle/>
          <a:p>
            <a:pPr algn="l">
              <a:lnSpc>
                <a:spcPts val="4320"/>
              </a:lnSpc>
            </a:pPr>
            <a:r>
              <a:rPr lang="en-US" sz="3600" b="1">
                <a:solidFill>
                  <a:srgbClr val="7AE1AA"/>
                </a:solidFill>
                <a:latin typeface="Arial Bold"/>
                <a:ea typeface="Arial Bold"/>
                <a:cs typeface="Arial Bold"/>
                <a:sym typeface="Arial Bold"/>
              </a:rPr>
              <a:t>—</a:t>
            </a:r>
          </a:p>
          <a:p>
            <a:pPr algn="l">
              <a:lnSpc>
                <a:spcPts val="4320"/>
              </a:lnSpc>
            </a:pPr>
            <a:r>
              <a:rPr lang="en-US" sz="3600" b="1">
                <a:solidFill>
                  <a:srgbClr val="FFFFFF"/>
                </a:solidFill>
                <a:latin typeface="Arial Bold"/>
                <a:ea typeface="Arial Bold"/>
                <a:cs typeface="Arial Bold"/>
                <a:sym typeface="Arial Bold"/>
              </a:rPr>
              <a:t>Questions?</a:t>
            </a:r>
          </a:p>
          <a:p>
            <a:pPr algn="l">
              <a:lnSpc>
                <a:spcPts val="4320"/>
              </a:lnSpc>
            </a:pPr>
            <a:endParaRPr lang="en-US" sz="3600" b="1">
              <a:solidFill>
                <a:srgbClr val="FFFFFF"/>
              </a:solidFill>
              <a:latin typeface="Arial Bold"/>
              <a:ea typeface="Arial Bold"/>
              <a:cs typeface="Arial Bold"/>
              <a:sym typeface="Arial Bold"/>
            </a:endParaRPr>
          </a:p>
          <a:p>
            <a:pPr algn="l">
              <a:lnSpc>
                <a:spcPts val="2375"/>
              </a:lnSpc>
            </a:pPr>
            <a:r>
              <a:rPr lang="en-US" sz="1979" b="1">
                <a:solidFill>
                  <a:srgbClr val="FFFFFF"/>
                </a:solidFill>
                <a:latin typeface="Arial Bold"/>
                <a:ea typeface="Arial Bold"/>
                <a:cs typeface="Arial Bold"/>
                <a:sym typeface="Arial Bold"/>
              </a:rPr>
              <a:t>Email</a:t>
            </a:r>
          </a:p>
          <a:p>
            <a:pPr algn="l">
              <a:lnSpc>
                <a:spcPts val="2375"/>
              </a:lnSpc>
            </a:pPr>
            <a:r>
              <a:rPr lang="en-US" sz="1979" b="1">
                <a:solidFill>
                  <a:srgbClr val="FFFFFF"/>
                </a:solidFill>
                <a:latin typeface="Arial Bold"/>
                <a:ea typeface="Arial Bold"/>
                <a:cs typeface="Arial Bold"/>
                <a:sym typeface="Arial Bold"/>
              </a:rPr>
              <a:t>richard.taylor2@rmit.edu.au</a:t>
            </a:r>
          </a:p>
          <a:p>
            <a:pPr algn="l">
              <a:lnSpc>
                <a:spcPts val="2375"/>
              </a:lnSpc>
            </a:pPr>
            <a:endParaRPr lang="en-US" sz="1979" b="1">
              <a:solidFill>
                <a:srgbClr val="FFFFFF"/>
              </a:solidFill>
              <a:latin typeface="Arial Bold"/>
              <a:ea typeface="Arial Bold"/>
              <a:cs typeface="Arial Bold"/>
              <a:sym typeface="Arial Bold"/>
            </a:endParaRPr>
          </a:p>
          <a:p>
            <a:pPr algn="l">
              <a:lnSpc>
                <a:spcPts val="2375"/>
              </a:lnSpc>
            </a:pPr>
            <a:endParaRPr lang="en-US" sz="1979" b="1">
              <a:solidFill>
                <a:srgbClr val="FFFFFF"/>
              </a:solidFill>
              <a:latin typeface="Arial Bold"/>
              <a:ea typeface="Arial Bold"/>
              <a:cs typeface="Arial Bold"/>
              <a:sym typeface="Arial Bold"/>
            </a:endParaRPr>
          </a:p>
          <a:p>
            <a:pPr algn="l">
              <a:lnSpc>
                <a:spcPts val="2375"/>
              </a:lnSpc>
            </a:pPr>
            <a:endParaRPr lang="en-US" sz="1979" b="1">
              <a:solidFill>
                <a:srgbClr val="FFFFFF"/>
              </a:solidFill>
              <a:latin typeface="Arial Bold"/>
              <a:ea typeface="Arial Bold"/>
              <a:cs typeface="Arial Bold"/>
              <a:sym typeface="Arial Bold"/>
            </a:endParaRPr>
          </a:p>
        </p:txBody>
      </p:sp>
      <p:sp>
        <p:nvSpPr>
          <p:cNvPr id="17" name="AutoShape 17"/>
          <p:cNvSpPr/>
          <p:nvPr/>
        </p:nvSpPr>
        <p:spPr>
          <a:xfrm rot="47869">
            <a:off x="2533397" y="5904079"/>
            <a:ext cx="1824172" cy="0"/>
          </a:xfrm>
          <a:prstGeom prst="line">
            <a:avLst/>
          </a:prstGeom>
          <a:ln w="19050" cap="rnd">
            <a:solidFill>
              <a:srgbClr val="7AE1AA"/>
            </a:solidFill>
            <a:prstDash val="solid"/>
            <a:headEnd type="none" w="sm" len="sm"/>
            <a:tailEnd type="none" w="sm" len="sm"/>
          </a:ln>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aa77bc-0157-46a4-82a6-8fc765694bc9}" enabled="1" method="Standard" siteId="{d1323671-cdbe-4417-b4d4-bdb24b51316b}" removed="0"/>
</clbl:labelList>
</file>

<file path=docProps/app.xml><?xml version="1.0" encoding="utf-8"?>
<Properties xmlns="http://schemas.openxmlformats.org/officeDocument/2006/extended-properties" xmlns:vt="http://schemas.openxmlformats.org/officeDocument/2006/docPropsVTypes">
  <TotalTime>2515</TotalTime>
  <Words>7097</Words>
  <Application>Microsoft Office PowerPoint</Application>
  <PresentationFormat>Widescreen</PresentationFormat>
  <Paragraphs>528</Paragraphs>
  <Slides>62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Calibri</vt:lpstr>
      <vt:lpstr>Aptos</vt:lpstr>
      <vt:lpstr>Wingdings</vt:lpstr>
      <vt:lpstr>Arial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Week 1 Old Slides.pdf</dc:title>
  <dc:creator>richj_4aa5khv</dc:creator>
  <cp:lastModifiedBy>Richard Taylor</cp:lastModifiedBy>
  <cp:revision>10</cp:revision>
  <dcterms:created xsi:type="dcterms:W3CDTF">2006-08-16T00:00:00Z</dcterms:created>
  <dcterms:modified xsi:type="dcterms:W3CDTF">2025-08-03T02:03:26Z</dcterms:modified>
  <dc:identifier>DAGpupLjq9o</dc:identifier>
</cp:coreProperties>
</file>